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18.xml" ContentType="application/vnd.openxmlformats-officedocument.presentationml.slideLayout+xml"/>
  <Override PartName="/ppt/theme/theme3.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6.xml" ContentType="application/vnd.openxmlformats-officedocument.them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7.xml" ContentType="application/vnd.openxmlformats-officedocument.them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8.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9.xml" ContentType="application/vnd.openxmlformats-officedocument.them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10.xml" ContentType="application/vnd.openxmlformats-officedocument.them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11.xml" ContentType="application/vnd.openxmlformats-officedocument.them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12.xml" ContentType="application/vnd.openxmlformats-officedocument.theme+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13.xml" ContentType="application/vnd.openxmlformats-officedocument.them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14.xml" ContentType="application/vnd.openxmlformats-officedocument.them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15.xml" ContentType="application/vnd.openxmlformats-officedocument.them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16.xml" ContentType="application/vnd.openxmlformats-officedocument.them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17.xml" ContentType="application/vnd.openxmlformats-officedocument.them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theme/theme18.xml" ContentType="application/vnd.openxmlformats-officedocument.theme+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theme/theme19.xml" ContentType="application/vnd.openxmlformats-officedocument.theme+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theme/theme20.xml" ContentType="application/vnd.openxmlformats-officedocument.theme+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21.xml" ContentType="application/vnd.openxmlformats-officedocument.theme+xml"/>
  <Override PartName="/ppt/tags/tag287.xml" ContentType="application/vnd.openxmlformats-officedocument.presentationml.tags+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22.xml" ContentType="application/vnd.openxmlformats-officedocument.theme+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theme/theme23.xml" ContentType="application/vnd.openxmlformats-officedocument.theme+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heme/theme24.xml" ContentType="application/vnd.openxmlformats-officedocument.theme+xml"/>
  <Override PartName="/ppt/theme/theme25.xml" ContentType="application/vnd.openxmlformats-officedocument.theme+xml"/>
  <Override PartName="/ppt/tags/tag35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59.xml" ContentType="application/vnd.openxmlformats-officedocument.presentationml.tags+xml"/>
  <Override PartName="/ppt/notesSlides/notesSlide3.xml" ContentType="application/vnd.openxmlformats-officedocument.presentationml.notesSlide+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notesSlides/notesSlide4.xml" ContentType="application/vnd.openxmlformats-officedocument.presentationml.notesSlide+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 id="2147483670" r:id="rId3"/>
    <p:sldMasterId id="2147483672" r:id="rId4"/>
    <p:sldMasterId id="2147483686" r:id="rId5"/>
    <p:sldMasterId id="2147483697" r:id="rId6"/>
    <p:sldMasterId id="2147483710" r:id="rId7"/>
    <p:sldMasterId id="2147483717" r:id="rId8"/>
    <p:sldMasterId id="2147483729" r:id="rId9"/>
    <p:sldMasterId id="2147483738" r:id="rId10"/>
    <p:sldMasterId id="2147483750" r:id="rId11"/>
    <p:sldMasterId id="2147483759" r:id="rId12"/>
    <p:sldMasterId id="2147483766" r:id="rId13"/>
    <p:sldMasterId id="2147483776" r:id="rId14"/>
    <p:sldMasterId id="2147483785" r:id="rId15"/>
    <p:sldMasterId id="2147483793" r:id="rId16"/>
    <p:sldMasterId id="2147483817" r:id="rId17"/>
    <p:sldMasterId id="2147483829" r:id="rId18"/>
    <p:sldMasterId id="2147483851" r:id="rId19"/>
    <p:sldMasterId id="2147483858" r:id="rId20"/>
    <p:sldMasterId id="2147483869" r:id="rId21"/>
    <p:sldMasterId id="2147483895" r:id="rId22"/>
    <p:sldMasterId id="2147483902" r:id="rId23"/>
  </p:sldMasterIdLst>
  <p:notesMasterIdLst>
    <p:notesMasterId r:id="rId35"/>
  </p:notesMasterIdLst>
  <p:handoutMasterIdLst>
    <p:handoutMasterId r:id="rId36"/>
  </p:handoutMasterIdLst>
  <p:sldIdLst>
    <p:sldId id="2433" r:id="rId24"/>
    <p:sldId id="257" r:id="rId25"/>
    <p:sldId id="2147479321" r:id="rId26"/>
    <p:sldId id="16770074" r:id="rId27"/>
    <p:sldId id="2147479328" r:id="rId28"/>
    <p:sldId id="2147479331" r:id="rId29"/>
    <p:sldId id="2147479324" r:id="rId30"/>
    <p:sldId id="2147479332" r:id="rId31"/>
    <p:sldId id="2147479330" r:id="rId32"/>
    <p:sldId id="2147479329" r:id="rId33"/>
    <p:sldId id="2435" r:id="rId34"/>
  </p:sldIdLst>
  <p:sldSz cx="12192000" cy="6858000"/>
  <p:notesSz cx="6797675" cy="9926638"/>
  <p:custDataLst>
    <p:tags r:id="rId37"/>
  </p:custDataLst>
  <p:defaultTextStyle>
    <a:defPPr>
      <a:defRPr lang="en-US"/>
    </a:defPPr>
    <a:lvl1pPr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1pPr>
    <a:lvl2pPr marL="457200"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2pPr>
    <a:lvl3pPr marL="914400"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3pPr>
    <a:lvl4pPr marL="1371600"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4pPr>
    <a:lvl5pPr marL="1828800"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Light" panose="020B0502040204020203"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Light" panose="020B0502040204020203"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Light" panose="020B0502040204020203"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Light" panose="020B0502040204020203" pitchFamily="34" charset="-122"/>
        <a:cs typeface="+mn-cs"/>
      </a:defRPr>
    </a:lvl9pPr>
  </p:defaultTextStyle>
  <p:extLst>
    <p:ext uri="{521415D9-36F7-43E2-AB2F-B90AF26B5E84}">
      <p14:sectionLst xmlns:p14="http://schemas.microsoft.com/office/powerpoint/2010/main">
        <p14:section name="默认节" id="{E3662D11-60F3-4CFF-857C-5AD0B194CCA6}">
          <p14:sldIdLst>
            <p14:sldId id="2433"/>
            <p14:sldId id="257"/>
            <p14:sldId id="2147479321"/>
            <p14:sldId id="16770074"/>
            <p14:sldId id="2147479328"/>
            <p14:sldId id="2147479331"/>
            <p14:sldId id="2147479324"/>
            <p14:sldId id="2147479332"/>
            <p14:sldId id="2147479330"/>
            <p14:sldId id="2147479329"/>
            <p14:sldId id="2435"/>
          </p14:sldIdLst>
        </p14:section>
      </p14:sectionLst>
    </p:ext>
    <p:ext uri="{EFAFB233-063F-42B5-8137-9DF3F51BA10A}">
      <p15:sldGuideLst xmlns:p15="http://schemas.microsoft.com/office/powerpoint/2012/main">
        <p15:guide id="1" pos="7420" userDrawn="1">
          <p15:clr>
            <a:srgbClr val="A4A3A4"/>
          </p15:clr>
        </p15:guide>
        <p15:guide id="2" orient="horz" pos="-9" userDrawn="1">
          <p15:clr>
            <a:srgbClr val="A4A3A4"/>
          </p15:clr>
        </p15:guide>
        <p15:guide id="3" orient="horz" pos="369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234015-18C6-D6F6-3C6D-240428093FB7}" name="张敏" initials="敏张" userId="S::min.zhang@iasobio.com::c1fd4d3e-e1d2-4b82-a228-0c6c55958b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avid" initials="D" lastIdx="6" clrIdx="0"/>
  <p:cmAuthor id="2" name="汤灵玲" initials="汤灵玲" lastIdx="1" clrIdx="1"/>
  <p:cmAuthor id="3" name="XiaoJun" initials="XJ" lastIdx="27" clrIdx="2"/>
  <p:cmAuthor id="4" name="林梦涵" initials="林梦涵" lastIdx="2" clrIdx="3"/>
  <p:cmAuthor id="5" name="yinwenhui" initials="y" lastIdx="1" clrIdx="4"/>
  <p:cmAuthor id="6" name="Anna Xie" initials="AX" lastIdx="13" clrIdx="5"/>
  <p:cmAuthor id="7" name="Jacob Shuman" initials="JS" lastIdx="8" clrIdx="6"/>
  <p:cmAuthor id="8" name="Donald Hoang" initials="DH" lastIdx="4" clrIdx="7"/>
  <p:cmAuthor id="9" name="Beverly Ginsburg" initials="BG" lastIdx="19" clrIdx="8"/>
  <p:cmAuthor id="10" name="Alfred Chon" initials="AC" lastIdx="76" clrIdx="9"/>
  <p:cmAuthor id="11" name="Maya Khurana" initials="MK" lastIdx="102" clrIdx="10"/>
  <p:cmAuthor id="12" name="Alisa Hakansson" initials="AH" lastIdx="4" clrIdx="11"/>
  <p:cmAuthor id="13" name="Aisha Asra" initials="AA" lastIdx="7" clrIdx="12"/>
  <p:cmAuthor id="14" name="Robert Pogulis" initials="RP" lastIdx="36" clrIdx="13"/>
  <p:cmAuthor id="15" name="陈丽丽" initials="陈丽丽" lastIdx="7" clrIdx="14"/>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ED6B00"/>
    <a:srgbClr val="7030A0"/>
    <a:srgbClr val="487B78"/>
    <a:srgbClr val="2169D3"/>
    <a:srgbClr val="05B050"/>
    <a:srgbClr val="46B690"/>
    <a:srgbClr val="29B584"/>
    <a:srgbClr val="1D95D4"/>
    <a:srgbClr val="2234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04" autoAdjust="0"/>
    <p:restoredTop sz="80285" autoAdjust="0"/>
  </p:normalViewPr>
  <p:slideViewPr>
    <p:cSldViewPr snapToGrid="0" snapToObjects="1" showGuides="1">
      <p:cViewPr varScale="1">
        <p:scale>
          <a:sx n="60" d="100"/>
          <a:sy n="60" d="100"/>
        </p:scale>
        <p:origin x="1124" y="52"/>
      </p:cViewPr>
      <p:guideLst>
        <p:guide pos="7420"/>
        <p:guide orient="horz" pos="-9"/>
        <p:guide orient="horz" pos="3697"/>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3.xml"/><Relationship Id="rId39" Type="http://schemas.openxmlformats.org/officeDocument/2006/relationships/presProps" Target="presProps.xml"/><Relationship Id="rId21" Type="http://schemas.openxmlformats.org/officeDocument/2006/relationships/slideMaster" Target="slideMasters/slideMaster21.xml"/><Relationship Id="rId34" Type="http://schemas.openxmlformats.org/officeDocument/2006/relationships/slide" Target="slides/slide11.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xml"/><Relationship Id="rId32" Type="http://schemas.openxmlformats.org/officeDocument/2006/relationships/slide" Target="slides/slide9.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5.xml"/><Relationship Id="rId36" Type="http://schemas.openxmlformats.org/officeDocument/2006/relationships/handoutMaster" Target="handoutMasters/handoutMaster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4.xml"/><Relationship Id="rId30" Type="http://schemas.openxmlformats.org/officeDocument/2006/relationships/slide" Target="slides/slide7.xml"/><Relationship Id="rId35" Type="http://schemas.openxmlformats.org/officeDocument/2006/relationships/notesMaster" Target="notesMasters/notesMaster1.xml"/><Relationship Id="rId43" Type="http://schemas.microsoft.com/office/2018/10/relationships/authors" Target="author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2.xml"/><Relationship Id="rId33" Type="http://schemas.openxmlformats.org/officeDocument/2006/relationships/slide" Target="slides/slide10.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fontAlgn="auto">
              <a:defRPr sz="1200" noProof="1" smtClean="0">
                <a:latin typeface="+mn-lt"/>
                <a:ea typeface="+mn-ea"/>
              </a:defRPr>
            </a:lvl1pPr>
          </a:lstStyle>
          <a:p>
            <a:fld id="{528CB2A9-73A4-47FC-8BFF-CE9CD521B58E}" type="datetimeFigureOut">
              <a:rPr lang="zh-CN" altLang="en-US"/>
              <a:t>2026/2/12</a:t>
            </a:fld>
            <a:endParaRPr lang="zh-CN" altLang="en-US">
              <a:latin typeface="Arial" panose="020B0604020202020204" pitchFamily="34" charset="0"/>
              <a:ea typeface="微软雅黑 Light" panose="020B0502040204020203" pitchFamily="34" charset="-122"/>
            </a:endParaRPr>
          </a:p>
        </p:txBody>
      </p:sp>
      <p:sp>
        <p:nvSpPr>
          <p:cNvPr id="4" name="页脚占位符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fontAlgn="auto">
              <a:defRPr sz="1200" noProof="1" smtClean="0">
                <a:latin typeface="+mn-lt"/>
                <a:ea typeface="+mn-ea"/>
              </a:defRPr>
            </a:lvl1pPr>
          </a:lstStyle>
          <a:p>
            <a:fld id="{A48F14E2-E180-401C-8BD6-1DF77EADB93E}" type="slidenum">
              <a:rPr lang="zh-CN" altLang="en-US"/>
              <a:t>‹#›</a:t>
            </a:fld>
            <a:endParaRPr lang="zh-CN" altLang="en-US">
              <a:latin typeface="Arial" panose="020B0604020202020204" pitchFamily="34" charset="0"/>
              <a:ea typeface="微软雅黑 Light" panose="020B0502040204020203"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fontAlgn="auto">
              <a:defRPr kumimoji="1" sz="1200" noProof="1"/>
            </a:lvl1pPr>
          </a:lstStyle>
          <a:p>
            <a:endParaRPr lang="zh-CN" altLang="en-US"/>
          </a:p>
        </p:txBody>
      </p:sp>
      <p:sp>
        <p:nvSpPr>
          <p:cNvPr id="3" name="日期占位符 2"/>
          <p:cNvSpPr>
            <a:spLocks noGrp="1"/>
          </p:cNvSpPr>
          <p:nvPr>
            <p:ph type="dt" idx="1"/>
          </p:nvPr>
        </p:nvSpPr>
        <p:spPr>
          <a:xfrm>
            <a:off x="3850443" y="0"/>
            <a:ext cx="2945659" cy="498056"/>
          </a:xfrm>
          <a:prstGeom prst="rect">
            <a:avLst/>
          </a:prstGeom>
        </p:spPr>
        <p:txBody>
          <a:bodyPr vert="horz" lIns="91440" tIns="45720" rIns="91440" bIns="45720" rtlCol="0"/>
          <a:lstStyle>
            <a:lvl1pPr algn="r" fontAlgn="auto">
              <a:defRPr kumimoji="1" sz="1200" noProof="1" smtClean="0">
                <a:latin typeface="+mn-lt"/>
                <a:ea typeface="+mn-ea"/>
              </a:defRPr>
            </a:lvl1pPr>
          </a:lstStyle>
          <a:p>
            <a:fld id="{2DA0510E-3FB9-134D-8C15-4668A903FB93}" type="datetimeFigureOut">
              <a:rPr lang="zh-CN" altLang="en-US"/>
              <a:t>2026/2/12</a:t>
            </a:fld>
            <a:endParaRPr lang="zh-CN" altLang="en-US">
              <a:latin typeface="Arial" panose="020B0604020202020204" pitchFamily="34" charset="0"/>
              <a:ea typeface="微软雅黑 Light" panose="020B0502040204020203" pitchFamily="34" charset="-122"/>
            </a:endParaRPr>
          </a:p>
        </p:txBody>
      </p:sp>
      <p:sp>
        <p:nvSpPr>
          <p:cNvPr id="8196" name="幻灯片图像占位符 3"/>
          <p:cNvSpPr>
            <a:spLocks noGrp="1" noRot="1" noChangeAspect="1" noChangeArrowheads="1"/>
          </p:cNvSpPr>
          <p:nvPr>
            <p:ph type="sldImg" idx="4294967295"/>
          </p:nvPr>
        </p:nvSpPr>
        <p:spPr bwMode="auto">
          <a:xfrm>
            <a:off x="422275" y="1241425"/>
            <a:ext cx="5953125" cy="3349625"/>
          </a:xfrm>
          <a:prstGeom prst="rect">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sp>
      <p:sp>
        <p:nvSpPr>
          <p:cNvPr id="8197" name="备注占位符 4"/>
          <p:cNvSpPr>
            <a:spLocks noGrp="1" noChangeArrowheads="1"/>
          </p:cNvSpPr>
          <p:nvPr>
            <p:ph type="body" sz="quarter" idx="9"/>
          </p:nvPr>
        </p:nvSpPr>
        <p:spPr bwMode="auto">
          <a:xfrm>
            <a:off x="679768" y="4777194"/>
            <a:ext cx="5438140" cy="3908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
第二级
第三级
第四级
第五级</a:t>
            </a:r>
          </a:p>
        </p:txBody>
      </p:sp>
      <p:sp>
        <p:nvSpPr>
          <p:cNvPr id="6" name="页脚占位符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fontAlgn="auto">
              <a:defRPr kumimoji="1" sz="1200" noProof="1"/>
            </a:lvl1pPr>
          </a:lstStyle>
          <a:p>
            <a:endParaRPr lang="zh-CN" altLang="en-US"/>
          </a:p>
        </p:txBody>
      </p:sp>
      <p:sp>
        <p:nvSpPr>
          <p:cNvPr id="7" name="灯片编号占位符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fontAlgn="auto">
              <a:defRPr kumimoji="1" sz="1200" noProof="1" smtClean="0">
                <a:latin typeface="+mn-lt"/>
                <a:ea typeface="+mn-ea"/>
              </a:defRPr>
            </a:lvl1pPr>
          </a:lstStyle>
          <a:p>
            <a:fld id="{B904E17D-109C-4216-8640-511AD26E5B8C}" type="slidenum">
              <a:rPr lang="zh-CN" altLang="en-US"/>
              <a:t>‹#›</a:t>
            </a:fld>
            <a:endParaRPr lang="zh-CN" altLang="en-US">
              <a:latin typeface="Arial" panose="020B0604020202020204" pitchFamily="34" charset="0"/>
              <a:ea typeface="微软雅黑 Light" panose="020B0502040204020203" pitchFamily="34" charset="-122"/>
            </a:endParaRPr>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04E17D-109C-4216-8640-511AD26E5B8C}" type="slidenum">
              <a:rPr lang="zh-CN" altLang="en-US" smtClean="0"/>
              <a:t>1</a:t>
            </a:fld>
            <a:endParaRPr lang="zh-CN" altLang="en-US">
              <a:latin typeface="Arial" panose="020B0604020202020204" pitchFamily="34" charset="0"/>
              <a:ea typeface="微软雅黑 Light" panose="020B0502040204020203" pitchFamily="34" charset="-122"/>
            </a:endParaRPr>
          </a:p>
        </p:txBody>
      </p:sp>
    </p:spTree>
    <p:extLst>
      <p:ext uri="{BB962C8B-B14F-4D97-AF65-F5344CB8AC3E}">
        <p14:creationId xmlns:p14="http://schemas.microsoft.com/office/powerpoint/2010/main" val="537941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nchorCtr="0"/>
          <a:lstStyle/>
          <a:p>
            <a:pPr lvl="0">
              <a:spcBef>
                <a:spcPct val="0"/>
              </a:spcBef>
            </a:pPr>
            <a:endParaRPr lang="zh-CN" altLang="en-US" dirty="0">
              <a:ea typeface="等线" panose="02010600030101010101" pitchFamily="2" charset="-122"/>
            </a:endParaRPr>
          </a:p>
        </p:txBody>
      </p:sp>
      <p:sp>
        <p:nvSpPr>
          <p:cNvPr id="7172" name="灯片编号占位符 3"/>
          <p:cNvSpPr txBox="1">
            <a:spLocks noGrp="1"/>
          </p:cNvSpPr>
          <p:nvPr>
            <p:ph type="sldNum" sz="quarter"/>
          </p:nvPr>
        </p:nvSpPr>
        <p:spPr>
          <a:xfrm>
            <a:off x="3850443" y="9428584"/>
            <a:ext cx="2945659" cy="498055"/>
          </a:xfrm>
          <a:prstGeom prst="rect">
            <a:avLst/>
          </a:prstGeom>
          <a:noFill/>
          <a:ln w="9525">
            <a:noFill/>
          </a:ln>
        </p:spPr>
        <p:txBody>
          <a:bodyPr anchor="b" anchorCtr="0"/>
          <a:lstStyle/>
          <a:p>
            <a:pPr marL="0" marR="0" lvl="0" indent="0" algn="r" defTabSz="457200" rtl="0" eaLnBrk="0" fontAlgn="base" latinLnBrk="0" hangingPunct="0">
              <a:lnSpc>
                <a:spcPct val="100000"/>
              </a:lnSpc>
              <a:spcBef>
                <a:spcPct val="0"/>
              </a:spcBef>
              <a:spcAft>
                <a:spcPct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2</a:t>
            </a:fld>
            <a:endParaRPr kumimoji="0" lang="zh-CN" altLang="en-US" sz="12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fld id="{B904E17D-109C-4216-8640-511AD26E5B8C}" type="slidenum">
              <a:rPr kumimoji="1" lang="zh-CN" altLang="en-US" sz="1200" b="0" i="0" u="none" strike="noStrike" kern="1200" cap="none" spc="0" normalizeH="0" baseline="0" noProof="1"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t>3</a:t>
            </a:fld>
            <a:endParaRPr kumimoji="1" lang="zh-CN" altLang="en-US" sz="1200" b="0" i="0" u="none" strike="noStrike" kern="1200" cap="none" spc="0" normalizeH="0" baseline="0" noProof="1">
              <a:ln>
                <a:noFill/>
              </a:ln>
              <a:solidFill>
                <a:prstClr val="black"/>
              </a:solidFill>
              <a:effectLst/>
              <a:uLnTx/>
              <a:uFillTx/>
              <a:latin typeface="Calibri" panose="020F0502020204030204" pitchFamily="34" charset="0"/>
              <a:ea typeface="微软雅黑 Light" panose="020B0502040204020203" pitchFamily="34" charset="-122"/>
              <a:cs typeface="+mn-cs"/>
            </a:endParaRPr>
          </a:p>
        </p:txBody>
      </p:sp>
    </p:spTree>
    <p:extLst>
      <p:ext uri="{BB962C8B-B14F-4D97-AF65-F5344CB8AC3E}">
        <p14:creationId xmlns:p14="http://schemas.microsoft.com/office/powerpoint/2010/main" val="3047026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a:ln>
            <a:solidFill>
              <a:srgbClr val="000000"/>
            </a:solidFill>
            <a:miter/>
          </a:ln>
        </p:spPr>
      </p:sp>
      <p:sp>
        <p:nvSpPr>
          <p:cNvPr id="11267" name="备注占位符 2"/>
          <p:cNvSpPr>
            <a:spLocks noGrp="1"/>
          </p:cNvSpPr>
          <p:nvPr>
            <p:ph type="body" idx="1"/>
          </p:nvPr>
        </p:nvSpPr>
        <p:spPr>
          <a:noFill/>
          <a:ln>
            <a:noFill/>
          </a:ln>
        </p:spPr>
        <p:txBody>
          <a:bodyPr wrap="square" lIns="91440" tIns="45720" rIns="91440" bIns="45720" anchor="t" anchorCtr="0"/>
          <a:lstStyle/>
          <a:p>
            <a:pPr lvl="0">
              <a:spcBef>
                <a:spcPct val="0"/>
              </a:spcBef>
            </a:pPr>
            <a:endParaRPr lang="zh-CN" altLang="en-US" dirty="0">
              <a:ea typeface="等线" panose="02010600030101010101" pitchFamily="2" charset="-122"/>
            </a:endParaRPr>
          </a:p>
        </p:txBody>
      </p:sp>
      <p:sp>
        <p:nvSpPr>
          <p:cNvPr id="11268" name="灯片编号占位符 3"/>
          <p:cNvSpPr txBox="1">
            <a:spLocks noGrp="1"/>
          </p:cNvSpPr>
          <p:nvPr>
            <p:ph type="sldNum" sz="quarter"/>
          </p:nvPr>
        </p:nvSpPr>
        <p:spPr>
          <a:xfrm>
            <a:off x="3850443" y="9428584"/>
            <a:ext cx="2945659" cy="498055"/>
          </a:xfrm>
          <a:prstGeom prst="rect">
            <a:avLst/>
          </a:prstGeom>
          <a:noFill/>
          <a:ln w="9525">
            <a:noFill/>
          </a:ln>
        </p:spPr>
        <p:txBody>
          <a:bodyPr anchor="b" anchorCtr="0"/>
          <a:lstStyle/>
          <a:p>
            <a:pPr marL="0" marR="0" lvl="0" indent="0" algn="r" defTabSz="457200" rtl="0" eaLnBrk="0" fontAlgn="base" latinLnBrk="0" hangingPunct="0">
              <a:lnSpc>
                <a:spcPct val="100000"/>
              </a:lnSpc>
              <a:spcBef>
                <a:spcPct val="0"/>
              </a:spcBef>
              <a:spcAft>
                <a:spcPct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4</a:t>
            </a:fld>
            <a:endParaRPr kumimoji="0" lang="zh-CN" altLang="en-US" sz="12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Now we have 1 best-in-class commercial product and 10 products in clinical trials with ﬁrst/best-in-class potential and over 10 candidate products in development. We have 4 sites in Shanghai, Nanjing and the US.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slide shows our 4 sites. The first one is our starting office which is an R&amp;D Manufacturing Site in Nanjing. The Next is our GMP manufacturing which products lentiviral vectors, and CAR-T cells. This year We have opened our new International R&amp;D Center in Shanghai, with an over 40,000-squar-meter facility. Additionally, our US R&amp;D center locates in Pleasanton, California. We collaborate with SANA, licensed our CD19 CAR molecule to Cabaletta Bio for autoimmune diseases, and partner with Umoja on in vivo CAR-T technology.</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fld id="{B904E17D-109C-4216-8640-511AD26E5B8C}" type="slidenum">
              <a:rPr kumimoji="1" lang="zh-CN" altLang="en-US" sz="1200" b="0" i="0" u="none" strike="noStrike" kern="1200" cap="none" spc="0" normalizeH="0" baseline="0" noProof="1"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t>5</a:t>
            </a:fld>
            <a:endParaRPr kumimoji="1" lang="zh-CN" altLang="en-US" sz="1200" b="0" i="0" u="none" strike="noStrike" kern="1200" cap="none" spc="0" normalizeH="0" baseline="0" noProof="1">
              <a:ln>
                <a:noFill/>
              </a:ln>
              <a:solidFill>
                <a:prstClr val="black"/>
              </a:solidFill>
              <a:effectLst/>
              <a:uLnTx/>
              <a:uFillTx/>
              <a:latin typeface="Arial" panose="020B0604020202020204" pitchFamily="34" charset="0"/>
              <a:ea typeface="微软雅黑 Light" panose="020B0502040204020203" pitchFamily="34" charset="-122"/>
              <a:cs typeface="+mn-cs"/>
            </a:endParaRPr>
          </a:p>
        </p:txBody>
      </p:sp>
    </p:spTree>
    <p:extLst>
      <p:ext uri="{BB962C8B-B14F-4D97-AF65-F5344CB8AC3E}">
        <p14:creationId xmlns:p14="http://schemas.microsoft.com/office/powerpoint/2010/main" val="1194962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B7109-8943-E023-1921-2424DE001A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D4DE66-323A-B64E-AF2F-C486B501FE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29DA49-A46B-3142-95AC-33F9017B260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EE4F4C9-672A-BE8B-6128-6D269E9654D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fld id="{B904E17D-109C-4216-8640-511AD26E5B8C}" type="slidenum">
              <a:rPr kumimoji="1" lang="zh-CN" altLang="en-US" sz="1200" b="0" i="0" u="none" strike="noStrike" kern="1200" cap="none" spc="0" normalizeH="0" baseline="0" noProof="1"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t>7</a:t>
            </a:fld>
            <a:endParaRPr kumimoji="1" lang="zh-CN" altLang="en-US" sz="1200" b="0" i="0" u="none" strike="noStrike" kern="1200" cap="none" spc="0" normalizeH="0" baseline="0" noProof="1">
              <a:ln>
                <a:noFill/>
              </a:ln>
              <a:solidFill>
                <a:prstClr val="black"/>
              </a:solidFill>
              <a:effectLst/>
              <a:uLnTx/>
              <a:uFillTx/>
              <a:latin typeface="Arial" panose="020B0604020202020204" pitchFamily="34" charset="0"/>
              <a:ea typeface="微软雅黑 Light" panose="020B0502040204020203" pitchFamily="34" charset="-122"/>
              <a:cs typeface="+mn-cs"/>
            </a:endParaRPr>
          </a:p>
        </p:txBody>
      </p:sp>
    </p:spTree>
    <p:extLst>
      <p:ext uri="{BB962C8B-B14F-4D97-AF65-F5344CB8AC3E}">
        <p14:creationId xmlns:p14="http://schemas.microsoft.com/office/powerpoint/2010/main" val="1743376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3C046-AB1B-A2C0-5D67-4C4E12DB52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A0A822-0DD2-A2BC-F309-856B7133DA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211E60-6797-023E-582D-CDD7C1E41513}"/>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Now we have 1 best-in-class commercial product and 10 products in clinical trials with ﬁrst/best-in-class potential and over 10 candidate products in development. We have 4 sites in Shanghai, Nanjing and the US.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slide shows our 4 sites. The first one is our starting office which is an R&amp;D Manufacturing Site in Nanjing. The Next is our GMP manufacturing which products lentiviral vectors, and CAR-T cells. This year We have opened our new International R&amp;D Center in Shanghai, with an over 40,000-squar-meter facility. Additionally, our US R&amp;D center locates in Pleasanton, California. We collaborate with SANA, licensed our CD19 CAR molecule to Cabaletta Bio for autoimmune diseases, and partner with Umoja on in vivo CAR-T technology.</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a:extLst>
              <a:ext uri="{FF2B5EF4-FFF2-40B4-BE49-F238E27FC236}">
                <a16:creationId xmlns:a16="http://schemas.microsoft.com/office/drawing/2014/main" id="{B0CCE2AF-96BC-50F7-0509-3A5C8F5CC80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fld id="{B904E17D-109C-4216-8640-511AD26E5B8C}" type="slidenum">
              <a:rPr kumimoji="1" lang="zh-CN" altLang="en-US" sz="1200" b="0" i="0" u="none" strike="noStrike" kern="1200" cap="none" spc="0" normalizeH="0" baseline="0" noProof="1"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t>9</a:t>
            </a:fld>
            <a:endParaRPr kumimoji="1" lang="zh-CN" altLang="en-US" sz="1200" b="0" i="0" u="none" strike="noStrike" kern="1200" cap="none" spc="0" normalizeH="0" baseline="0" noProof="1">
              <a:ln>
                <a:noFill/>
              </a:ln>
              <a:solidFill>
                <a:prstClr val="black"/>
              </a:solidFill>
              <a:effectLst/>
              <a:uLnTx/>
              <a:uFillTx/>
              <a:latin typeface="Arial" panose="020B0604020202020204" pitchFamily="34" charset="0"/>
              <a:ea typeface="微软雅黑 Light" panose="020B0502040204020203" pitchFamily="34" charset="-122"/>
              <a:cs typeface="+mn-cs"/>
            </a:endParaRPr>
          </a:p>
        </p:txBody>
      </p:sp>
    </p:spTree>
    <p:extLst>
      <p:ext uri="{BB962C8B-B14F-4D97-AF65-F5344CB8AC3E}">
        <p14:creationId xmlns:p14="http://schemas.microsoft.com/office/powerpoint/2010/main" val="2849831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200" kern="1200" dirty="0">
                <a:solidFill>
                  <a:schemeClr val="tx1"/>
                </a:solidFill>
                <a:effectLst/>
                <a:latin typeface="+mn-lt"/>
                <a:ea typeface="+mn-ea"/>
                <a:cs typeface="+mn-cs"/>
              </a:rPr>
              <a:t>IASO Bio boasts a robust drug development platform, encompassing early discovery to clinical trials, regulatory approval, and commercialization. We have established the ﬁrst end-to-end fully cycle GMP CAR-T manufacturing facility in China, and the GMP manufacturing site is now in Nanjing. Thus, we have all the certificates and hundreds of patents.</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fld id="{B904E17D-109C-4216-8640-511AD26E5B8C}" type="slidenum">
              <a:rPr kumimoji="1" lang="zh-CN" altLang="en-US" sz="1200" b="0" i="0" u="none" strike="noStrike" kern="1200" cap="none" spc="0" normalizeH="0" baseline="0" noProof="1"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 typeface="Arial" panose="020B0604020202020204" pitchFamily="34" charset="0"/>
                <a:buNone/>
                <a:tabLst/>
                <a:defRPr/>
              </a:pPr>
              <a:t>10</a:t>
            </a:fld>
            <a:endParaRPr kumimoji="1" lang="zh-CN" altLang="en-US" sz="1200" b="0" i="0" u="none" strike="noStrike" kern="1200" cap="none" spc="0" normalizeH="0" baseline="0" noProof="1">
              <a:ln>
                <a:noFill/>
              </a:ln>
              <a:solidFill>
                <a:prstClr val="black"/>
              </a:solidFill>
              <a:effectLst/>
              <a:uLnTx/>
              <a:uFillTx/>
              <a:latin typeface="Arial" panose="020B0604020202020204" pitchFamily="34" charset="0"/>
              <a:ea typeface="微软雅黑 Light" panose="020B0502040204020203" pitchFamily="34" charset="-122"/>
              <a:cs typeface="+mn-cs"/>
            </a:endParaRPr>
          </a:p>
        </p:txBody>
      </p:sp>
    </p:spTree>
    <p:extLst>
      <p:ext uri="{BB962C8B-B14F-4D97-AF65-F5344CB8AC3E}">
        <p14:creationId xmlns:p14="http://schemas.microsoft.com/office/powerpoint/2010/main" val="13187764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xml"/><Relationship Id="rId1" Type="http://schemas.openxmlformats.org/officeDocument/2006/relationships/tags" Target="../tags/tag2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xml"/><Relationship Id="rId1" Type="http://schemas.openxmlformats.org/officeDocument/2006/relationships/tags" Target="../tags/tag27.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xml"/><Relationship Id="rId1" Type="http://schemas.openxmlformats.org/officeDocument/2006/relationships/tags" Target="../tags/tag28.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3.xml"/><Relationship Id="rId1" Type="http://schemas.openxmlformats.org/officeDocument/2006/relationships/tags" Target="../tags/tag36.xml"/><Relationship Id="rId5" Type="http://schemas.openxmlformats.org/officeDocument/2006/relationships/image" Target="../media/image5.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4.xml"/><Relationship Id="rId1" Type="http://schemas.openxmlformats.org/officeDocument/2006/relationships/tags" Target="../tags/tag38.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4.xml"/><Relationship Id="rId1" Type="http://schemas.openxmlformats.org/officeDocument/2006/relationships/tags" Target="../tags/tag39.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4.xml"/><Relationship Id="rId1" Type="http://schemas.openxmlformats.org/officeDocument/2006/relationships/tags" Target="../tags/tag40.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4.xml"/><Relationship Id="rId1" Type="http://schemas.openxmlformats.org/officeDocument/2006/relationships/tags" Target="../tags/tag4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4.xml"/><Relationship Id="rId1" Type="http://schemas.openxmlformats.org/officeDocument/2006/relationships/tags" Target="../tags/tag4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4.xml"/><Relationship Id="rId1" Type="http://schemas.openxmlformats.org/officeDocument/2006/relationships/tags" Target="../tags/tag4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4.xml"/><Relationship Id="rId1" Type="http://schemas.openxmlformats.org/officeDocument/2006/relationships/tags" Target="../tags/tag4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3.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3.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5.xml"/><Relationship Id="rId1" Type="http://schemas.openxmlformats.org/officeDocument/2006/relationships/tags" Target="../tags/tag5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61.xml"/><Relationship Id="rId7" Type="http://schemas.openxmlformats.org/officeDocument/2006/relationships/slideMaster" Target="../slideMasters/slideMaster5.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5.xml"/><Relationship Id="rId1" Type="http://schemas.openxmlformats.org/officeDocument/2006/relationships/tags" Target="../tags/tag6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5.xml"/><Relationship Id="rId1" Type="http://schemas.openxmlformats.org/officeDocument/2006/relationships/tags" Target="../tags/tag6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6.xml"/><Relationship Id="rId1" Type="http://schemas.openxmlformats.org/officeDocument/2006/relationships/tags" Target="../tags/tag68.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6.xml"/><Relationship Id="rId1" Type="http://schemas.openxmlformats.org/officeDocument/2006/relationships/tags" Target="../tags/tag69.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6.xml"/><Relationship Id="rId1" Type="http://schemas.openxmlformats.org/officeDocument/2006/relationships/tags" Target="../tags/tag70.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6.xml"/><Relationship Id="rId1" Type="http://schemas.openxmlformats.org/officeDocument/2006/relationships/tags" Target="../tags/tag71.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6.xml"/><Relationship Id="rId1" Type="http://schemas.openxmlformats.org/officeDocument/2006/relationships/tags" Target="../tags/tag7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6.xml"/><Relationship Id="rId1" Type="http://schemas.openxmlformats.org/officeDocument/2006/relationships/tags" Target="../tags/tag7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6.xml"/><Relationship Id="rId1" Type="http://schemas.openxmlformats.org/officeDocument/2006/relationships/tags" Target="../tags/tag74.xml"/><Relationship Id="rId4" Type="http://schemas.openxmlformats.org/officeDocument/2006/relationships/image" Target="../media/image3.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6.xml"/><Relationship Id="rId1" Type="http://schemas.openxmlformats.org/officeDocument/2006/relationships/tags" Target="../tags/tag7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7.xml"/><Relationship Id="rId1" Type="http://schemas.openxmlformats.org/officeDocument/2006/relationships/tags" Target="../tags/tag77.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7.xml"/><Relationship Id="rId1" Type="http://schemas.openxmlformats.org/officeDocument/2006/relationships/tags" Target="../tags/tag78.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7.xml"/><Relationship Id="rId1" Type="http://schemas.openxmlformats.org/officeDocument/2006/relationships/tags" Target="../tags/tag79.xml"/><Relationship Id="rId5" Type="http://schemas.openxmlformats.org/officeDocument/2006/relationships/image" Target="../media/image15.png"/><Relationship Id="rId4"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7.xml"/><Relationship Id="rId1" Type="http://schemas.openxmlformats.org/officeDocument/2006/relationships/tags" Target="../tags/tag80.xml"/><Relationship Id="rId5" Type="http://schemas.openxmlformats.org/officeDocument/2006/relationships/image" Target="../media/image15.png"/><Relationship Id="rId4" Type="http://schemas.openxmlformats.org/officeDocument/2006/relationships/image" Target="../media/image5.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7.xml"/><Relationship Id="rId1" Type="http://schemas.openxmlformats.org/officeDocument/2006/relationships/tags" Target="../tags/tag81.xml"/><Relationship Id="rId5" Type="http://schemas.openxmlformats.org/officeDocument/2006/relationships/image" Target="../media/image16.png"/><Relationship Id="rId4" Type="http://schemas.openxmlformats.org/officeDocument/2006/relationships/image" Target="../media/image3.emf"/></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8.xml"/><Relationship Id="rId1" Type="http://schemas.openxmlformats.org/officeDocument/2006/relationships/tags" Target="../tags/tag89.xml"/><Relationship Id="rId4" Type="http://schemas.openxmlformats.org/officeDocument/2006/relationships/image" Target="../media/image3.emf"/></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8.xml"/><Relationship Id="rId1" Type="http://schemas.openxmlformats.org/officeDocument/2006/relationships/tags" Target="../tags/tag90.xml"/><Relationship Id="rId4" Type="http://schemas.openxmlformats.org/officeDocument/2006/relationships/image" Target="../media/image3.emf"/></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8.xml"/><Relationship Id="rId1" Type="http://schemas.openxmlformats.org/officeDocument/2006/relationships/tags" Target="../tags/tag9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96.xml"/><Relationship Id="rId7" Type="http://schemas.openxmlformats.org/officeDocument/2006/relationships/slideMaster" Target="../slideMasters/slideMaster8.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8.xml"/><Relationship Id="rId1" Type="http://schemas.openxmlformats.org/officeDocument/2006/relationships/tags" Target="../tags/tag100.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8.xml"/><Relationship Id="rId1" Type="http://schemas.openxmlformats.org/officeDocument/2006/relationships/tags" Target="../tags/tag10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8.xml"/><Relationship Id="rId1" Type="http://schemas.openxmlformats.org/officeDocument/2006/relationships/tags" Target="../tags/tag10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8.xml"/><Relationship Id="rId4" Type="http://schemas.openxmlformats.org/officeDocument/2006/relationships/image" Target="../media/image14.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9.xml"/><Relationship Id="rId1" Type="http://schemas.openxmlformats.org/officeDocument/2006/relationships/tags" Target="../tags/tag111.xml"/><Relationship Id="rId4" Type="http://schemas.openxmlformats.org/officeDocument/2006/relationships/image" Target="../media/image3.emf"/></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9.xml"/><Relationship Id="rId1" Type="http://schemas.openxmlformats.org/officeDocument/2006/relationships/tags" Target="../tags/tag112.xml"/><Relationship Id="rId4" Type="http://schemas.openxmlformats.org/officeDocument/2006/relationships/image" Target="../media/image3.emf"/></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9.xml"/><Relationship Id="rId1" Type="http://schemas.openxmlformats.org/officeDocument/2006/relationships/tags" Target="../tags/tag11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75.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slideMaster" Target="../slideMasters/slideMaster9.xml"/><Relationship Id="rId5" Type="http://schemas.openxmlformats.org/officeDocument/2006/relationships/tags" Target="../tags/tag120.xml"/><Relationship Id="rId4" Type="http://schemas.openxmlformats.org/officeDocument/2006/relationships/tags" Target="../tags/tag119.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9.xml"/><Relationship Id="rId1" Type="http://schemas.openxmlformats.org/officeDocument/2006/relationships/tags" Target="../tags/tag121.xml"/><Relationship Id="rId6" Type="http://schemas.openxmlformats.org/officeDocument/2006/relationships/image" Target="../media/image3.emf"/><Relationship Id="rId5" Type="http://schemas.openxmlformats.org/officeDocument/2006/relationships/image" Target="../media/image20.png"/><Relationship Id="rId4" Type="http://schemas.microsoft.com/office/2007/relationships/hdphoto" Target="../media/hdphoto1.wdp"/></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9.xml"/><Relationship Id="rId1" Type="http://schemas.openxmlformats.org/officeDocument/2006/relationships/tags" Target="../tags/tag12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0.xml"/><Relationship Id="rId1" Type="http://schemas.openxmlformats.org/officeDocument/2006/relationships/tags" Target="../tags/tag124.xml"/><Relationship Id="rId4" Type="http://schemas.openxmlformats.org/officeDocument/2006/relationships/image" Target="../media/image3.emf"/></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0.xml"/><Relationship Id="rId1" Type="http://schemas.openxmlformats.org/officeDocument/2006/relationships/tags" Target="../tags/tag125.xml"/><Relationship Id="rId4" Type="http://schemas.openxmlformats.org/officeDocument/2006/relationships/image" Target="../media/image3.emf"/></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0.xml"/><Relationship Id="rId1" Type="http://schemas.openxmlformats.org/officeDocument/2006/relationships/tags" Target="../tags/tag12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0.xml"/><Relationship Id="rId1" Type="http://schemas.openxmlformats.org/officeDocument/2006/relationships/tags" Target="../tags/tag127.xml"/><Relationship Id="rId4" Type="http://schemas.openxmlformats.org/officeDocument/2006/relationships/image" Target="../media/image3.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0.xml"/><Relationship Id="rId1" Type="http://schemas.openxmlformats.org/officeDocument/2006/relationships/tags" Target="../tags/tag128.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0.xml"/><Relationship Id="rId1" Type="http://schemas.openxmlformats.org/officeDocument/2006/relationships/tags" Target="../tags/tag129.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0.xml"/><Relationship Id="rId1" Type="http://schemas.openxmlformats.org/officeDocument/2006/relationships/tags" Target="../tags/tag130.xml"/><Relationship Id="rId4" Type="http://schemas.openxmlformats.org/officeDocument/2006/relationships/image" Target="../media/image3.emf"/></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1.xml"/><Relationship Id="rId1" Type="http://schemas.openxmlformats.org/officeDocument/2006/relationships/tags" Target="../tags/tag138.xml"/><Relationship Id="rId4" Type="http://schemas.openxmlformats.org/officeDocument/2006/relationships/image" Target="../media/image3.emf"/></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1.xml"/><Relationship Id="rId1" Type="http://schemas.openxmlformats.org/officeDocument/2006/relationships/tags" Target="../tags/tag139.xml"/><Relationship Id="rId4" Type="http://schemas.openxmlformats.org/officeDocument/2006/relationships/image" Target="../media/image3.emf"/></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1.xml"/><Relationship Id="rId1" Type="http://schemas.openxmlformats.org/officeDocument/2006/relationships/tags" Target="../tags/tag140.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94.xml.rels><?xml version="1.0" encoding="UTF-8" standalone="yes"?>
<Relationships xmlns="http://schemas.openxmlformats.org/package/2006/relationships"><Relationship Id="rId3" Type="http://schemas.openxmlformats.org/officeDocument/2006/relationships/tags" Target="../tags/tag145.xml"/><Relationship Id="rId7" Type="http://schemas.openxmlformats.org/officeDocument/2006/relationships/slideMaster" Target="../slideMasters/slideMaster11.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1.xml"/><Relationship Id="rId1" Type="http://schemas.openxmlformats.org/officeDocument/2006/relationships/tags" Target="../tags/tag14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1.xml"/><Relationship Id="rId1" Type="http://schemas.openxmlformats.org/officeDocument/2006/relationships/tags" Target="../tags/tag150.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2.xml"/><Relationship Id="rId1" Type="http://schemas.openxmlformats.org/officeDocument/2006/relationships/tags" Target="../tags/tag152.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2.xml"/><Relationship Id="rId1" Type="http://schemas.openxmlformats.org/officeDocument/2006/relationships/tags" Target="../tags/tag153.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2.xml"/><Relationship Id="rId1" Type="http://schemas.openxmlformats.org/officeDocument/2006/relationships/tags" Target="../tags/tag154.xml"/><Relationship Id="rId5" Type="http://schemas.openxmlformats.org/officeDocument/2006/relationships/image" Target="../media/image15.png"/><Relationship Id="rId4" Type="http://schemas.openxmlformats.org/officeDocument/2006/relationships/image" Target="../media/image5.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2.xml"/><Relationship Id="rId1" Type="http://schemas.openxmlformats.org/officeDocument/2006/relationships/tags" Target="../tags/tag155.xml"/><Relationship Id="rId5" Type="http://schemas.openxmlformats.org/officeDocument/2006/relationships/image" Target="../media/image15.png"/><Relationship Id="rId4" Type="http://schemas.openxmlformats.org/officeDocument/2006/relationships/image" Target="../media/image5.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2.xml"/><Relationship Id="rId1" Type="http://schemas.openxmlformats.org/officeDocument/2006/relationships/tags" Target="../tags/tag156.xml"/><Relationship Id="rId5" Type="http://schemas.openxmlformats.org/officeDocument/2006/relationships/image" Target="../media/image16.png"/><Relationship Id="rId4" Type="http://schemas.openxmlformats.org/officeDocument/2006/relationships/image" Target="../media/image3.emf"/></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Master" Target="../slideMasters/slideMaster1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3.xml"/><Relationship Id="rId1" Type="http://schemas.openxmlformats.org/officeDocument/2006/relationships/tags" Target="../tags/tag158.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3.xml"/><Relationship Id="rId1" Type="http://schemas.openxmlformats.org/officeDocument/2006/relationships/tags" Target="../tags/tag159.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3.xml"/><Relationship Id="rId1" Type="http://schemas.openxmlformats.org/officeDocument/2006/relationships/tags" Target="../tags/tag160.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3.xml"/><Relationship Id="rId1" Type="http://schemas.openxmlformats.org/officeDocument/2006/relationships/tags" Target="../tags/tag16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3.xml"/><Relationship Id="rId1" Type="http://schemas.openxmlformats.org/officeDocument/2006/relationships/tags" Target="../tags/tag162.xml"/><Relationship Id="rId5" Type="http://schemas.openxmlformats.org/officeDocument/2006/relationships/image" Target="../media/image16.png"/><Relationship Id="rId4" Type="http://schemas.openxmlformats.org/officeDocument/2006/relationships/image" Target="../media/image3.emf"/></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Master" Target="../slideMasters/slideMaster1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3.xml"/><Relationship Id="rId1" Type="http://schemas.openxmlformats.org/officeDocument/2006/relationships/tags" Target="../tags/tag163.xml"/><Relationship Id="rId4" Type="http://schemas.openxmlformats.org/officeDocument/2006/relationships/image" Target="../media/image3.emf"/></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3.xml"/><Relationship Id="rId1" Type="http://schemas.openxmlformats.org/officeDocument/2006/relationships/tags" Target="../tags/tag164.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4.xml"/><Relationship Id="rId1" Type="http://schemas.openxmlformats.org/officeDocument/2006/relationships/tags" Target="../tags/tag173.xml"/><Relationship Id="rId4" Type="http://schemas.openxmlformats.org/officeDocument/2006/relationships/image" Target="../media/image3.emf"/></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4.xml"/><Relationship Id="rId1" Type="http://schemas.openxmlformats.org/officeDocument/2006/relationships/tags" Target="../tags/tag174.xml"/><Relationship Id="rId4" Type="http://schemas.openxmlformats.org/officeDocument/2006/relationships/image" Target="../media/image3.emf"/></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4.xml"/><Relationship Id="rId1" Type="http://schemas.openxmlformats.org/officeDocument/2006/relationships/tags" Target="../tags/tag17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116.xml.rels><?xml version="1.0" encoding="UTF-8" standalone="yes"?>
<Relationships xmlns="http://schemas.openxmlformats.org/package/2006/relationships"><Relationship Id="rId3" Type="http://schemas.openxmlformats.org/officeDocument/2006/relationships/tags" Target="../tags/tag180.xml"/><Relationship Id="rId7" Type="http://schemas.openxmlformats.org/officeDocument/2006/relationships/slideMaster" Target="../slideMasters/slideMaster14.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4.xml"/><Relationship Id="rId1" Type="http://schemas.openxmlformats.org/officeDocument/2006/relationships/tags" Target="../tags/tag184.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4.xml"/><Relationship Id="rId1" Type="http://schemas.openxmlformats.org/officeDocument/2006/relationships/tags" Target="../tags/tag18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5.xml"/><Relationship Id="rId1" Type="http://schemas.openxmlformats.org/officeDocument/2006/relationships/tags" Target="../tags/tag187.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5.xml"/><Relationship Id="rId1" Type="http://schemas.openxmlformats.org/officeDocument/2006/relationships/tags" Target="../tags/tag188.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5.xml"/><Relationship Id="rId1" Type="http://schemas.openxmlformats.org/officeDocument/2006/relationships/tags" Target="../tags/tag189.xml"/><Relationship Id="rId5" Type="http://schemas.openxmlformats.org/officeDocument/2006/relationships/image" Target="../media/image15.png"/><Relationship Id="rId4" Type="http://schemas.openxmlformats.org/officeDocument/2006/relationships/image" Target="../media/image5.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5.xml"/><Relationship Id="rId1" Type="http://schemas.openxmlformats.org/officeDocument/2006/relationships/tags" Target="../tags/tag190.xml"/><Relationship Id="rId5" Type="http://schemas.openxmlformats.org/officeDocument/2006/relationships/image" Target="../media/image15.png"/><Relationship Id="rId4" Type="http://schemas.openxmlformats.org/officeDocument/2006/relationships/image" Target="../media/image5.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5.xml"/><Relationship Id="rId1" Type="http://schemas.openxmlformats.org/officeDocument/2006/relationships/tags" Target="../tags/tag191.xml"/><Relationship Id="rId5" Type="http://schemas.openxmlformats.org/officeDocument/2006/relationships/image" Target="../media/image16.png"/><Relationship Id="rId4" Type="http://schemas.openxmlformats.org/officeDocument/2006/relationships/image" Target="../media/image3.emf"/></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Master" Target="../slideMasters/slideMaster15.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5.xml"/><Relationship Id="rId1" Type="http://schemas.openxmlformats.org/officeDocument/2006/relationships/tags" Target="../tags/tag19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6.xml"/><Relationship Id="rId1" Type="http://schemas.openxmlformats.org/officeDocument/2006/relationships/tags" Target="../tags/tag200.xml"/><Relationship Id="rId4" Type="http://schemas.openxmlformats.org/officeDocument/2006/relationships/image" Target="../media/image3.emf"/></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6.xml"/><Relationship Id="rId1" Type="http://schemas.openxmlformats.org/officeDocument/2006/relationships/tags" Target="../tags/tag201.xml"/><Relationship Id="rId4" Type="http://schemas.openxmlformats.org/officeDocument/2006/relationships/image" Target="../media/image3.emf"/></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6.xml"/><Relationship Id="rId1" Type="http://schemas.openxmlformats.org/officeDocument/2006/relationships/tags" Target="../tags/tag20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131.xml.rels><?xml version="1.0" encoding="UTF-8" standalone="yes"?>
<Relationships xmlns="http://schemas.openxmlformats.org/package/2006/relationships"><Relationship Id="rId3" Type="http://schemas.openxmlformats.org/officeDocument/2006/relationships/tags" Target="../tags/tag207.xml"/><Relationship Id="rId7" Type="http://schemas.openxmlformats.org/officeDocument/2006/relationships/slideMaster" Target="../slideMasters/slideMaster16.xml"/><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6.xml"/><Relationship Id="rId1" Type="http://schemas.openxmlformats.org/officeDocument/2006/relationships/tags" Target="../tags/tag2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6.xml"/><Relationship Id="rId1" Type="http://schemas.openxmlformats.org/officeDocument/2006/relationships/tags" Target="../tags/tag21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6.xml"/><Relationship Id="rId1" Type="http://schemas.openxmlformats.org/officeDocument/2006/relationships/tags" Target="../tags/tag21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6.xml"/><Relationship Id="rId1" Type="http://schemas.openxmlformats.org/officeDocument/2006/relationships/tags" Target="../tags/tag214.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6.xml"/><Relationship Id="rId1" Type="http://schemas.openxmlformats.org/officeDocument/2006/relationships/tags" Target="../tags/tag215.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7.xml"/><Relationship Id="rId1" Type="http://schemas.openxmlformats.org/officeDocument/2006/relationships/tags" Target="../tags/tag223.xml"/><Relationship Id="rId4" Type="http://schemas.openxmlformats.org/officeDocument/2006/relationships/image" Target="../media/image3.emf"/></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7.xml"/><Relationship Id="rId1" Type="http://schemas.openxmlformats.org/officeDocument/2006/relationships/tags" Target="../tags/tag224.xml"/><Relationship Id="rId4" Type="http://schemas.openxmlformats.org/officeDocument/2006/relationships/image" Target="../media/image3.emf"/></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7.xml"/><Relationship Id="rId1" Type="http://schemas.openxmlformats.org/officeDocument/2006/relationships/tags" Target="../tags/tag22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227.xml"/><Relationship Id="rId1" Type="http://schemas.openxmlformats.org/officeDocument/2006/relationships/tags" Target="../tags/tag226.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142.xml.rels><?xml version="1.0" encoding="UTF-8" standalone="yes"?>
<Relationships xmlns="http://schemas.openxmlformats.org/package/2006/relationships"><Relationship Id="rId3" Type="http://schemas.openxmlformats.org/officeDocument/2006/relationships/tags" Target="../tags/tag230.xml"/><Relationship Id="rId7" Type="http://schemas.openxmlformats.org/officeDocument/2006/relationships/slideMaster" Target="../slideMasters/slideMaster17.xml"/><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7.xml"/><Relationship Id="rId1" Type="http://schemas.openxmlformats.org/officeDocument/2006/relationships/tags" Target="../tags/tag23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7.xml"/><Relationship Id="rId1" Type="http://schemas.openxmlformats.org/officeDocument/2006/relationships/tags" Target="../tags/tag23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7.xml"/><Relationship Id="rId1" Type="http://schemas.openxmlformats.org/officeDocument/2006/relationships/tags" Target="../tags/tag23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7.xml"/><Relationship Id="rId1" Type="http://schemas.openxmlformats.org/officeDocument/2006/relationships/tags" Target="../tags/tag237.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7.xml"/><Relationship Id="rId1" Type="http://schemas.openxmlformats.org/officeDocument/2006/relationships/tags" Target="../tags/tag238.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8.xml"/><Relationship Id="rId1" Type="http://schemas.openxmlformats.org/officeDocument/2006/relationships/tags" Target="../tags/tag247.xml"/><Relationship Id="rId4" Type="http://schemas.openxmlformats.org/officeDocument/2006/relationships/image" Target="../media/image3.emf"/></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8.xml"/><Relationship Id="rId1" Type="http://schemas.openxmlformats.org/officeDocument/2006/relationships/tags" Target="../tags/tag248.xml"/><Relationship Id="rId4" Type="http://schemas.openxmlformats.org/officeDocument/2006/relationships/image" Target="../media/image3.emf"/></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8.xml"/><Relationship Id="rId1" Type="http://schemas.openxmlformats.org/officeDocument/2006/relationships/tags" Target="../tags/tag249.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18.xml"/><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153.xml.rels><?xml version="1.0" encoding="UTF-8" standalone="yes"?>
<Relationships xmlns="http://schemas.openxmlformats.org/package/2006/relationships"><Relationship Id="rId3" Type="http://schemas.openxmlformats.org/officeDocument/2006/relationships/tags" Target="../tags/tag254.xml"/><Relationship Id="rId7" Type="http://schemas.openxmlformats.org/officeDocument/2006/relationships/slideMaster" Target="../slideMasters/slideMaster18.xml"/><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8.xml"/><Relationship Id="rId1" Type="http://schemas.openxmlformats.org/officeDocument/2006/relationships/tags" Target="../tags/tag258.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8.xml"/><Relationship Id="rId1" Type="http://schemas.openxmlformats.org/officeDocument/2006/relationships/tags" Target="../tags/tag259.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8.xml"/><Relationship Id="rId1" Type="http://schemas.openxmlformats.org/officeDocument/2006/relationships/tags" Target="../tags/tag260.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8.xml"/><Relationship Id="rId1" Type="http://schemas.openxmlformats.org/officeDocument/2006/relationships/tags" Target="../tags/tag26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9.xml"/><Relationship Id="rId1" Type="http://schemas.openxmlformats.org/officeDocument/2006/relationships/tags" Target="../tags/tag263.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9.xml"/><Relationship Id="rId1" Type="http://schemas.openxmlformats.org/officeDocument/2006/relationships/tags" Target="../tags/tag264.xml"/><Relationship Id="rId5" Type="http://schemas.openxmlformats.org/officeDocument/2006/relationships/image" Target="../media/image15.png"/><Relationship Id="rId4" Type="http://schemas.openxmlformats.org/officeDocument/2006/relationships/image" Target="../media/image3.emf"/></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9.xml"/><Relationship Id="rId1" Type="http://schemas.openxmlformats.org/officeDocument/2006/relationships/tags" Target="../tags/tag26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9.xml"/><Relationship Id="rId1" Type="http://schemas.openxmlformats.org/officeDocument/2006/relationships/tags" Target="../tags/tag26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9.xml"/><Relationship Id="rId1" Type="http://schemas.openxmlformats.org/officeDocument/2006/relationships/tags" Target="../tags/tag267.xml"/><Relationship Id="rId5" Type="http://schemas.openxmlformats.org/officeDocument/2006/relationships/image" Target="../media/image16.png"/><Relationship Id="rId4" Type="http://schemas.openxmlformats.org/officeDocument/2006/relationships/image" Target="../media/image3.emf"/></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0.xml"/><Relationship Id="rId1" Type="http://schemas.openxmlformats.org/officeDocument/2006/relationships/tags" Target="../tags/tag276.xml"/><Relationship Id="rId4" Type="http://schemas.openxmlformats.org/officeDocument/2006/relationships/image" Target="../media/image3.emf"/></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20.xml"/><Relationship Id="rId1" Type="http://schemas.openxmlformats.org/officeDocument/2006/relationships/tags" Target="../tags/tag277.xml"/><Relationship Id="rId4" Type="http://schemas.openxmlformats.org/officeDocument/2006/relationships/image" Target="../media/image3.emf"/></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0.xml"/><Relationship Id="rId1" Type="http://schemas.openxmlformats.org/officeDocument/2006/relationships/tags" Target="../tags/tag278.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20.xml"/><Relationship Id="rId2" Type="http://schemas.openxmlformats.org/officeDocument/2006/relationships/tags" Target="../tags/tag280.xml"/><Relationship Id="rId1" Type="http://schemas.openxmlformats.org/officeDocument/2006/relationships/tags" Target="../tags/tag279.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168.xml.rels><?xml version="1.0" encoding="UTF-8" standalone="yes"?>
<Relationships xmlns="http://schemas.openxmlformats.org/package/2006/relationships"><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 Id="rId6" Type="http://schemas.openxmlformats.org/officeDocument/2006/relationships/slideMaster" Target="../slideMasters/slideMaster20.xml"/><Relationship Id="rId5" Type="http://schemas.openxmlformats.org/officeDocument/2006/relationships/tags" Target="../tags/tag285.xml"/><Relationship Id="rId4" Type="http://schemas.openxmlformats.org/officeDocument/2006/relationships/tags" Target="../tags/tag28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20.xml"/><Relationship Id="rId1" Type="http://schemas.openxmlformats.org/officeDocument/2006/relationships/tags" Target="../tags/tag286.xml"/><Relationship Id="rId6" Type="http://schemas.openxmlformats.org/officeDocument/2006/relationships/image" Target="../media/image3.emf"/><Relationship Id="rId5" Type="http://schemas.openxmlformats.org/officeDocument/2006/relationships/image" Target="../media/image20.png"/><Relationship Id="rId4" Type="http://schemas.microsoft.com/office/2007/relationships/hdphoto" Target="../media/hdphoto1.wdp"/></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1.xml"/><Relationship Id="rId1" Type="http://schemas.openxmlformats.org/officeDocument/2006/relationships/tags" Target="../tags/tag287.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2.xml"/><Relationship Id="rId1" Type="http://schemas.openxmlformats.org/officeDocument/2006/relationships/tags" Target="../tags/tag29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22.xml"/><Relationship Id="rId2" Type="http://schemas.openxmlformats.org/officeDocument/2006/relationships/tags" Target="../tags/tag298.xml"/><Relationship Id="rId1" Type="http://schemas.openxmlformats.org/officeDocument/2006/relationships/tags" Target="../tags/tag297.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7.jpeg"/></Relationships>
</file>

<file path=ppt/slideLayouts/_rels/slideLayout185.xml.rels><?xml version="1.0" encoding="UTF-8" standalone="yes"?>
<Relationships xmlns="http://schemas.openxmlformats.org/package/2006/relationships"><Relationship Id="rId3" Type="http://schemas.openxmlformats.org/officeDocument/2006/relationships/tags" Target="../tags/tag301.xml"/><Relationship Id="rId7" Type="http://schemas.openxmlformats.org/officeDocument/2006/relationships/slideMaster" Target="../slideMasters/slideMaster22.xml"/><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tags" Target="../tags/tag304.xml"/><Relationship Id="rId5" Type="http://schemas.openxmlformats.org/officeDocument/2006/relationships/tags" Target="../tags/tag303.xml"/><Relationship Id="rId4" Type="http://schemas.openxmlformats.org/officeDocument/2006/relationships/tags" Target="../tags/tag30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2.xml"/><Relationship Id="rId1" Type="http://schemas.openxmlformats.org/officeDocument/2006/relationships/tags" Target="../tags/tag305.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Master" Target="../slideMasters/slideMaster23.xml"/><Relationship Id="rId1" Type="http://schemas.openxmlformats.org/officeDocument/2006/relationships/tags" Target="../tags/tag308.xml"/><Relationship Id="rId4" Type="http://schemas.openxmlformats.org/officeDocument/2006/relationships/image" Target="../media/image23.jpe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4.jpeg"/><Relationship Id="rId1" Type="http://schemas.openxmlformats.org/officeDocument/2006/relationships/slideMaster" Target="../slideMasters/slideMaster23.xml"/></Relationships>
</file>

<file path=ppt/slideLayouts/_rels/slideLayout190.xml.rels><?xml version="1.0" encoding="UTF-8" standalone="yes"?>
<Relationships xmlns="http://schemas.openxmlformats.org/package/2006/relationships"><Relationship Id="rId2" Type="http://schemas.openxmlformats.org/officeDocument/2006/relationships/slideMaster" Target="../slideMasters/slideMaster23.xml"/><Relationship Id="rId1" Type="http://schemas.openxmlformats.org/officeDocument/2006/relationships/tags" Target="../tags/tag309.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Master" Target="../slideMasters/slideMaster23.xml"/><Relationship Id="rId1" Type="http://schemas.openxmlformats.org/officeDocument/2006/relationships/tags" Target="../tags/tag310.xml"/><Relationship Id="rId4" Type="http://schemas.openxmlformats.org/officeDocument/2006/relationships/image" Target="../media/image23.jpeg"/></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Master" Target="../slideMasters/slideMaster23.xml"/><Relationship Id="rId1" Type="http://schemas.openxmlformats.org/officeDocument/2006/relationships/tags" Target="../tags/tag311.xml"/><Relationship Id="rId4" Type="http://schemas.openxmlformats.org/officeDocument/2006/relationships/image" Target="../media/image23.jpeg"/></Relationships>
</file>

<file path=ppt/slideLayouts/_rels/slideLayout193.xml.rels><?xml version="1.0" encoding="UTF-8" standalone="yes"?>
<Relationships xmlns="http://schemas.openxmlformats.org/package/2006/relationships"><Relationship Id="rId2" Type="http://schemas.openxmlformats.org/officeDocument/2006/relationships/slideMaster" Target="../slideMasters/slideMaster23.xml"/><Relationship Id="rId1" Type="http://schemas.openxmlformats.org/officeDocument/2006/relationships/tags" Target="../tags/tag31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97.xml.rels><?xml version="1.0" encoding="UTF-8" standalone="yes"?>
<Relationships xmlns="http://schemas.openxmlformats.org/package/2006/relationships"><Relationship Id="rId2" Type="http://schemas.openxmlformats.org/officeDocument/2006/relationships/slideMaster" Target="../slideMasters/slideMaster23.xml"/><Relationship Id="rId1" Type="http://schemas.openxmlformats.org/officeDocument/2006/relationships/tags" Target="../tags/tag313.xml"/></Relationships>
</file>

<file path=ppt/slideLayouts/_rels/slideLayout198.xml.rels><?xml version="1.0" encoding="UTF-8" standalone="yes"?>
<Relationships xmlns="http://schemas.openxmlformats.org/package/2006/relationships"><Relationship Id="rId2" Type="http://schemas.openxmlformats.org/officeDocument/2006/relationships/slideMaster" Target="../slideMasters/slideMaster23.xml"/><Relationship Id="rId1" Type="http://schemas.openxmlformats.org/officeDocument/2006/relationships/tags" Target="../tags/tag314.xml"/></Relationships>
</file>

<file path=ppt/slideLayouts/_rels/slideLayout199.xml.rels><?xml version="1.0" encoding="UTF-8" standalone="yes"?>
<Relationships xmlns="http://schemas.openxmlformats.org/package/2006/relationships"><Relationship Id="rId2" Type="http://schemas.openxmlformats.org/officeDocument/2006/relationships/slideMaster" Target="../slideMasters/slideMaster23.xml"/><Relationship Id="rId1" Type="http://schemas.openxmlformats.org/officeDocument/2006/relationships/tags" Target="../tags/tag315.xml"/></Relationships>
</file>

<file path=ppt/slideLayouts/_rels/slideLayout200.xml.rels><?xml version="1.0" encoding="UTF-8" standalone="yes"?>
<Relationships xmlns="http://schemas.openxmlformats.org/package/2006/relationships"><Relationship Id="rId2" Type="http://schemas.openxmlformats.org/officeDocument/2006/relationships/slideMaster" Target="../slideMasters/slideMaster23.xml"/><Relationship Id="rId1" Type="http://schemas.openxmlformats.org/officeDocument/2006/relationships/tags" Target="../tags/tag316.xml"/></Relationships>
</file>

<file path=ppt/slideLayouts/_rels/slideLayout201.xml.rels><?xml version="1.0" encoding="UTF-8" standalone="yes"?>
<Relationships xmlns="http://schemas.openxmlformats.org/package/2006/relationships"><Relationship Id="rId2" Type="http://schemas.openxmlformats.org/officeDocument/2006/relationships/slideMaster" Target="../slideMasters/slideMaster23.xml"/><Relationship Id="rId1" Type="http://schemas.openxmlformats.org/officeDocument/2006/relationships/tags" Target="../tags/tag317.xml"/></Relationships>
</file>

<file path=ppt/slideLayouts/_rels/slideLayout202.xml.rels><?xml version="1.0" encoding="UTF-8" standalone="yes"?>
<Relationships xmlns="http://schemas.openxmlformats.org/package/2006/relationships"><Relationship Id="rId2" Type="http://schemas.openxmlformats.org/officeDocument/2006/relationships/slideMaster" Target="../slideMasters/slideMaster23.xml"/><Relationship Id="rId1" Type="http://schemas.openxmlformats.org/officeDocument/2006/relationships/tags" Target="../tags/tag318.xml"/></Relationships>
</file>

<file path=ppt/slideLayouts/_rels/slideLayout203.xml.rels><?xml version="1.0" encoding="UTF-8" standalone="yes"?>
<Relationships xmlns="http://schemas.openxmlformats.org/package/2006/relationships"><Relationship Id="rId2" Type="http://schemas.openxmlformats.org/officeDocument/2006/relationships/slideMaster" Target="../slideMasters/slideMaster23.xml"/><Relationship Id="rId1" Type="http://schemas.openxmlformats.org/officeDocument/2006/relationships/tags" Target="../tags/tag3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10.xml.rels><?xml version="1.0" encoding="UTF-8" standalone="yes"?>
<Relationships xmlns="http://schemas.openxmlformats.org/package/2006/relationships"><Relationship Id="rId13" Type="http://schemas.openxmlformats.org/officeDocument/2006/relationships/tags" Target="../tags/tag332.xml"/><Relationship Id="rId18" Type="http://schemas.openxmlformats.org/officeDocument/2006/relationships/tags" Target="../tags/tag337.xml"/><Relationship Id="rId26" Type="http://schemas.openxmlformats.org/officeDocument/2006/relationships/tags" Target="../tags/tag345.xml"/><Relationship Id="rId39" Type="http://schemas.openxmlformats.org/officeDocument/2006/relationships/slideMaster" Target="../slideMasters/slideMaster23.xml"/><Relationship Id="rId21" Type="http://schemas.openxmlformats.org/officeDocument/2006/relationships/tags" Target="../tags/tag340.xml"/><Relationship Id="rId34" Type="http://schemas.openxmlformats.org/officeDocument/2006/relationships/tags" Target="../tags/tag353.xml"/><Relationship Id="rId7" Type="http://schemas.openxmlformats.org/officeDocument/2006/relationships/tags" Target="../tags/tag326.xml"/><Relationship Id="rId12" Type="http://schemas.openxmlformats.org/officeDocument/2006/relationships/tags" Target="../tags/tag331.xml"/><Relationship Id="rId17" Type="http://schemas.openxmlformats.org/officeDocument/2006/relationships/tags" Target="../tags/tag336.xml"/><Relationship Id="rId25" Type="http://schemas.openxmlformats.org/officeDocument/2006/relationships/tags" Target="../tags/tag344.xml"/><Relationship Id="rId33" Type="http://schemas.openxmlformats.org/officeDocument/2006/relationships/tags" Target="../tags/tag352.xml"/><Relationship Id="rId38" Type="http://schemas.openxmlformats.org/officeDocument/2006/relationships/tags" Target="../tags/tag357.xml"/><Relationship Id="rId2" Type="http://schemas.openxmlformats.org/officeDocument/2006/relationships/tags" Target="../tags/tag321.xml"/><Relationship Id="rId16" Type="http://schemas.openxmlformats.org/officeDocument/2006/relationships/tags" Target="../tags/tag335.xml"/><Relationship Id="rId20" Type="http://schemas.openxmlformats.org/officeDocument/2006/relationships/tags" Target="../tags/tag339.xml"/><Relationship Id="rId29" Type="http://schemas.openxmlformats.org/officeDocument/2006/relationships/tags" Target="../tags/tag348.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tags" Target="../tags/tag330.xml"/><Relationship Id="rId24" Type="http://schemas.openxmlformats.org/officeDocument/2006/relationships/tags" Target="../tags/tag343.xml"/><Relationship Id="rId32" Type="http://schemas.openxmlformats.org/officeDocument/2006/relationships/tags" Target="../tags/tag351.xml"/><Relationship Id="rId37" Type="http://schemas.openxmlformats.org/officeDocument/2006/relationships/tags" Target="../tags/tag356.xml"/><Relationship Id="rId40" Type="http://schemas.openxmlformats.org/officeDocument/2006/relationships/image" Target="../media/image27.png"/><Relationship Id="rId5" Type="http://schemas.openxmlformats.org/officeDocument/2006/relationships/tags" Target="../tags/tag324.xml"/><Relationship Id="rId15" Type="http://schemas.openxmlformats.org/officeDocument/2006/relationships/tags" Target="../tags/tag334.xml"/><Relationship Id="rId23" Type="http://schemas.openxmlformats.org/officeDocument/2006/relationships/tags" Target="../tags/tag342.xml"/><Relationship Id="rId28" Type="http://schemas.openxmlformats.org/officeDocument/2006/relationships/tags" Target="../tags/tag347.xml"/><Relationship Id="rId36" Type="http://schemas.openxmlformats.org/officeDocument/2006/relationships/tags" Target="../tags/tag355.xml"/><Relationship Id="rId10" Type="http://schemas.openxmlformats.org/officeDocument/2006/relationships/tags" Target="../tags/tag329.xml"/><Relationship Id="rId19" Type="http://schemas.openxmlformats.org/officeDocument/2006/relationships/tags" Target="../tags/tag338.xml"/><Relationship Id="rId31" Type="http://schemas.openxmlformats.org/officeDocument/2006/relationships/tags" Target="../tags/tag350.xml"/><Relationship Id="rId4" Type="http://schemas.openxmlformats.org/officeDocument/2006/relationships/tags" Target="../tags/tag323.xml"/><Relationship Id="rId9" Type="http://schemas.openxmlformats.org/officeDocument/2006/relationships/tags" Target="../tags/tag328.xml"/><Relationship Id="rId14" Type="http://schemas.openxmlformats.org/officeDocument/2006/relationships/tags" Target="../tags/tag333.xml"/><Relationship Id="rId22" Type="http://schemas.openxmlformats.org/officeDocument/2006/relationships/tags" Target="../tags/tag341.xml"/><Relationship Id="rId27" Type="http://schemas.openxmlformats.org/officeDocument/2006/relationships/tags" Target="../tags/tag346.xml"/><Relationship Id="rId30" Type="http://schemas.openxmlformats.org/officeDocument/2006/relationships/tags" Target="../tags/tag349.xml"/><Relationship Id="rId35" Type="http://schemas.openxmlformats.org/officeDocument/2006/relationships/tags" Target="../tags/tag354.xml"/><Relationship Id="rId8" Type="http://schemas.openxmlformats.org/officeDocument/2006/relationships/tags" Target="../tags/tag327.xml"/><Relationship Id="rId3" Type="http://schemas.openxmlformats.org/officeDocument/2006/relationships/tags" Target="../tags/tag32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2026/2/12</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pic>
        <p:nvPicPr>
          <p:cNvPr id="7" name="图片 6"/>
          <p:cNvPicPr>
            <a:picLocks noChangeAspect="1"/>
          </p:cNvPicPr>
          <p:nvPr userDrawn="1">
            <p:custDataLst>
              <p:tags r:id="rId1"/>
            </p:custDataLst>
          </p:nvPr>
        </p:nvPicPr>
        <p:blipFill>
          <a:blip r:embed="rId3"/>
          <a:stretch>
            <a:fillRect/>
          </a:stretch>
        </p:blipFill>
        <p:spPr>
          <a:xfrm>
            <a:off x="79375" y="6503035"/>
            <a:ext cx="2501900" cy="3048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Obj" preserve="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0" name="Content Placeholder 2"/>
          <p:cNvSpPr>
            <a:spLocks noGrp="1"/>
          </p:cNvSpPr>
          <p:nvPr>
            <p:ph idx="1"/>
          </p:nvPr>
        </p:nvSpPr>
        <p:spPr>
          <a:xfrm>
            <a:off x="2923540" y="4194175"/>
            <a:ext cx="3750945" cy="1795145"/>
          </a:xfrm>
        </p:spPr>
        <p:txBody>
          <a:bodyPr/>
          <a:lstStyle>
            <a:lvl1pPr>
              <a:defRPr sz="14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6" name="Content Placeholder 2"/>
          <p:cNvSpPr>
            <a:spLocks noGrp="1"/>
          </p:cNvSpPr>
          <p:nvPr>
            <p:ph idx="14"/>
          </p:nvPr>
        </p:nvSpPr>
        <p:spPr>
          <a:xfrm>
            <a:off x="2620010" y="2769870"/>
            <a:ext cx="10265410" cy="868045"/>
          </a:xfrm>
          <a:effectLst>
            <a:outerShdw blurRad="50800" dist="38100" dir="2700000" algn="tl" rotWithShape="0">
              <a:srgbClr val="0089CE">
                <a:alpha val="40000"/>
              </a:srgbClr>
            </a:outerShdw>
          </a:effectLst>
        </p:spPr>
        <p:txBody>
          <a:bodyPr/>
          <a:lstStyle>
            <a:lvl1pPr algn="l">
              <a:defRPr sz="5500" b="1">
                <a:solidFill>
                  <a:schemeClr val="bg1"/>
                </a:solidFill>
                <a:latin typeface="Source Han Sans CN Bold" panose="020B0200000000000000" charset="-122"/>
                <a:ea typeface="Source Han Sans CN Bold"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10"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2" name="图片 1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标题和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t>2026/2/12</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3" name="文本占位符 2"/>
          <p:cNvSpPr>
            <a:spLocks noGrp="1"/>
          </p:cNvSpPr>
          <p:nvPr>
            <p:ph type="body" sz="quarter" idx="10"/>
          </p:nvPr>
        </p:nvSpPr>
        <p:spPr>
          <a:xfrm>
            <a:off x="914399" y="1257300"/>
            <a:ext cx="6067425" cy="914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6"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9" name="图片 8"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5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8" descr="资源 2"/>
          <p:cNvPicPr>
            <a:picLocks noChangeAspect="1" noChangeArrowheads="1"/>
          </p:cNvPicPr>
          <p:nvPr userDrawn="1"/>
        </p:nvPicPr>
        <p:blipFill rotWithShape="1">
          <a:blip r:embed="rId5" cstate="print"/>
          <a:srcRect b="13940"/>
          <a:stretch>
            <a:fillRect/>
          </a:stretch>
        </p:blipFill>
        <p:spPr bwMode="auto">
          <a:xfrm>
            <a:off x="8756650" y="65088"/>
            <a:ext cx="650875" cy="38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0" y="99695"/>
            <a:ext cx="3692525" cy="521970"/>
          </a:xfrm>
        </p:spPr>
        <p:txBody>
          <a:bodyPr/>
          <a:lstStyle>
            <a:lvl1pPr>
              <a:defRPr sz="2000" baseline="0">
                <a:solidFill>
                  <a:schemeClr val="bg1"/>
                </a:solidFill>
                <a:latin typeface="Calibri" panose="020F0502020204030204" pitchFamily="34" charset="0"/>
                <a:ea typeface="Source Han Sans CN Medium" panose="020B0200000000000000" charset="-122"/>
              </a:defRPr>
            </a:lvl1pPr>
          </a:lstStyle>
          <a:p>
            <a:r>
              <a:rPr lang="zh-CN" altLang="en-US" noProof="1"/>
              <a:t>单击此处编辑母版标题样式</a:t>
            </a:r>
            <a:endParaRPr 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pic>
        <p:nvPicPr>
          <p:cNvPr id="2" name="图片 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10" name="图片 9" descr="驯鹿医疗logo纯LOGO 白底字母"/>
          <p:cNvPicPr>
            <a:picLocks noChangeAspect="1"/>
          </p:cNvPicPr>
          <p:nvPr userDrawn="1"/>
        </p:nvPicPr>
        <p:blipFill>
          <a:blip r:embed="rId4"/>
          <a:stretch>
            <a:fillRect/>
          </a:stretch>
        </p:blipFill>
        <p:spPr>
          <a:xfrm>
            <a:off x="9031605" y="-34925"/>
            <a:ext cx="982980" cy="770890"/>
          </a:xfrm>
          <a:prstGeom prst="rect">
            <a:avLst/>
          </a:prstGeom>
        </p:spPr>
      </p:pic>
      <p:pic>
        <p:nvPicPr>
          <p:cNvPr id="2" name="图片 7" descr="资源 12"/>
          <p:cNvPicPr>
            <a:picLocks noChangeAspect="1" noChangeArrowheads="1"/>
          </p:cNvPicPr>
          <p:nvPr userDrawn="1"/>
        </p:nvPicPr>
        <p:blipFill>
          <a:blip r:embed="rId5"/>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6" name="图片 5" descr="驯鹿医疗logo纯LOGO 白底字母"/>
          <p:cNvPicPr>
            <a:picLocks noChangeAspect="1"/>
          </p:cNvPicPr>
          <p:nvPr userDrawn="1"/>
        </p:nvPicPr>
        <p:blipFill>
          <a:blip r:embed="rId4"/>
          <a:stretch>
            <a:fillRect/>
          </a:stretch>
        </p:blipFill>
        <p:spPr>
          <a:xfrm>
            <a:off x="8942705" y="-34925"/>
            <a:ext cx="982980" cy="77089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Obj" preserve="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0" name="Content Placeholder 2"/>
          <p:cNvSpPr>
            <a:spLocks noGrp="1"/>
          </p:cNvSpPr>
          <p:nvPr>
            <p:ph idx="1"/>
          </p:nvPr>
        </p:nvSpPr>
        <p:spPr>
          <a:xfrm>
            <a:off x="2923540" y="4194175"/>
            <a:ext cx="3750945" cy="1795145"/>
          </a:xfrm>
        </p:spPr>
        <p:txBody>
          <a:bodyPr/>
          <a:lstStyle>
            <a:lvl1pPr>
              <a:defRPr sz="14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6" name="Content Placeholder 2"/>
          <p:cNvSpPr>
            <a:spLocks noGrp="1"/>
          </p:cNvSpPr>
          <p:nvPr>
            <p:ph idx="14"/>
          </p:nvPr>
        </p:nvSpPr>
        <p:spPr>
          <a:xfrm>
            <a:off x="2620010" y="2769870"/>
            <a:ext cx="10265410" cy="868045"/>
          </a:xfrm>
          <a:effectLst>
            <a:outerShdw blurRad="50800" dist="38100" dir="2700000" algn="tl" rotWithShape="0">
              <a:srgbClr val="0089CE">
                <a:alpha val="40000"/>
              </a:srgbClr>
            </a:outerShdw>
          </a:effectLst>
        </p:spPr>
        <p:txBody>
          <a:bodyPr/>
          <a:lstStyle>
            <a:lvl1pPr algn="l">
              <a:defRPr sz="5500" b="1">
                <a:solidFill>
                  <a:schemeClr val="bg1"/>
                </a:solidFill>
                <a:latin typeface="Source Han Sans CN Bold" panose="020B0200000000000000" charset="-122"/>
                <a:ea typeface="Source Han Sans CN Bold"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10"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2" name="图片 1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 preserve="1">
  <p:cSld name="标题和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t>2026/2/12</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3" name="文本占位符 2"/>
          <p:cNvSpPr>
            <a:spLocks noGrp="1"/>
          </p:cNvSpPr>
          <p:nvPr>
            <p:ph type="body" sz="quarter" idx="10"/>
          </p:nvPr>
        </p:nvSpPr>
        <p:spPr>
          <a:xfrm>
            <a:off x="914399" y="1257300"/>
            <a:ext cx="6067425" cy="914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6"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9" name="图片 8"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2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8"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1" name="图片 10"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Obj">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06A2C73-C66F-492C-BC96-E16B05DCE211}" type="datetimeFigureOut">
              <a:rPr lang="zh-CN" altLang="en-US" smtClean="0"/>
              <a:t>2026/2/12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81DC90-E919-44E7-8B69-C1BC258F896C}"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cSld name="4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3692525" cy="52197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sp>
        <p:nvSpPr>
          <p:cNvPr id="6" name="Text Placeholder 4"/>
          <p:cNvSpPr>
            <a:spLocks noGrp="1"/>
          </p:cNvSpPr>
          <p:nvPr>
            <p:ph type="body" sz="quarter" idx="3"/>
          </p:nvPr>
        </p:nvSpPr>
        <p:spPr>
          <a:xfrm>
            <a:off x="4023360" y="99695"/>
            <a:ext cx="4754880" cy="521970"/>
          </a:xfr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Source Han Sans CN Normal" panose="020B0400000000000000" pitchFamily="34" charset="-122"/>
                <a:ea typeface="Source Han Sans CN Normal" panose="020B0400000000000000" pitchFamily="34" charset="-122"/>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pic>
        <p:nvPicPr>
          <p:cNvPr id="2" name="图片 1" descr="驯鹿医疗logo纯LOGO 白底字母"/>
          <p:cNvPicPr>
            <a:picLocks noChangeAspect="1"/>
          </p:cNvPicPr>
          <p:nvPr userDrawn="1"/>
        </p:nvPicPr>
        <p:blipFill>
          <a:blip r:embed="rId5"/>
          <a:stretch>
            <a:fillRect/>
          </a:stretch>
        </p:blipFill>
        <p:spPr>
          <a:xfrm>
            <a:off x="8778240" y="-34925"/>
            <a:ext cx="982980" cy="770890"/>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2026/2/12</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pic>
        <p:nvPicPr>
          <p:cNvPr id="7" name="图片 6"/>
          <p:cNvPicPr>
            <a:picLocks noChangeAspect="1"/>
          </p:cNvPicPr>
          <p:nvPr userDrawn="1">
            <p:custDataLst>
              <p:tags r:id="rId1"/>
            </p:custDataLst>
          </p:nvPr>
        </p:nvPicPr>
        <p:blipFill>
          <a:blip r:embed="rId3"/>
          <a:stretch>
            <a:fillRect/>
          </a:stretch>
        </p:blipFill>
        <p:spPr>
          <a:xfrm>
            <a:off x="79375" y="6503035"/>
            <a:ext cx="2501900" cy="304800"/>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3"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9" name="图片 8"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06A2C73-C66F-492C-BC96-E16B05DCE211}" type="datetimeFigureOut">
              <a:rPr lang="zh-CN" altLang="en-US" smtClean="0"/>
              <a:t>2026/2/12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81DC90-E919-44E7-8B69-C1BC258F896C}"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186" y="625"/>
            <a:ext cx="12189631" cy="685675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604" y="210819"/>
            <a:ext cx="2263653" cy="393600"/>
          </a:xfrm>
          <a:prstGeom prst="rect">
            <a:avLst/>
          </a:prstGeom>
        </p:spPr>
      </p:pic>
      <p:pic>
        <p:nvPicPr>
          <p:cNvPr id="8" name="图片 7" descr="徽标&#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095856" y="123824"/>
            <a:ext cx="779291" cy="754527"/>
          </a:xfrm>
          <a:prstGeom prst="rect">
            <a:avLst/>
          </a:prstGeom>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woObj" preserve="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0" name="Content Placeholder 2"/>
          <p:cNvSpPr>
            <a:spLocks noGrp="1"/>
          </p:cNvSpPr>
          <p:nvPr>
            <p:ph idx="1"/>
          </p:nvPr>
        </p:nvSpPr>
        <p:spPr>
          <a:xfrm>
            <a:off x="2923540" y="4194175"/>
            <a:ext cx="3750945" cy="1795145"/>
          </a:xfrm>
        </p:spPr>
        <p:txBody>
          <a:bodyPr/>
          <a:lstStyle>
            <a:lvl1pPr>
              <a:defRPr sz="14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6" name="Content Placeholder 2"/>
          <p:cNvSpPr>
            <a:spLocks noGrp="1"/>
          </p:cNvSpPr>
          <p:nvPr>
            <p:ph idx="14"/>
          </p:nvPr>
        </p:nvSpPr>
        <p:spPr>
          <a:xfrm>
            <a:off x="2620010" y="2769870"/>
            <a:ext cx="10265410" cy="868045"/>
          </a:xfrm>
          <a:effectLst>
            <a:outerShdw blurRad="50800" dist="38100" dir="2700000" algn="tl" rotWithShape="0">
              <a:srgbClr val="0089CE">
                <a:alpha val="40000"/>
              </a:srgbClr>
            </a:outerShdw>
          </a:effectLst>
        </p:spPr>
        <p:txBody>
          <a:bodyPr/>
          <a:lstStyle>
            <a:lvl1pPr algn="l">
              <a:defRPr sz="5500" b="1">
                <a:solidFill>
                  <a:schemeClr val="bg1"/>
                </a:solidFill>
                <a:latin typeface="Source Han Sans CN Bold" panose="020B0200000000000000" charset="-122"/>
                <a:ea typeface="Source Han Sans CN Bold"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obj" preserve="1">
  <p:cSld name="标题和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t>2026/2/12</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3" name="文本占位符 2"/>
          <p:cNvSpPr>
            <a:spLocks noGrp="1"/>
          </p:cNvSpPr>
          <p:nvPr>
            <p:ph type="body" sz="quarter" idx="10"/>
          </p:nvPr>
        </p:nvSpPr>
        <p:spPr>
          <a:xfrm>
            <a:off x="914399" y="1257300"/>
            <a:ext cx="6067425" cy="914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6"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9" name="图片 8"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2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8"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1" name="图片 10"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Obj">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06A2C73-C66F-492C-BC96-E16B05DCE211}" type="datetimeFigureOut">
              <a:rPr lang="zh-CN" altLang="en-US" smtClean="0"/>
              <a:t>2026/2/12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81DC90-E919-44E7-8B69-C1BC258F896C}" type="slidenum">
              <a:rPr lang="zh-CN" altLang="en-US" smtClean="0"/>
              <a:t>‹#›</a:t>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cSld name="4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3692525" cy="52197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sp>
        <p:nvSpPr>
          <p:cNvPr id="6" name="Text Placeholder 4"/>
          <p:cNvSpPr>
            <a:spLocks noGrp="1"/>
          </p:cNvSpPr>
          <p:nvPr>
            <p:ph type="body" sz="quarter" idx="3"/>
          </p:nvPr>
        </p:nvSpPr>
        <p:spPr>
          <a:xfrm>
            <a:off x="4023360" y="99695"/>
            <a:ext cx="4754880" cy="521970"/>
          </a:xfr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Source Han Sans CN Normal" panose="020B0400000000000000" pitchFamily="34" charset="-122"/>
                <a:ea typeface="Source Han Sans CN Normal" panose="020B0400000000000000" pitchFamily="34" charset="-122"/>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pic>
        <p:nvPicPr>
          <p:cNvPr id="3" name="图片 2"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6" y="1270607"/>
            <a:ext cx="46037" cy="5067299"/>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latin typeface="+mj-ea"/>
              <a:ea typeface="+mj-ea"/>
            </a:endParaRPr>
          </a:p>
        </p:txBody>
      </p:sp>
      <p:sp>
        <p:nvSpPr>
          <p:cNvPr id="12" name="文本框 11"/>
          <p:cNvSpPr txBox="1"/>
          <p:nvPr/>
        </p:nvSpPr>
        <p:spPr>
          <a:xfrm>
            <a:off x="1213604" y="3170237"/>
            <a:ext cx="2544286" cy="634020"/>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汇报内容</a:t>
            </a:r>
            <a:endParaRPr lang="zh-CN" altLang="en-US" noProof="1">
              <a:latin typeface="+mj-ea"/>
              <a:ea typeface="+mj-ea"/>
            </a:endParaRPr>
          </a:p>
        </p:txBody>
      </p:sp>
      <p:sp>
        <p:nvSpPr>
          <p:cNvPr id="4" name="Text Placeholder 2"/>
          <p:cNvSpPr>
            <a:spLocks noGrp="1"/>
          </p:cNvSpPr>
          <p:nvPr>
            <p:ph type="body" idx="13"/>
          </p:nvPr>
        </p:nvSpPr>
        <p:spPr>
          <a:xfrm>
            <a:off x="5410200" y="171513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279654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279654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387794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387794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495935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495935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71513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13" name="文本框 12"/>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mj-ea"/>
                <a:ea typeface="+mj-ea"/>
                <a:sym typeface="微软雅黑 Light" panose="020B0502040204020203" pitchFamily="34" charset="-122"/>
              </a:rPr>
              <a:t>保密资料  禁止外传</a:t>
            </a:r>
          </a:p>
        </p:txBody>
      </p:sp>
      <p:pic>
        <p:nvPicPr>
          <p:cNvPr id="2" name="图片 1"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06428" y="169751"/>
            <a:ext cx="665148" cy="644012"/>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737235" y="2679382"/>
            <a:ext cx="2128520" cy="1499235"/>
          </a:xfrm>
          <a:prstGeom prst="rect">
            <a:avLst/>
          </a:prstGeo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3158490" y="3028314"/>
            <a:ext cx="4512310" cy="654685"/>
          </a:xfrm>
          <a:prstGeom prst="rect">
            <a:avLst/>
          </a:prstGeom>
          <a:gradFill>
            <a:gsLst>
              <a:gs pos="100000">
                <a:srgbClr val="FEA70A"/>
              </a:gs>
              <a:gs pos="0">
                <a:srgbClr val="C34E07"/>
              </a:gs>
            </a:gsLst>
            <a:lin ang="10800000" scaled="0"/>
          </a:gradFill>
        </p:spPr>
        <p:txBody>
          <a:bodyPr/>
          <a:lstStyle>
            <a:lvl1pPr>
              <a:defRPr sz="2200">
                <a:solidFill>
                  <a:schemeClr val="bg1"/>
                </a:solidFill>
                <a:latin typeface="+mj-ea"/>
                <a:ea typeface="+mj-ea"/>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7" name="文本框 6"/>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3" name="图片 2"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19128" y="201501"/>
            <a:ext cx="665148" cy="644012"/>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sp>
        <p:nvSpPr>
          <p:cNvPr id="9" name="文本框 8"/>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tx1">
                    <a:lumMod val="50000"/>
                    <a:lumOff val="5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14" name="图片 13"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09328" y="17351"/>
            <a:ext cx="665148" cy="644012"/>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pic>
        <p:nvPicPr>
          <p:cNvPr id="64" name="图片 63"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16416" y="18277"/>
            <a:ext cx="665148" cy="644012"/>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obj" preserve="1">
  <p:cSld name="标题和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prstGeom prst="rect">
            <a:avLst/>
          </a:prstGeo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a:prstGeom prst="rect">
            <a:avLst/>
          </a:prstGeo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a:prstGeom prst="rect">
            <a:avLst/>
          </a:prstGeo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8" name="文本框 7"/>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11" name="图片 10"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54867" y="491465"/>
            <a:ext cx="1537973" cy="1489100"/>
          </a:xfrm>
          <a:prstGeom prst="rect">
            <a:avLst/>
          </a:prstGeom>
        </p:spPr>
      </p:pic>
    </p:spTree>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woTxTwoObj">
  <p:cSld name="1_比较">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1016953" y="2015173"/>
            <a:ext cx="9720263" cy="1498600"/>
          </a:xfrm>
          <a:prstGeom prst="rect">
            <a:avLst/>
          </a:prstGeom>
          <a:effectLst>
            <a:outerShdw blurRad="50800" dist="38100" dir="2700000" algn="tl" rotWithShape="0">
              <a:srgbClr val="0089CE">
                <a:alpha val="40000"/>
              </a:srgbClr>
            </a:outerShdw>
          </a:effectLst>
        </p:spPr>
        <p:txBody>
          <a:bodyPr/>
          <a:lstStyle>
            <a:lvl1pPr algn="l">
              <a:lnSpc>
                <a:spcPct val="110000"/>
              </a:lnSpc>
              <a:defRPr>
                <a:solidFill>
                  <a:schemeClr val="bg1"/>
                </a:solidFill>
                <a:latin typeface="+mj-ea"/>
                <a:ea typeface="+mj-ea"/>
              </a:defRPr>
            </a:lvl1pPr>
          </a:lstStyle>
          <a:p>
            <a:r>
              <a:rPr lang="zh-CN" altLang="en-US" noProof="1"/>
              <a:t>单击此处编辑</a:t>
            </a:r>
            <a:br>
              <a:rPr lang="zh-CN" altLang="en-US" noProof="1"/>
            </a:br>
            <a:r>
              <a:rPr lang="zh-CN" altLang="en-US" noProof="1"/>
              <a:t>母版标题样式</a:t>
            </a:r>
            <a:endParaRPr lang="en-US" noProof="1"/>
          </a:p>
        </p:txBody>
      </p:sp>
      <p:sp>
        <p:nvSpPr>
          <p:cNvPr id="9" name="Content Placeholder 2"/>
          <p:cNvSpPr>
            <a:spLocks noGrp="1"/>
          </p:cNvSpPr>
          <p:nvPr>
            <p:ph idx="1"/>
          </p:nvPr>
        </p:nvSpPr>
        <p:spPr>
          <a:xfrm>
            <a:off x="1090295" y="4009659"/>
            <a:ext cx="9719945" cy="388620"/>
          </a:xfrm>
          <a:prstGeom prst="rect">
            <a:avLst/>
          </a:prstGeom>
        </p:spPr>
        <p:txBody>
          <a:bodyPr/>
          <a:lstStyle>
            <a:lvl1pPr algn="l">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1" name="Content Placeholder 2"/>
          <p:cNvSpPr>
            <a:spLocks noGrp="1"/>
          </p:cNvSpPr>
          <p:nvPr>
            <p:ph idx="13"/>
          </p:nvPr>
        </p:nvSpPr>
        <p:spPr>
          <a:xfrm>
            <a:off x="1036320" y="5357495"/>
            <a:ext cx="9719945" cy="388620"/>
          </a:xfrm>
          <a:prstGeom prst="rect">
            <a:avLst/>
          </a:prstGeom>
        </p:spPr>
        <p:txBody>
          <a:bodyPr/>
          <a:lstStyle>
            <a:lvl1pPr algn="l">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2" name="文本框 1"/>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4" name="图片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2" name="图片 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2026/2/12</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pic>
        <p:nvPicPr>
          <p:cNvPr id="7" name="图片 6"/>
          <p:cNvPicPr>
            <a:picLocks noChangeAspect="1"/>
          </p:cNvPicPr>
          <p:nvPr userDrawn="1">
            <p:custDataLst>
              <p:tags r:id="rId1"/>
            </p:custDataLst>
          </p:nvPr>
        </p:nvPicPr>
        <p:blipFill>
          <a:blip r:embed="rId3"/>
          <a:stretch>
            <a:fillRect/>
          </a:stretch>
        </p:blipFill>
        <p:spPr>
          <a:xfrm>
            <a:off x="79375" y="6503035"/>
            <a:ext cx="2501900" cy="304800"/>
          </a:xfrm>
          <a:prstGeom prst="rect">
            <a:avLst/>
          </a:prstGeom>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2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3" name="文本占位符 2"/>
          <p:cNvSpPr>
            <a:spLocks noGrp="1"/>
          </p:cNvSpPr>
          <p:nvPr>
            <p:ph type="body" sz="quarter" idx="10"/>
          </p:nvPr>
        </p:nvSpPr>
        <p:spPr>
          <a:xfrm>
            <a:off x="914399" y="1257300"/>
            <a:ext cx="6067425" cy="914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10"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2" name="图片 1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3"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9" name="图片 8"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06A2C73-C66F-492C-BC96-E16B05DCE211}" type="datetimeFigureOut">
              <a:rPr lang="zh-CN" altLang="en-US" smtClean="0"/>
              <a:t>2026/2/12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81DC90-E919-44E7-8B69-C1BC258F896C}" type="slidenum">
              <a:rPr lang="zh-CN" altLang="en-US" smtClean="0"/>
              <a:t>‹#›</a:t>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186" y="625"/>
            <a:ext cx="12189631" cy="685675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604" y="210819"/>
            <a:ext cx="2263653" cy="393600"/>
          </a:xfrm>
          <a:prstGeom prst="rect">
            <a:avLst/>
          </a:prstGeom>
        </p:spPr>
      </p:pic>
      <p:pic>
        <p:nvPicPr>
          <p:cNvPr id="8" name="图片 7" descr="徽标&#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095856" y="123824"/>
            <a:ext cx="779291" cy="754527"/>
          </a:xfrm>
          <a:prstGeom prst="rect">
            <a:avLst/>
          </a:prstGeom>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latin typeface="Calibri" panose="020F0502020204030204" pitchFamily="34" charset="0"/>
            </a:endParaRPr>
          </a:p>
        </p:txBody>
      </p:sp>
      <p:sp>
        <p:nvSpPr>
          <p:cNvPr id="12" name="文本框 11"/>
          <p:cNvSpPr txBox="1"/>
          <p:nvPr/>
        </p:nvSpPr>
        <p:spPr>
          <a:xfrm>
            <a:off x="1348509" y="1835150"/>
            <a:ext cx="2413866" cy="1035540"/>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latin typeface="Calibri" panose="020F0502020204030204" pitchFamily="34" charset="0"/>
            </a:endParaRPr>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9031605" y="-34925"/>
            <a:ext cx="982980" cy="770890"/>
          </a:xfrm>
          <a:prstGeom prst="rect">
            <a:avLst/>
          </a:prstGeom>
        </p:spPr>
      </p:pic>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baseline="0">
                <a:latin typeface="Calibri" panose="020F0502020204030204" pitchFamily="34" charset="0"/>
                <a:ea typeface="微软雅黑" panose="020B0503020204020204" pitchFamily="34" charset="-122"/>
                <a:cs typeface="Calibri" panose="020F0502020204030204" pitchFamily="34"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6" name="页脚占位符 5"/>
          <p:cNvSpPr>
            <a:spLocks noGrp="1"/>
          </p:cNvSpPr>
          <p:nvPr>
            <p:ph type="ftr" sz="quarter" idx="11"/>
            <p:custDataLst>
              <p:tags r:id="rId3"/>
            </p:custDataLst>
          </p:nvPr>
        </p:nvSpPr>
        <p:spPr/>
        <p:txBody>
          <a:bodyPr/>
          <a:lstStyle/>
          <a:p>
            <a:endParaRPr lang="zh-CN" altLang="en-US"/>
          </a:p>
        </p:txBody>
      </p:sp>
      <p:sp>
        <p:nvSpPr>
          <p:cNvPr id="7" name="灯片编号占位符 6"/>
          <p:cNvSpPr>
            <a:spLocks noGrp="1"/>
          </p:cNvSpPr>
          <p:nvPr>
            <p:ph type="sldNum" sz="quarter" idx="12"/>
            <p:custDataLst>
              <p:tags r:id="rId4"/>
            </p:custDataLst>
          </p:nvPr>
        </p:nvSpPr>
        <p:spPr/>
        <p:txBody>
          <a:bodyPr/>
          <a:lstStyle>
            <a:lvl1pPr>
              <a:defRPr baseline="0"/>
            </a:lvl1pPr>
          </a:lstStyle>
          <a:p>
            <a:fld id="{FABC47A4-756D-490B-A52F-7D9E2C9FC05F}" type="slidenum">
              <a:rPr lang="zh-CN" altLang="en-US" smtClean="0"/>
              <a:t>‹#›</a:t>
            </a:fld>
            <a:endParaRPr lang="zh-CN" altLang="en-US"/>
          </a:p>
        </p:txBody>
      </p:sp>
      <p:sp>
        <p:nvSpPr>
          <p:cNvPr id="9" name="标题 8"/>
          <p:cNvSpPr>
            <a:spLocks noGrp="1"/>
          </p:cNvSpPr>
          <p:nvPr>
            <p:ph type="title"/>
            <p:custDataLst>
              <p:tags r:id="rId5"/>
            </p:custDataLst>
          </p:nvPr>
        </p:nvSpPr>
        <p:spPr/>
        <p:txBody>
          <a:bodyPr/>
          <a:lstStyle/>
          <a:p>
            <a:r>
              <a:rPr lang="zh-CN" altLang="en-US"/>
              <a:t>单击此处编辑母版标题样式</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11" name="矩形 10"/>
          <p:cNvSpPr/>
          <p:nvPr userDrawn="1"/>
        </p:nvSpPr>
        <p:spPr>
          <a:xfrm>
            <a:off x="1" y="-1"/>
            <a:ext cx="12192000" cy="68580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图片 7" descr="资源 12"/>
          <p:cNvPicPr>
            <a:picLocks noChangeAspect="1" noChangeArrowheads="1"/>
          </p:cNvPicPr>
          <p:nvPr userDrawn="1"/>
        </p:nvPicPr>
        <p:blipFill rotWithShape="1">
          <a:blip r:embed="rId3" cstate="screen">
            <a:extLst>
              <a:ext uri="{BEBA8EAE-BF5A-486C-A8C5-ECC9F3942E4B}">
                <a14:imgProps xmlns:a14="http://schemas.microsoft.com/office/drawing/2010/main">
                  <a14:imgLayer r:embed="rId4">
                    <a14:imgEffect>
                      <a14:brightnessContrast bright="-5000"/>
                    </a14:imgEffect>
                  </a14:imgLayer>
                </a14:imgProps>
              </a:ext>
            </a:extLst>
          </a:blip>
          <a:srcRect l="35209" t="3008" r="8307" b="3008"/>
          <a:stretch>
            <a:fillRect/>
          </a:stretch>
        </p:blipFill>
        <p:spPr bwMode="auto">
          <a:xfrm>
            <a:off x="3174" y="-1"/>
            <a:ext cx="11971111" cy="1059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descr="驯鹿医疗logo纯LOGO 白底字母"/>
          <p:cNvPicPr>
            <a:picLocks noChangeAspect="1"/>
          </p:cNvPicPr>
          <p:nvPr userDrawn="1"/>
        </p:nvPicPr>
        <p:blipFill rotWithShape="1">
          <a:blip r:embed="rId5" cstate="screen"/>
          <a:srcRect/>
          <a:stretch>
            <a:fillRect/>
          </a:stretch>
        </p:blipFill>
        <p:spPr>
          <a:xfrm>
            <a:off x="10581293" y="248139"/>
            <a:ext cx="986213" cy="563265"/>
          </a:xfrm>
          <a:prstGeom prst="rect">
            <a:avLst/>
          </a:prstGeom>
        </p:spPr>
      </p:pic>
      <p:pic>
        <p:nvPicPr>
          <p:cNvPr id="5" name="对象 7" hidden="1"/>
          <p:cNvPicPr>
            <a:picLocks noChangeAspect="1" noChangeArrowheads="1"/>
          </p:cNvPicPr>
          <p:nvPr userDrawn="1">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4" name="Title 9"/>
          <p:cNvSpPr>
            <a:spLocks noGrp="1"/>
          </p:cNvSpPr>
          <p:nvPr userDrawn="1">
            <p:ph type="title" hasCustomPrompt="1"/>
          </p:nvPr>
        </p:nvSpPr>
        <p:spPr>
          <a:xfrm>
            <a:off x="376785" y="210710"/>
            <a:ext cx="9863800" cy="403653"/>
          </a:xfrm>
        </p:spPr>
        <p:txBody>
          <a:bodyPr lIns="0" tIns="0" rIns="0" bIns="0">
            <a:noAutofit/>
          </a:bodyPr>
          <a:lstStyle>
            <a:lvl1pPr algn="l">
              <a:defRPr sz="3200" b="0" spc="0">
                <a:solidFill>
                  <a:schemeClr val="bg1"/>
                </a:solidFill>
                <a:effectLst/>
                <a:latin typeface="+mj-ea"/>
                <a:ea typeface="+mj-ea"/>
              </a:defRPr>
            </a:lvl1pPr>
          </a:lstStyle>
          <a:p>
            <a:r>
              <a:rPr lang="zh-CN" altLang="en-US" noProof="1"/>
              <a:t>输入中文标题</a:t>
            </a:r>
            <a:endParaRPr lang="en-US" noProof="1"/>
          </a:p>
        </p:txBody>
      </p:sp>
      <p:sp>
        <p:nvSpPr>
          <p:cNvPr id="9" name="文本占位符 8"/>
          <p:cNvSpPr>
            <a:spLocks noGrp="1"/>
          </p:cNvSpPr>
          <p:nvPr>
            <p:ph type="body" sz="quarter" idx="10" hasCustomPrompt="1"/>
          </p:nvPr>
        </p:nvSpPr>
        <p:spPr>
          <a:xfrm>
            <a:off x="377449" y="647769"/>
            <a:ext cx="9867866" cy="252412"/>
          </a:xfrm>
        </p:spPr>
        <p:txBody>
          <a:bodyPr lIns="0" tIns="0" rIns="0" bIns="0">
            <a:noAutofit/>
          </a:bodyPr>
          <a:lstStyle>
            <a:lvl1pPr marL="0" indent="0">
              <a:lnSpc>
                <a:spcPct val="100000"/>
              </a:lnSpc>
              <a:buNone/>
              <a:defRPr lang="zh-CN" altLang="en-US" sz="1500" b="0" u="none" strike="noStrike" kern="1200" cap="none" spc="0" normalizeH="0" baseline="0" dirty="0" smtClean="0">
                <a:solidFill>
                  <a:schemeClr val="bg1"/>
                </a:solidFill>
                <a:effectLst/>
                <a:uFillTx/>
                <a:latin typeface="+mn-ea"/>
                <a:ea typeface="+mn-ea"/>
                <a:cs typeface="+mj-cs"/>
              </a:defRPr>
            </a:lvl1pPr>
          </a:lstStyle>
          <a:p>
            <a:pPr lvl="0"/>
            <a:r>
              <a:rPr lang="zh-CN" altLang="en-US" dirty="0"/>
              <a:t>输入英文标题</a:t>
            </a: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pic>
        <p:nvPicPr>
          <p:cNvPr id="7" name="图片 6"/>
          <p:cNvPicPr>
            <a:picLocks noChangeAspect="1"/>
          </p:cNvPicPr>
          <p:nvPr userDrawn="1">
            <p:custDataLst>
              <p:tags r:id="rId1"/>
            </p:custDataLst>
          </p:nvPr>
        </p:nvPicPr>
        <p:blipFill>
          <a:blip r:embed="rId3"/>
          <a:stretch>
            <a:fillRect/>
          </a:stretch>
        </p:blipFill>
        <p:spPr>
          <a:xfrm>
            <a:off x="79375" y="6503035"/>
            <a:ext cx="2501900" cy="304800"/>
          </a:xfrm>
          <a:prstGeom prst="rect">
            <a:avLst/>
          </a:prstGeom>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twoObj" preserve="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0" name="Content Placeholder 2"/>
          <p:cNvSpPr>
            <a:spLocks noGrp="1"/>
          </p:cNvSpPr>
          <p:nvPr>
            <p:ph idx="1"/>
          </p:nvPr>
        </p:nvSpPr>
        <p:spPr>
          <a:xfrm>
            <a:off x="2923540" y="4194175"/>
            <a:ext cx="3750945" cy="1795145"/>
          </a:xfrm>
        </p:spPr>
        <p:txBody>
          <a:bodyPr/>
          <a:lstStyle>
            <a:lvl1pPr>
              <a:defRPr sz="14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6" name="Content Placeholder 2"/>
          <p:cNvSpPr>
            <a:spLocks noGrp="1"/>
          </p:cNvSpPr>
          <p:nvPr>
            <p:ph idx="14"/>
          </p:nvPr>
        </p:nvSpPr>
        <p:spPr>
          <a:xfrm>
            <a:off x="2620010" y="2769870"/>
            <a:ext cx="10265410" cy="868045"/>
          </a:xfrm>
          <a:effectLst>
            <a:outerShdw blurRad="50800" dist="38100" dir="2700000" algn="tl" rotWithShape="0">
              <a:srgbClr val="0089CE">
                <a:alpha val="40000"/>
              </a:srgbClr>
            </a:outerShdw>
          </a:effectLst>
        </p:spPr>
        <p:txBody>
          <a:bodyPr/>
          <a:lstStyle>
            <a:lvl1pPr algn="l">
              <a:defRPr sz="5500" b="1">
                <a:solidFill>
                  <a:schemeClr val="bg1"/>
                </a:solidFill>
                <a:latin typeface="Source Han Sans CN Bold" panose="020B0200000000000000" charset="-122"/>
                <a:ea typeface="Source Han Sans CN Bold"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10"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2" name="图片 1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obj" preserve="1">
  <p:cSld name="标题和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3" name="文本占位符 2"/>
          <p:cNvSpPr>
            <a:spLocks noGrp="1"/>
          </p:cNvSpPr>
          <p:nvPr>
            <p:ph type="body" sz="quarter" idx="10"/>
          </p:nvPr>
        </p:nvSpPr>
        <p:spPr>
          <a:xfrm>
            <a:off x="914399" y="1257300"/>
            <a:ext cx="6067425" cy="914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6"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9" name="图片 8"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2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8"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1" name="图片 10"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twoObj">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F81DC90-E919-44E7-8B69-C1BC258F896C}" type="slidenum">
              <a:rPr lang="zh-CN" altLang="en-US" smtClean="0"/>
              <a:t>‹#›</a:t>
            </a:fld>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pic>
        <p:nvPicPr>
          <p:cNvPr id="7" name="图片 6"/>
          <p:cNvPicPr>
            <a:picLocks noChangeAspect="1"/>
          </p:cNvPicPr>
          <p:nvPr userDrawn="1">
            <p:custDataLst>
              <p:tags r:id="rId1"/>
            </p:custDataLst>
          </p:nvPr>
        </p:nvPicPr>
        <p:blipFill>
          <a:blip r:embed="rId3"/>
          <a:stretch>
            <a:fillRect/>
          </a:stretch>
        </p:blipFill>
        <p:spPr>
          <a:xfrm>
            <a:off x="79375" y="6503035"/>
            <a:ext cx="2501900" cy="304800"/>
          </a:xfrm>
          <a:prstGeom prst="rect">
            <a:avLst/>
          </a:prstGeom>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3" name="文本占位符 2"/>
          <p:cNvSpPr>
            <a:spLocks noGrp="1"/>
          </p:cNvSpPr>
          <p:nvPr>
            <p:ph type="body" sz="quarter" idx="10"/>
          </p:nvPr>
        </p:nvSpPr>
        <p:spPr>
          <a:xfrm>
            <a:off x="914399" y="1257300"/>
            <a:ext cx="6067425" cy="914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10"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2" name="图片 1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6" y="1270607"/>
            <a:ext cx="46037" cy="5067299"/>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latin typeface="+mj-ea"/>
              <a:ea typeface="+mj-ea"/>
            </a:endParaRPr>
          </a:p>
        </p:txBody>
      </p:sp>
      <p:sp>
        <p:nvSpPr>
          <p:cNvPr id="12" name="文本框 11"/>
          <p:cNvSpPr txBox="1"/>
          <p:nvPr/>
        </p:nvSpPr>
        <p:spPr>
          <a:xfrm>
            <a:off x="1213604" y="3170237"/>
            <a:ext cx="2544286" cy="634020"/>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汇报内容</a:t>
            </a:r>
            <a:endParaRPr lang="zh-CN" altLang="en-US" noProof="1">
              <a:latin typeface="+mj-ea"/>
              <a:ea typeface="+mj-ea"/>
            </a:endParaRPr>
          </a:p>
        </p:txBody>
      </p:sp>
      <p:sp>
        <p:nvSpPr>
          <p:cNvPr id="4" name="Text Placeholder 2"/>
          <p:cNvSpPr>
            <a:spLocks noGrp="1"/>
          </p:cNvSpPr>
          <p:nvPr>
            <p:ph type="body" idx="13"/>
          </p:nvPr>
        </p:nvSpPr>
        <p:spPr>
          <a:xfrm>
            <a:off x="5410200" y="171513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279654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279654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387794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387794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495935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495935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71513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13" name="文本框 12"/>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mj-ea"/>
                <a:ea typeface="+mj-ea"/>
                <a:sym typeface="微软雅黑 Light" panose="020B0502040204020203" pitchFamily="34" charset="-122"/>
              </a:rPr>
              <a:t>保密资料  禁止外传</a:t>
            </a:r>
          </a:p>
        </p:txBody>
      </p:sp>
      <p:pic>
        <p:nvPicPr>
          <p:cNvPr id="2" name="图片 1"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06428" y="169751"/>
            <a:ext cx="665148" cy="644012"/>
          </a:xfrm>
          <a:prstGeom prst="rect">
            <a:avLst/>
          </a:prstGeom>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737235" y="2679382"/>
            <a:ext cx="2128520" cy="1499235"/>
          </a:xfrm>
          <a:prstGeom prst="rect">
            <a:avLst/>
          </a:prstGeo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3158490" y="3028314"/>
            <a:ext cx="4512310" cy="654685"/>
          </a:xfrm>
          <a:prstGeom prst="rect">
            <a:avLst/>
          </a:prstGeom>
          <a:gradFill>
            <a:gsLst>
              <a:gs pos="100000">
                <a:srgbClr val="FEA70A"/>
              </a:gs>
              <a:gs pos="0">
                <a:srgbClr val="C34E07"/>
              </a:gs>
            </a:gsLst>
            <a:lin ang="10800000" scaled="0"/>
          </a:gradFill>
        </p:spPr>
        <p:txBody>
          <a:bodyPr/>
          <a:lstStyle>
            <a:lvl1pPr>
              <a:defRPr sz="2200">
                <a:solidFill>
                  <a:schemeClr val="bg1"/>
                </a:solidFill>
                <a:latin typeface="+mj-ea"/>
                <a:ea typeface="+mj-ea"/>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7" name="文本框 6"/>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3" name="图片 2"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19128" y="201501"/>
            <a:ext cx="665148" cy="644012"/>
          </a:xfrm>
          <a:prstGeom prst="rect">
            <a:avLst/>
          </a:prstGeom>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sp>
        <p:nvSpPr>
          <p:cNvPr id="9" name="文本框 8"/>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tx1">
                    <a:lumMod val="50000"/>
                    <a:lumOff val="5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14" name="图片 13"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09328" y="17351"/>
            <a:ext cx="665148" cy="644012"/>
          </a:xfrm>
          <a:prstGeom prst="rect">
            <a:avLst/>
          </a:prstGeom>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pic>
        <p:nvPicPr>
          <p:cNvPr id="64" name="图片 63"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16416" y="18277"/>
            <a:ext cx="665148" cy="644012"/>
          </a:xfrm>
          <a:prstGeom prst="rect">
            <a:avLst/>
          </a:prstGeom>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obj" preserve="1">
  <p:cSld name="标题和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prstGeom prst="rect">
            <a:avLst/>
          </a:prstGeo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a:prstGeom prst="rect">
            <a:avLst/>
          </a:prstGeo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a:prstGeom prst="rect">
            <a:avLst/>
          </a:prstGeo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8" name="文本框 7"/>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11" name="图片 10"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54867" y="491465"/>
            <a:ext cx="1537973" cy="1489100"/>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woTxTwoObj">
  <p:cSld name="1_比较">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1016953" y="2015173"/>
            <a:ext cx="9720263" cy="1498600"/>
          </a:xfrm>
          <a:prstGeom prst="rect">
            <a:avLst/>
          </a:prstGeom>
          <a:effectLst>
            <a:outerShdw blurRad="50800" dist="38100" dir="2700000" algn="tl" rotWithShape="0">
              <a:srgbClr val="0089CE">
                <a:alpha val="40000"/>
              </a:srgbClr>
            </a:outerShdw>
          </a:effectLst>
        </p:spPr>
        <p:txBody>
          <a:bodyPr/>
          <a:lstStyle>
            <a:lvl1pPr algn="l">
              <a:lnSpc>
                <a:spcPct val="110000"/>
              </a:lnSpc>
              <a:defRPr>
                <a:solidFill>
                  <a:schemeClr val="bg1"/>
                </a:solidFill>
                <a:latin typeface="+mj-ea"/>
                <a:ea typeface="+mj-ea"/>
              </a:defRPr>
            </a:lvl1pPr>
          </a:lstStyle>
          <a:p>
            <a:r>
              <a:rPr lang="zh-CN" altLang="en-US" noProof="1"/>
              <a:t>单击此处编辑</a:t>
            </a:r>
            <a:br>
              <a:rPr lang="zh-CN" altLang="en-US" noProof="1"/>
            </a:br>
            <a:r>
              <a:rPr lang="zh-CN" altLang="en-US" noProof="1"/>
              <a:t>母版标题样式</a:t>
            </a:r>
            <a:endParaRPr lang="en-US" noProof="1"/>
          </a:p>
        </p:txBody>
      </p:sp>
      <p:sp>
        <p:nvSpPr>
          <p:cNvPr id="9" name="Content Placeholder 2"/>
          <p:cNvSpPr>
            <a:spLocks noGrp="1"/>
          </p:cNvSpPr>
          <p:nvPr>
            <p:ph idx="1"/>
          </p:nvPr>
        </p:nvSpPr>
        <p:spPr>
          <a:xfrm>
            <a:off x="1090295" y="4009659"/>
            <a:ext cx="9719945" cy="388620"/>
          </a:xfrm>
          <a:prstGeom prst="rect">
            <a:avLst/>
          </a:prstGeom>
        </p:spPr>
        <p:txBody>
          <a:bodyPr/>
          <a:lstStyle>
            <a:lvl1pPr algn="l">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1" name="Content Placeholder 2"/>
          <p:cNvSpPr>
            <a:spLocks noGrp="1"/>
          </p:cNvSpPr>
          <p:nvPr>
            <p:ph idx="13"/>
          </p:nvPr>
        </p:nvSpPr>
        <p:spPr>
          <a:xfrm>
            <a:off x="1036320" y="5357495"/>
            <a:ext cx="9719945" cy="388620"/>
          </a:xfrm>
          <a:prstGeom prst="rect">
            <a:avLst/>
          </a:prstGeom>
        </p:spPr>
        <p:txBody>
          <a:bodyPr/>
          <a:lstStyle>
            <a:lvl1pPr algn="l">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2" name="文本框 1"/>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4" name="图片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6" y="1270607"/>
            <a:ext cx="46037" cy="5067299"/>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latin typeface="+mj-ea"/>
              <a:ea typeface="+mj-ea"/>
            </a:endParaRPr>
          </a:p>
        </p:txBody>
      </p:sp>
      <p:sp>
        <p:nvSpPr>
          <p:cNvPr id="12" name="文本框 11"/>
          <p:cNvSpPr txBox="1"/>
          <p:nvPr/>
        </p:nvSpPr>
        <p:spPr>
          <a:xfrm>
            <a:off x="1213604" y="3170237"/>
            <a:ext cx="2544286" cy="634020"/>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汇报内容</a:t>
            </a:r>
            <a:endParaRPr lang="zh-CN" altLang="en-US" noProof="1">
              <a:latin typeface="+mj-ea"/>
              <a:ea typeface="+mj-ea"/>
            </a:endParaRPr>
          </a:p>
        </p:txBody>
      </p:sp>
      <p:sp>
        <p:nvSpPr>
          <p:cNvPr id="4" name="Text Placeholder 2"/>
          <p:cNvSpPr>
            <a:spLocks noGrp="1"/>
          </p:cNvSpPr>
          <p:nvPr>
            <p:ph type="body" idx="13"/>
          </p:nvPr>
        </p:nvSpPr>
        <p:spPr>
          <a:xfrm>
            <a:off x="5410200" y="171513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279654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279654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387794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387794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495935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495935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71513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13" name="文本框 12"/>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mj-ea"/>
                <a:ea typeface="+mj-ea"/>
                <a:sym typeface="微软雅黑 Light" panose="020B0502040204020203" pitchFamily="34" charset="-122"/>
              </a:rPr>
              <a:t>保密资料  禁止外传</a:t>
            </a:r>
          </a:p>
        </p:txBody>
      </p:sp>
      <p:pic>
        <p:nvPicPr>
          <p:cNvPr id="2" name="图片 1"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06428" y="169751"/>
            <a:ext cx="665148" cy="644012"/>
          </a:xfrm>
          <a:prstGeom prst="rect">
            <a:avLst/>
          </a:prstGeom>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737235" y="2679382"/>
            <a:ext cx="2128520" cy="1499235"/>
          </a:xfrm>
          <a:prstGeom prst="rect">
            <a:avLst/>
          </a:prstGeo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3158490" y="3028314"/>
            <a:ext cx="4512310" cy="654685"/>
          </a:xfrm>
          <a:prstGeom prst="rect">
            <a:avLst/>
          </a:prstGeom>
          <a:gradFill>
            <a:gsLst>
              <a:gs pos="100000">
                <a:srgbClr val="FEA70A"/>
              </a:gs>
              <a:gs pos="0">
                <a:srgbClr val="C34E07"/>
              </a:gs>
            </a:gsLst>
            <a:lin ang="10800000" scaled="0"/>
          </a:gradFill>
        </p:spPr>
        <p:txBody>
          <a:bodyPr/>
          <a:lstStyle>
            <a:lvl1pPr>
              <a:defRPr sz="2200">
                <a:solidFill>
                  <a:schemeClr val="bg1"/>
                </a:solidFill>
                <a:latin typeface="+mj-ea"/>
                <a:ea typeface="+mj-ea"/>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7" name="文本框 6"/>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3" name="图片 2"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19128" y="201501"/>
            <a:ext cx="665148" cy="644012"/>
          </a:xfrm>
          <a:prstGeom prst="rect">
            <a:avLst/>
          </a:prstGeom>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sp>
        <p:nvSpPr>
          <p:cNvPr id="9" name="文本框 8"/>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tx1">
                    <a:lumMod val="50000"/>
                    <a:lumOff val="5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2" name="图片 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pic>
        <p:nvPicPr>
          <p:cNvPr id="2" name="图片 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obj" preserve="1">
  <p:cSld name="标题和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prstGeom prst="rect">
            <a:avLst/>
          </a:prstGeo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a:prstGeom prst="rect">
            <a:avLst/>
          </a:prstGeo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a:prstGeom prst="rect">
            <a:avLst/>
          </a:prstGeo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8" name="文本框 7"/>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11" name="图片 10"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54867" y="491465"/>
            <a:ext cx="1537973" cy="1489100"/>
          </a:xfrm>
          <a:prstGeom prst="rect">
            <a:avLst/>
          </a:prstGeom>
        </p:spPr>
      </p:pic>
    </p:spTree>
  </p:cSld>
  <p:clrMapOvr>
    <a:masterClrMapping/>
  </p:clrMapOvr>
  <p:hf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woTxTwoObj">
  <p:cSld name="1_比较">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1016953" y="2015173"/>
            <a:ext cx="9720263" cy="1498600"/>
          </a:xfrm>
          <a:prstGeom prst="rect">
            <a:avLst/>
          </a:prstGeom>
          <a:effectLst>
            <a:outerShdw blurRad="50800" dist="38100" dir="2700000" algn="tl" rotWithShape="0">
              <a:srgbClr val="0089CE">
                <a:alpha val="40000"/>
              </a:srgbClr>
            </a:outerShdw>
          </a:effectLst>
        </p:spPr>
        <p:txBody>
          <a:bodyPr/>
          <a:lstStyle>
            <a:lvl1pPr algn="l">
              <a:lnSpc>
                <a:spcPct val="110000"/>
              </a:lnSpc>
              <a:defRPr>
                <a:solidFill>
                  <a:schemeClr val="bg1"/>
                </a:solidFill>
                <a:latin typeface="+mj-ea"/>
                <a:ea typeface="+mj-ea"/>
              </a:defRPr>
            </a:lvl1pPr>
          </a:lstStyle>
          <a:p>
            <a:r>
              <a:rPr lang="zh-CN" altLang="en-US" noProof="1"/>
              <a:t>单击此处编辑</a:t>
            </a:r>
            <a:br>
              <a:rPr lang="zh-CN" altLang="en-US" noProof="1"/>
            </a:br>
            <a:r>
              <a:rPr lang="zh-CN" altLang="en-US" noProof="1"/>
              <a:t>母版标题样式</a:t>
            </a:r>
            <a:endParaRPr lang="en-US" noProof="1"/>
          </a:p>
        </p:txBody>
      </p:sp>
      <p:sp>
        <p:nvSpPr>
          <p:cNvPr id="9" name="Content Placeholder 2"/>
          <p:cNvSpPr>
            <a:spLocks noGrp="1"/>
          </p:cNvSpPr>
          <p:nvPr>
            <p:ph idx="1"/>
          </p:nvPr>
        </p:nvSpPr>
        <p:spPr>
          <a:xfrm>
            <a:off x="1090295" y="4009659"/>
            <a:ext cx="9719945" cy="388620"/>
          </a:xfrm>
          <a:prstGeom prst="rect">
            <a:avLst/>
          </a:prstGeom>
        </p:spPr>
        <p:txBody>
          <a:bodyPr/>
          <a:lstStyle>
            <a:lvl1pPr algn="l">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1" name="Content Placeholder 2"/>
          <p:cNvSpPr>
            <a:spLocks noGrp="1"/>
          </p:cNvSpPr>
          <p:nvPr>
            <p:ph idx="13"/>
          </p:nvPr>
        </p:nvSpPr>
        <p:spPr>
          <a:xfrm>
            <a:off x="1036320" y="5357495"/>
            <a:ext cx="9719945" cy="388620"/>
          </a:xfrm>
          <a:prstGeom prst="rect">
            <a:avLst/>
          </a:prstGeom>
        </p:spPr>
        <p:txBody>
          <a:bodyPr/>
          <a:lstStyle>
            <a:lvl1pPr algn="l">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2" name="文本框 1"/>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4" name="图片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twoObj">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blank">
  <p:cSld name="4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3692525" cy="52197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sp>
        <p:nvSpPr>
          <p:cNvPr id="6" name="Text Placeholder 4"/>
          <p:cNvSpPr>
            <a:spLocks noGrp="1"/>
          </p:cNvSpPr>
          <p:nvPr>
            <p:ph type="body" sz="quarter" idx="3"/>
          </p:nvPr>
        </p:nvSpPr>
        <p:spPr>
          <a:xfrm>
            <a:off x="4023360" y="99695"/>
            <a:ext cx="4754880" cy="521970"/>
          </a:xfr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Source Han Sans CN Normal" panose="020B0400000000000000" pitchFamily="34" charset="-122"/>
                <a:ea typeface="Source Han Sans CN Normal" panose="020B0400000000000000" pitchFamily="34" charset="-122"/>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pic>
        <p:nvPicPr>
          <p:cNvPr id="2" name="图片 1" descr="驯鹿医疗logo纯LOGO 白底字母"/>
          <p:cNvPicPr>
            <a:picLocks noChangeAspect="1"/>
          </p:cNvPicPr>
          <p:nvPr userDrawn="1"/>
        </p:nvPicPr>
        <p:blipFill>
          <a:blip r:embed="rId5"/>
          <a:stretch>
            <a:fillRect/>
          </a:stretch>
        </p:blipFill>
        <p:spPr>
          <a:xfrm>
            <a:off x="8778240" y="-34925"/>
            <a:ext cx="982980" cy="770890"/>
          </a:xfrm>
          <a:prstGeom prst="rect">
            <a:avLst/>
          </a:prstGeom>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9031605" y="-34925"/>
            <a:ext cx="982980" cy="770890"/>
          </a:xfrm>
          <a:prstGeom prst="rect">
            <a:avLst/>
          </a:prstGeom>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blank">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3692525" cy="521970"/>
          </a:xfrm>
        </p:spPr>
        <p:txBody>
          <a:bodyPr/>
          <a:lstStyle>
            <a:lvl1pPr>
              <a:defRPr sz="2000" cap="none" baseline="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sp>
        <p:nvSpPr>
          <p:cNvPr id="6" name="Text Placeholder 4"/>
          <p:cNvSpPr>
            <a:spLocks noGrp="1"/>
          </p:cNvSpPr>
          <p:nvPr>
            <p:ph type="body" sz="quarter" idx="3"/>
          </p:nvPr>
        </p:nvSpPr>
        <p:spPr>
          <a:xfrm>
            <a:off x="4023360" y="99695"/>
            <a:ext cx="4754880" cy="521970"/>
          </a:xfr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Source Han Sans CN Normal" panose="020B0400000000000000" pitchFamily="34" charset="-122"/>
                <a:ea typeface="Source Han Sans CN Normal" panose="020B0400000000000000" pitchFamily="34" charset="-122"/>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pic>
        <p:nvPicPr>
          <p:cNvPr id="2" name="图片 1" descr="驯鹿医疗logo纯LOGO 白底字母"/>
          <p:cNvPicPr>
            <a:picLocks noChangeAspect="1"/>
          </p:cNvPicPr>
          <p:nvPr userDrawn="1"/>
        </p:nvPicPr>
        <p:blipFill>
          <a:blip r:embed="rId5"/>
          <a:stretch>
            <a:fillRect/>
          </a:stretch>
        </p:blipFill>
        <p:spPr>
          <a:xfrm>
            <a:off x="9031605" y="-34925"/>
            <a:ext cx="982980" cy="770890"/>
          </a:xfrm>
          <a:prstGeom prst="rect">
            <a:avLst/>
          </a:prstGeom>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2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0" y="99695"/>
            <a:ext cx="3692525" cy="521970"/>
          </a:xfrm>
        </p:spPr>
        <p:txBody>
          <a:bodyPr/>
          <a:lstStyle>
            <a:lvl1pPr>
              <a:defRPr sz="2000" baseline="0">
                <a:solidFill>
                  <a:schemeClr val="bg1"/>
                </a:solidFill>
                <a:latin typeface="Calibri" panose="020F0502020204030204" pitchFamily="34" charset="0"/>
                <a:ea typeface="Source Han Sans CN Medium" panose="020B0200000000000000" charset="-122"/>
              </a:defRPr>
            </a:lvl1pPr>
          </a:lstStyle>
          <a:p>
            <a:r>
              <a:rPr lang="zh-CN" altLang="en-US" noProof="1"/>
              <a:t>单击此处编辑母版标题样式</a:t>
            </a:r>
            <a:endParaRPr lang="en-US" noProof="1"/>
          </a:p>
        </p:txBody>
      </p:sp>
      <p:pic>
        <p:nvPicPr>
          <p:cNvPr id="3" name="图片 2" descr="驯鹿医疗logo纯LOGO 白底字母"/>
          <p:cNvPicPr>
            <a:picLocks noChangeAspect="1"/>
          </p:cNvPicPr>
          <p:nvPr userDrawn="1"/>
        </p:nvPicPr>
        <p:blipFill>
          <a:blip r:embed="rId5"/>
          <a:stretch>
            <a:fillRect/>
          </a:stretch>
        </p:blipFill>
        <p:spPr>
          <a:xfrm>
            <a:off x="9031605" y="-34925"/>
            <a:ext cx="982980" cy="770890"/>
          </a:xfrm>
          <a:prstGeom prst="rect">
            <a:avLst/>
          </a:prstGeom>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6" y="1270607"/>
            <a:ext cx="46037" cy="5067299"/>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latin typeface="+mj-ea"/>
              <a:ea typeface="+mj-ea"/>
            </a:endParaRPr>
          </a:p>
        </p:txBody>
      </p:sp>
      <p:sp>
        <p:nvSpPr>
          <p:cNvPr id="12" name="文本框 11"/>
          <p:cNvSpPr txBox="1"/>
          <p:nvPr/>
        </p:nvSpPr>
        <p:spPr>
          <a:xfrm>
            <a:off x="1213604" y="3170237"/>
            <a:ext cx="2544286" cy="634020"/>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汇报内容</a:t>
            </a:r>
            <a:endParaRPr lang="zh-CN" altLang="en-US" noProof="1">
              <a:latin typeface="+mj-ea"/>
              <a:ea typeface="+mj-ea"/>
            </a:endParaRPr>
          </a:p>
        </p:txBody>
      </p:sp>
      <p:sp>
        <p:nvSpPr>
          <p:cNvPr id="4" name="Text Placeholder 2"/>
          <p:cNvSpPr>
            <a:spLocks noGrp="1"/>
          </p:cNvSpPr>
          <p:nvPr>
            <p:ph type="body" idx="13"/>
          </p:nvPr>
        </p:nvSpPr>
        <p:spPr>
          <a:xfrm>
            <a:off x="5410200" y="171513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279654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279654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387794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387794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495935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495935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71513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13" name="文本框 12"/>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mj-ea"/>
                <a:ea typeface="+mj-ea"/>
                <a:sym typeface="微软雅黑 Light" panose="020B0502040204020203" pitchFamily="34" charset="-122"/>
              </a:rPr>
              <a:t>保密资料  禁止外传</a:t>
            </a:r>
          </a:p>
        </p:txBody>
      </p:sp>
      <p:pic>
        <p:nvPicPr>
          <p:cNvPr id="2" name="图片 1"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06428" y="169751"/>
            <a:ext cx="665148" cy="644012"/>
          </a:xfrm>
          <a:prstGeom prst="rect">
            <a:avLst/>
          </a:prstGeom>
        </p:spPr>
      </p:pic>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737235" y="2679382"/>
            <a:ext cx="2128520" cy="1499235"/>
          </a:xfrm>
          <a:prstGeom prst="rect">
            <a:avLst/>
          </a:prstGeo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3158490" y="3028314"/>
            <a:ext cx="4512310" cy="654685"/>
          </a:xfrm>
          <a:prstGeom prst="rect">
            <a:avLst/>
          </a:prstGeom>
          <a:gradFill>
            <a:gsLst>
              <a:gs pos="100000">
                <a:srgbClr val="FEA70A"/>
              </a:gs>
              <a:gs pos="0">
                <a:srgbClr val="C34E07"/>
              </a:gs>
            </a:gsLst>
            <a:lin ang="10800000" scaled="0"/>
          </a:gradFill>
        </p:spPr>
        <p:txBody>
          <a:bodyPr/>
          <a:lstStyle>
            <a:lvl1pPr>
              <a:defRPr sz="2200">
                <a:solidFill>
                  <a:schemeClr val="bg1"/>
                </a:solidFill>
                <a:latin typeface="+mj-ea"/>
                <a:ea typeface="+mj-ea"/>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7" name="文本框 6"/>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3" name="图片 2"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19128" y="201501"/>
            <a:ext cx="665148" cy="644012"/>
          </a:xfrm>
          <a:prstGeom prst="rect">
            <a:avLst/>
          </a:prstGeom>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sp>
        <p:nvSpPr>
          <p:cNvPr id="9" name="文本框 8"/>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tx1">
                    <a:lumMod val="50000"/>
                    <a:lumOff val="5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14" name="图片 13"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09328" y="17351"/>
            <a:ext cx="665148" cy="644012"/>
          </a:xfrm>
          <a:prstGeom prst="rect">
            <a:avLst/>
          </a:prstGeom>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pic>
        <p:nvPicPr>
          <p:cNvPr id="64" name="图片 63"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16416" y="18277"/>
            <a:ext cx="665148" cy="644012"/>
          </a:xfrm>
          <a:prstGeom prst="rect">
            <a:avLst/>
          </a:prstGeom>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obj" preserve="1">
  <p:cSld name="标题和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prstGeom prst="rect">
            <a:avLst/>
          </a:prstGeo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a:prstGeom prst="rect">
            <a:avLst/>
          </a:prstGeo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a:prstGeom prst="rect">
            <a:avLst/>
          </a:prstGeo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8" name="文本框 7"/>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11" name="图片 10"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54867" y="491465"/>
            <a:ext cx="1537973" cy="1489100"/>
          </a:xfrm>
          <a:prstGeom prst="rect">
            <a:avLst/>
          </a:prstGeom>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twoTxTwoObj">
  <p:cSld name="1_比较">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1016953" y="2015173"/>
            <a:ext cx="9720263" cy="1498600"/>
          </a:xfrm>
          <a:prstGeom prst="rect">
            <a:avLst/>
          </a:prstGeom>
          <a:effectLst>
            <a:outerShdw blurRad="50800" dist="38100" dir="2700000" algn="tl" rotWithShape="0">
              <a:srgbClr val="0089CE">
                <a:alpha val="40000"/>
              </a:srgbClr>
            </a:outerShdw>
          </a:effectLst>
        </p:spPr>
        <p:txBody>
          <a:bodyPr/>
          <a:lstStyle>
            <a:lvl1pPr algn="l">
              <a:lnSpc>
                <a:spcPct val="110000"/>
              </a:lnSpc>
              <a:defRPr>
                <a:solidFill>
                  <a:schemeClr val="bg1"/>
                </a:solidFill>
                <a:latin typeface="+mj-ea"/>
                <a:ea typeface="+mj-ea"/>
              </a:defRPr>
            </a:lvl1pPr>
          </a:lstStyle>
          <a:p>
            <a:r>
              <a:rPr lang="zh-CN" altLang="en-US" noProof="1"/>
              <a:t>单击此处编辑</a:t>
            </a:r>
            <a:br>
              <a:rPr lang="zh-CN" altLang="en-US" noProof="1"/>
            </a:br>
            <a:r>
              <a:rPr lang="zh-CN" altLang="en-US" noProof="1"/>
              <a:t>母版标题样式</a:t>
            </a:r>
            <a:endParaRPr lang="en-US" noProof="1"/>
          </a:p>
        </p:txBody>
      </p:sp>
      <p:sp>
        <p:nvSpPr>
          <p:cNvPr id="9" name="Content Placeholder 2"/>
          <p:cNvSpPr>
            <a:spLocks noGrp="1"/>
          </p:cNvSpPr>
          <p:nvPr>
            <p:ph idx="1"/>
          </p:nvPr>
        </p:nvSpPr>
        <p:spPr>
          <a:xfrm>
            <a:off x="1090295" y="4009659"/>
            <a:ext cx="9719945" cy="388620"/>
          </a:xfrm>
          <a:prstGeom prst="rect">
            <a:avLst/>
          </a:prstGeom>
        </p:spPr>
        <p:txBody>
          <a:bodyPr/>
          <a:lstStyle>
            <a:lvl1pPr algn="l">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11" name="Content Placeholder 2"/>
          <p:cNvSpPr>
            <a:spLocks noGrp="1"/>
          </p:cNvSpPr>
          <p:nvPr>
            <p:ph idx="13"/>
          </p:nvPr>
        </p:nvSpPr>
        <p:spPr>
          <a:xfrm>
            <a:off x="1036320" y="5357495"/>
            <a:ext cx="9719945" cy="388620"/>
          </a:xfrm>
          <a:prstGeom prst="rect">
            <a:avLst/>
          </a:prstGeom>
        </p:spPr>
        <p:txBody>
          <a:bodyPr/>
          <a:lstStyle>
            <a:lvl1pPr algn="l">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2" name="文本框 1"/>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4" name="图片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blank">
  <p:cSld name="2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cSld>
  <p:clrMapOvr>
    <a:masterClrMapping/>
  </p:clrMapOvr>
  <p:hf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2026/2/12</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pic>
        <p:nvPicPr>
          <p:cNvPr id="7" name="图片 6"/>
          <p:cNvPicPr>
            <a:picLocks noChangeAspect="1"/>
          </p:cNvPicPr>
          <p:nvPr userDrawn="1">
            <p:custDataLst>
              <p:tags r:id="rId1"/>
            </p:custDataLst>
          </p:nvPr>
        </p:nvPicPr>
        <p:blipFill>
          <a:blip r:embed="rId3"/>
          <a:stretch>
            <a:fillRect/>
          </a:stretch>
        </p:blipFill>
        <p:spPr>
          <a:xfrm>
            <a:off x="79375" y="6503035"/>
            <a:ext cx="2501900" cy="304800"/>
          </a:xfrm>
          <a:prstGeom prst="rect">
            <a:avLst/>
          </a:prstGeom>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3"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9" name="图片 8"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pic>
        <p:nvPicPr>
          <p:cNvPr id="2" name="图片 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2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2" name="图片 7" descr="资源 12"/>
          <p:cNvPicPr>
            <a:picLocks noChangeAspect="1" noChangeArrowheads="1"/>
          </p:cNvPicPr>
          <p:nvPr userDrawn="1"/>
        </p:nvPicPr>
        <p:blipFill>
          <a:blip r:embed="rId4"/>
          <a:srcRect/>
          <a:stretch>
            <a:fillRect/>
          </a:stretch>
        </p:blipFill>
        <p:spPr bwMode="auto">
          <a:xfrm>
            <a:off x="0" y="0"/>
            <a:ext cx="11012488" cy="50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9"/>
          <p:cNvSpPr>
            <a:spLocks noGrp="1"/>
          </p:cNvSpPr>
          <p:nvPr>
            <p:ph type="title"/>
          </p:nvPr>
        </p:nvSpPr>
        <p:spPr>
          <a:xfrm>
            <a:off x="198755" y="54737"/>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6" name="图片 5" descr="驯鹿医疗logo纯LOGO 白底字母"/>
          <p:cNvPicPr>
            <a:picLocks noChangeAspect="1"/>
          </p:cNvPicPr>
          <p:nvPr userDrawn="1"/>
        </p:nvPicPr>
        <p:blipFill>
          <a:blip r:embed="rId5"/>
          <a:stretch>
            <a:fillRect/>
          </a:stretch>
        </p:blipFill>
        <p:spPr>
          <a:xfrm>
            <a:off x="9083039" y="7847"/>
            <a:ext cx="701041" cy="549783"/>
          </a:xfrm>
          <a:prstGeom prst="rect">
            <a:avLst/>
          </a:prstGeom>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737235" y="2679382"/>
            <a:ext cx="2128520" cy="1499235"/>
          </a:xfrm>
          <a:prstGeom prst="rect">
            <a:avLst/>
          </a:prstGeo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3158490" y="3028314"/>
            <a:ext cx="4512310" cy="654685"/>
          </a:xfrm>
          <a:prstGeom prst="rect">
            <a:avLst/>
          </a:prstGeom>
          <a:gradFill>
            <a:gsLst>
              <a:gs pos="100000">
                <a:srgbClr val="FEA70A"/>
              </a:gs>
              <a:gs pos="0">
                <a:srgbClr val="C34E07"/>
              </a:gs>
            </a:gsLst>
            <a:lin ang="10800000" scaled="0"/>
          </a:gradFill>
        </p:spPr>
        <p:txBody>
          <a:bodyPr/>
          <a:lstStyle>
            <a:lvl1pPr>
              <a:defRPr sz="2200">
                <a:solidFill>
                  <a:schemeClr val="bg1"/>
                </a:solidFill>
                <a:latin typeface="+mj-ea"/>
                <a:ea typeface="+mj-ea"/>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7" name="文本框 6"/>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3" name="图片 2"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19128" y="201501"/>
            <a:ext cx="665148" cy="644012"/>
          </a:xfrm>
          <a:prstGeom prst="rect">
            <a:avLst/>
          </a:prstGeom>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800"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sz="1800"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cSld>
  <p:clrMapOvr>
    <a:masterClrMapping/>
  </p:clrMapOvr>
  <p:hf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2026/2/12</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pic>
        <p:nvPicPr>
          <p:cNvPr id="7" name="图片 6"/>
          <p:cNvPicPr>
            <a:picLocks noChangeAspect="1"/>
          </p:cNvPicPr>
          <p:nvPr userDrawn="1">
            <p:custDataLst>
              <p:tags r:id="rId1"/>
            </p:custDataLst>
          </p:nvPr>
        </p:nvPicPr>
        <p:blipFill>
          <a:blip r:embed="rId3"/>
          <a:stretch>
            <a:fillRect/>
          </a:stretch>
        </p:blipFill>
        <p:spPr>
          <a:xfrm>
            <a:off x="79375" y="6503035"/>
            <a:ext cx="2501900" cy="304800"/>
          </a:xfrm>
          <a:prstGeom prst="rect">
            <a:avLst/>
          </a:prstGeom>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3"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9" name="图片 8"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pic>
        <p:nvPicPr>
          <p:cNvPr id="2" name="图片 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blank">
  <p:cSld name="2_空白">
    <p:spTree>
      <p:nvGrpSpPr>
        <p:cNvPr id="1" name=""/>
        <p:cNvGrpSpPr/>
        <p:nvPr/>
      </p:nvGrpSpPr>
      <p:grpSpPr>
        <a:xfrm>
          <a:off x="0" y="0"/>
          <a:ext cx="0" cy="0"/>
          <a:chOff x="0" y="0"/>
          <a:chExt cx="0" cy="0"/>
        </a:xfrm>
      </p:grpSpPr>
      <p:pic>
        <p:nvPicPr>
          <p:cNvPr id="5" name="对象 7" hidden="1"/>
          <p:cNvPicPr>
            <a:picLocks noChangeAspect="1" noChangeArrowheads="1"/>
          </p:cNvPicPr>
          <p:nvPr userDrawn="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3692525" cy="521970"/>
          </a:xfrm>
        </p:spPr>
        <p:txBody>
          <a:bodyPr/>
          <a:lstStyle>
            <a:lvl1pPr>
              <a:defRPr sz="2000">
                <a:solidFill>
                  <a:schemeClr val="bg1"/>
                </a:solidFill>
                <a:latin typeface="Arial" panose="020B0604020202020204" pitchFamily="34" charset="0"/>
                <a:ea typeface="+mj-ea"/>
                <a:cs typeface="Arial" panose="020B0604020202020204" pitchFamily="34" charset="0"/>
              </a:defRPr>
            </a:lvl1pPr>
          </a:lstStyle>
          <a:p>
            <a:r>
              <a:rPr lang="zh-CN" altLang="en-US" noProof="1"/>
              <a:t>单击此处编辑母版标题样式</a:t>
            </a:r>
            <a:endParaRPr lang="en-US" noProof="1"/>
          </a:p>
        </p:txBody>
      </p:sp>
      <p:sp>
        <p:nvSpPr>
          <p:cNvPr id="6" name="Text Placeholder 4"/>
          <p:cNvSpPr>
            <a:spLocks noGrp="1"/>
          </p:cNvSpPr>
          <p:nvPr>
            <p:ph type="body" sz="quarter" idx="3"/>
          </p:nvPr>
        </p:nvSpPr>
        <p:spPr>
          <a:xfrm>
            <a:off x="4023360" y="99695"/>
            <a:ext cx="4754880" cy="521970"/>
          </a:xfr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pic>
        <p:nvPicPr>
          <p:cNvPr id="12" name="图片 1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userDrawn="1">
  <p:cSld name="5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8" descr="资源 2"/>
          <p:cNvPicPr>
            <a:picLocks noChangeAspect="1" noChangeArrowheads="1"/>
          </p:cNvPicPr>
          <p:nvPr userDrawn="1"/>
        </p:nvPicPr>
        <p:blipFill rotWithShape="1">
          <a:blip r:embed="rId5" cstate="print"/>
          <a:srcRect b="13940"/>
          <a:stretch>
            <a:fillRect/>
          </a:stretch>
        </p:blipFill>
        <p:spPr bwMode="auto">
          <a:xfrm>
            <a:off x="8756650" y="65088"/>
            <a:ext cx="650875" cy="38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0" y="99695"/>
            <a:ext cx="3692525" cy="521970"/>
          </a:xfrm>
        </p:spPr>
        <p:txBody>
          <a:bodyPr/>
          <a:lstStyle>
            <a:lvl1pPr>
              <a:defRPr sz="2000" baseline="0">
                <a:solidFill>
                  <a:schemeClr val="bg1"/>
                </a:solidFill>
                <a:latin typeface="Calibri" panose="020F0502020204030204" pitchFamily="34" charset="0"/>
                <a:ea typeface="Source Han Sans CN Medium" panose="020B0200000000000000" charset="-122"/>
              </a:defRPr>
            </a:lvl1pPr>
          </a:lstStyle>
          <a:p>
            <a:r>
              <a:rPr lang="zh-CN" altLang="en-US" noProof="1"/>
              <a:t>单击此处编辑母版标题样式</a:t>
            </a:r>
            <a:endParaRPr lang="en-US"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800" noProof="1"/>
          </a:p>
        </p:txBody>
      </p:sp>
      <p:sp>
        <p:nvSpPr>
          <p:cNvPr id="12" name="文本框 11"/>
          <p:cNvSpPr txBox="1"/>
          <p:nvPr/>
        </p:nvSpPr>
        <p:spPr>
          <a:xfrm>
            <a:off x="1425575" y="1835150"/>
            <a:ext cx="2336800" cy="1027113"/>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dirty="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sz="1800" noProof="1"/>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9031605" y="-34925"/>
            <a:ext cx="982980" cy="770890"/>
          </a:xfrm>
          <a:prstGeom prst="rect">
            <a:avLst/>
          </a:prstGeom>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userDrawn="1">
  <p:cSld name="2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0" y="99695"/>
            <a:ext cx="3692525" cy="521970"/>
          </a:xfrm>
        </p:spPr>
        <p:txBody>
          <a:bodyPr/>
          <a:lstStyle>
            <a:lvl1pPr>
              <a:defRPr sz="2000" baseline="0">
                <a:solidFill>
                  <a:schemeClr val="bg1"/>
                </a:solidFill>
                <a:latin typeface="Calibri" panose="020F0502020204030204" pitchFamily="34" charset="0"/>
                <a:ea typeface="Source Han Sans CN Medium" panose="020B0200000000000000" charset="-122"/>
              </a:defRPr>
            </a:lvl1pPr>
          </a:lstStyle>
          <a:p>
            <a:r>
              <a:rPr lang="zh-CN" altLang="en-US" noProof="1"/>
              <a:t>单击此处编辑母版标题样式</a:t>
            </a:r>
            <a:endParaRPr lang="en-US" noProof="1"/>
          </a:p>
        </p:txBody>
      </p:sp>
      <p:sp>
        <p:nvSpPr>
          <p:cNvPr id="2" name="文本框 8"/>
          <p:cNvSpPr txBox="1"/>
          <p:nvPr userDrawn="1"/>
        </p:nvSpPr>
        <p:spPr bwMode="auto">
          <a:xfrm>
            <a:off x="239696" y="6426686"/>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en-US" altLang="zh-CN" sz="1400" dirty="0">
                <a:solidFill>
                  <a:schemeClr val="tx1">
                    <a:lumMod val="50000"/>
                    <a:lumOff val="5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Confidential</a:t>
            </a:r>
            <a:endParaRPr lang="zh-CN" altLang="en-US" sz="1400" dirty="0">
              <a:solidFill>
                <a:schemeClr val="tx1">
                  <a:lumMod val="50000"/>
                  <a:lumOff val="5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endParaRPr>
          </a:p>
        </p:txBody>
      </p:sp>
      <p:pic>
        <p:nvPicPr>
          <p:cNvPr id="3" name="图片 2" descr="驯鹿医疗logo纯LOGO 白底字母"/>
          <p:cNvPicPr>
            <a:picLocks noChangeAspect="1"/>
          </p:cNvPicPr>
          <p:nvPr userDrawn="1"/>
        </p:nvPicPr>
        <p:blipFill>
          <a:blip r:embed="rId5"/>
          <a:stretch>
            <a:fillRect/>
          </a:stretch>
        </p:blipFill>
        <p:spPr>
          <a:xfrm>
            <a:off x="9031605" y="-34925"/>
            <a:ext cx="982980" cy="770890"/>
          </a:xfrm>
          <a:prstGeom prst="rect">
            <a:avLst/>
          </a:prstGeom>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3" name="文本占位符 2"/>
          <p:cNvSpPr>
            <a:spLocks noGrp="1"/>
          </p:cNvSpPr>
          <p:nvPr>
            <p:ph type="body" sz="quarter" idx="10"/>
          </p:nvPr>
        </p:nvSpPr>
        <p:spPr>
          <a:xfrm>
            <a:off x="914399" y="1257300"/>
            <a:ext cx="6067425" cy="914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10"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2" name="图片 1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4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pic>
        <p:nvPicPr>
          <p:cNvPr id="2" name="图片 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type="blank">
  <p:cSld name="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3692525" cy="521970"/>
          </a:xfrm>
        </p:spPr>
        <p:txBody>
          <a:bodyPr/>
          <a:lstStyle>
            <a:lvl1pPr>
              <a:defRPr sz="2000" cap="none" baseline="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sp>
        <p:nvSpPr>
          <p:cNvPr id="6" name="Text Placeholder 4"/>
          <p:cNvSpPr>
            <a:spLocks noGrp="1"/>
          </p:cNvSpPr>
          <p:nvPr>
            <p:ph type="body" sz="quarter" idx="3"/>
          </p:nvPr>
        </p:nvSpPr>
        <p:spPr>
          <a:xfrm>
            <a:off x="4023360" y="99695"/>
            <a:ext cx="4754880" cy="521970"/>
          </a:xfr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Source Han Sans CN Normal" panose="020B0400000000000000" pitchFamily="34" charset="-122"/>
                <a:ea typeface="Source Han Sans CN Normal" panose="020B0400000000000000" pitchFamily="34" charset="-122"/>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pic>
        <p:nvPicPr>
          <p:cNvPr id="2" name="图片 1" descr="驯鹿医疗logo纯LOGO 白底字母"/>
          <p:cNvPicPr>
            <a:picLocks noChangeAspect="1"/>
          </p:cNvPicPr>
          <p:nvPr userDrawn="1"/>
        </p:nvPicPr>
        <p:blipFill>
          <a:blip r:embed="rId5"/>
          <a:stretch>
            <a:fillRect/>
          </a:stretch>
        </p:blipFill>
        <p:spPr>
          <a:xfrm>
            <a:off x="9031605" y="-34925"/>
            <a:ext cx="982980" cy="770890"/>
          </a:xfrm>
          <a:prstGeom prst="rect">
            <a:avLst/>
          </a:prstGeom>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6" y="1270607"/>
            <a:ext cx="46037" cy="5067299"/>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latin typeface="+mj-ea"/>
              <a:ea typeface="+mj-ea"/>
            </a:endParaRPr>
          </a:p>
        </p:txBody>
      </p:sp>
      <p:sp>
        <p:nvSpPr>
          <p:cNvPr id="12" name="文本框 11"/>
          <p:cNvSpPr txBox="1"/>
          <p:nvPr/>
        </p:nvSpPr>
        <p:spPr>
          <a:xfrm>
            <a:off x="1213604" y="3170237"/>
            <a:ext cx="2544286" cy="634020"/>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汇报内容</a:t>
            </a:r>
            <a:endParaRPr lang="zh-CN" altLang="en-US" noProof="1">
              <a:latin typeface="+mj-ea"/>
              <a:ea typeface="+mj-ea"/>
            </a:endParaRPr>
          </a:p>
        </p:txBody>
      </p:sp>
      <p:sp>
        <p:nvSpPr>
          <p:cNvPr id="4" name="Text Placeholder 2"/>
          <p:cNvSpPr>
            <a:spLocks noGrp="1"/>
          </p:cNvSpPr>
          <p:nvPr>
            <p:ph type="body" idx="13"/>
          </p:nvPr>
        </p:nvSpPr>
        <p:spPr>
          <a:xfrm>
            <a:off x="5410200" y="171513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279654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279654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387794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387794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495935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495935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71513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latin typeface="+mj-ea"/>
                <a:ea typeface="+mj-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13" name="文本框 12"/>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mj-ea"/>
                <a:ea typeface="+mj-ea"/>
                <a:sym typeface="微软雅黑 Light" panose="020B0502040204020203" pitchFamily="34" charset="-122"/>
              </a:rPr>
              <a:t>保密资料  禁止外传</a:t>
            </a:r>
          </a:p>
        </p:txBody>
      </p:sp>
      <p:pic>
        <p:nvPicPr>
          <p:cNvPr id="2" name="图片 1"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06428" y="169751"/>
            <a:ext cx="665148" cy="644012"/>
          </a:xfrm>
          <a:prstGeom prst="rect">
            <a:avLst/>
          </a:prstGeom>
        </p:spPr>
      </p:pic>
    </p:spTree>
    <p:extLst>
      <p:ext uri="{BB962C8B-B14F-4D97-AF65-F5344CB8AC3E}">
        <p14:creationId xmlns:p14="http://schemas.microsoft.com/office/powerpoint/2010/main" val="229692130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737235" y="2679382"/>
            <a:ext cx="2128520" cy="1499235"/>
          </a:xfrm>
          <a:prstGeom prst="rect">
            <a:avLst/>
          </a:prstGeo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3158490" y="3028314"/>
            <a:ext cx="4512310" cy="654685"/>
          </a:xfrm>
          <a:prstGeom prst="rect">
            <a:avLst/>
          </a:prstGeom>
          <a:gradFill>
            <a:gsLst>
              <a:gs pos="100000">
                <a:srgbClr val="FEA70A"/>
              </a:gs>
              <a:gs pos="0">
                <a:srgbClr val="C34E07"/>
              </a:gs>
            </a:gsLst>
            <a:lin ang="10800000" scaled="0"/>
          </a:gradFill>
        </p:spPr>
        <p:txBody>
          <a:bodyPr/>
          <a:lstStyle>
            <a:lvl1pPr>
              <a:defRPr sz="2200">
                <a:solidFill>
                  <a:schemeClr val="bg1"/>
                </a:solidFill>
                <a:latin typeface="+mj-ea"/>
                <a:ea typeface="+mj-ea"/>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7" name="文本框 6"/>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3" name="图片 2"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19128" y="201501"/>
            <a:ext cx="665148" cy="644012"/>
          </a:xfrm>
          <a:prstGeom prst="rect">
            <a:avLst/>
          </a:prstGeom>
        </p:spPr>
      </p:pic>
    </p:spTree>
    <p:extLst>
      <p:ext uri="{BB962C8B-B14F-4D97-AF65-F5344CB8AC3E}">
        <p14:creationId xmlns:p14="http://schemas.microsoft.com/office/powerpoint/2010/main" val="218301377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userDrawn="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sp>
        <p:nvSpPr>
          <p:cNvPr id="9" name="文本框 8"/>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tx1">
                    <a:lumMod val="50000"/>
                    <a:lumOff val="5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2" name="图片 1"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extLst>
      <p:ext uri="{BB962C8B-B14F-4D97-AF65-F5344CB8AC3E}">
        <p14:creationId xmlns:p14="http://schemas.microsoft.com/office/powerpoint/2010/main" val="388685848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userDrawn="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Placeholder 4"/>
          <p:cNvSpPr>
            <a:spLocks noGrp="1"/>
          </p:cNvSpPr>
          <p:nvPr>
            <p:ph type="body" sz="quarter" idx="3" hasCustomPrompt="1"/>
          </p:nvPr>
        </p:nvSpPr>
        <p:spPr>
          <a:xfrm>
            <a:off x="108307" y="97790"/>
            <a:ext cx="4754880" cy="521970"/>
          </a:xfrm>
          <a:prstGeom prst="rect">
            <a:avLst/>
          </a:prstGeom>
        </p:spPr>
        <p:txBody>
          <a:bodyPr lIns="137160" rIns="137160" anchor="ctr">
            <a:normAutofit/>
          </a:bodyPr>
          <a:lstStyle>
            <a:lvl1pPr marL="0" indent="0">
              <a:spcBef>
                <a:spcPts val="0"/>
              </a:spcBef>
              <a:spcAft>
                <a:spcPts val="0"/>
              </a:spcAft>
              <a:buNone/>
              <a:defRPr lang="en-US" sz="1600" b="0" kern="1200" cap="none" baseline="0" dirty="0">
                <a:solidFill>
                  <a:schemeClr val="bg1"/>
                </a:solidFill>
                <a:latin typeface="+mj-ea"/>
                <a:ea typeface="+mj-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1.</a:t>
            </a:r>
            <a:r>
              <a:rPr lang="zh-CN" altLang="en-US" noProof="1"/>
              <a:t>一级标题</a:t>
            </a:r>
          </a:p>
        </p:txBody>
      </p:sp>
      <p:pic>
        <p:nvPicPr>
          <p:cNvPr id="9" name="图片 8" descr="驯鹿医疗logo纯LOGO 白底字母"/>
          <p:cNvPicPr>
            <a:picLocks noChangeAspect="1"/>
          </p:cNvPicPr>
          <p:nvPr userDrawn="1"/>
        </p:nvPicPr>
        <p:blipFill>
          <a:blip r:embed="rId5"/>
          <a:stretch>
            <a:fillRect/>
          </a:stretch>
        </p:blipFill>
        <p:spPr>
          <a:xfrm>
            <a:off x="8942705" y="-34925"/>
            <a:ext cx="982980" cy="770890"/>
          </a:xfrm>
          <a:prstGeom prst="rect">
            <a:avLst/>
          </a:prstGeom>
        </p:spPr>
      </p:pic>
    </p:spTree>
    <p:extLst>
      <p:ext uri="{BB962C8B-B14F-4D97-AF65-F5344CB8AC3E}">
        <p14:creationId xmlns:p14="http://schemas.microsoft.com/office/powerpoint/2010/main" val="103365122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type="obj" preserve="1">
  <p:cSld name="标题和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prstGeom prst="rect">
            <a:avLst/>
          </a:prstGeo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a:prstGeom prst="rect">
            <a:avLst/>
          </a:prstGeo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a:prstGeom prst="rect">
            <a:avLst/>
          </a:prstGeo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8" name="文本框 7"/>
          <p:cNvSpPr txBox="1"/>
          <p:nvPr userDrawn="1"/>
        </p:nvSpPr>
        <p:spPr bwMode="auto">
          <a:xfrm>
            <a:off x="239696" y="6436311"/>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zh-CN" altLang="en-US" sz="1400" dirty="0">
                <a:solidFill>
                  <a:schemeClr val="accent2">
                    <a:lumMod val="60000"/>
                    <a:lumOff val="4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保密资料  禁止外传</a:t>
            </a:r>
          </a:p>
        </p:txBody>
      </p:sp>
      <p:pic>
        <p:nvPicPr>
          <p:cNvPr id="11" name="图片 10" descr="徽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54867" y="491465"/>
            <a:ext cx="1537973" cy="1489100"/>
          </a:xfrm>
          <a:prstGeom prst="rect">
            <a:avLst/>
          </a:prstGeom>
        </p:spPr>
      </p:pic>
    </p:spTree>
    <p:extLst>
      <p:ext uri="{BB962C8B-B14F-4D97-AF65-F5344CB8AC3E}">
        <p14:creationId xmlns:p14="http://schemas.microsoft.com/office/powerpoint/2010/main" val="362654038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secHead" preserve="1">
  <p:cSld name="1_节标题">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 name="矩形 10"/>
          <p:cNvSpPr/>
          <p:nvPr userDrawn="1"/>
        </p:nvSpPr>
        <p:spPr>
          <a:xfrm flipH="1">
            <a:off x="3925888" y="1836738"/>
            <a:ext cx="46037" cy="4160837"/>
          </a:xfrm>
          <a:prstGeom prst="rect">
            <a:avLst/>
          </a:prstGeom>
          <a:solidFill>
            <a:schemeClr val="bg1">
              <a:alpha val="39000"/>
            </a:schemeClr>
          </a:solidFill>
          <a:ln w="158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latin typeface="Calibri" panose="020F0502020204030204" pitchFamily="34" charset="0"/>
            </a:endParaRPr>
          </a:p>
        </p:txBody>
      </p:sp>
      <p:sp>
        <p:nvSpPr>
          <p:cNvPr id="12" name="文本框 11"/>
          <p:cNvSpPr txBox="1"/>
          <p:nvPr/>
        </p:nvSpPr>
        <p:spPr>
          <a:xfrm>
            <a:off x="1348509" y="1835150"/>
            <a:ext cx="2413866" cy="1035540"/>
          </a:xfrm>
          <a:prstGeom prst="rect">
            <a:avLst/>
          </a:prstGeom>
          <a:noFill/>
        </p:spPr>
        <p:txBody>
          <a:bodyPr wrap="none">
            <a:spAutoFit/>
          </a:bodyPr>
          <a:lstStyle/>
          <a:p>
            <a:pPr algn="r" defTabSz="914400" fontAlgn="auto">
              <a:lnSpc>
                <a:spcPct val="80000"/>
              </a:lnSpc>
            </a:pPr>
            <a:r>
              <a:rPr lang="zh-CN" altLang="en-US" sz="4400" b="1" cap="all" spc="200" noProof="1">
                <a:solidFill>
                  <a:schemeClr val="bg1"/>
                </a:solidFill>
                <a:latin typeface="+mj-ea"/>
                <a:ea typeface="+mj-ea"/>
                <a:cs typeface="+mn-ea"/>
                <a:sym typeface="+mn-lt"/>
              </a:rPr>
              <a:t>目录</a:t>
            </a:r>
            <a:br>
              <a:rPr lang="en-US" altLang="zh-CN" sz="3200" b="1" cap="all" spc="200">
                <a:solidFill>
                  <a:schemeClr val="bg1"/>
                </a:solidFill>
                <a:latin typeface="+mj-ea"/>
                <a:ea typeface="+mj-ea"/>
                <a:cs typeface="+mn-ea"/>
                <a:sym typeface="+mn-lt"/>
              </a:rPr>
            </a:br>
            <a:r>
              <a:rPr lang="en-US" altLang="zh-CN" sz="3200" b="1" cap="all" spc="200" noProof="1">
                <a:solidFill>
                  <a:schemeClr val="bg1"/>
                </a:solidFill>
                <a:latin typeface="+mj-ea"/>
                <a:ea typeface="+mj-ea"/>
                <a:cs typeface="+mn-ea"/>
                <a:sym typeface="+mn-lt"/>
              </a:rPr>
              <a:t>CONTENT</a:t>
            </a:r>
            <a:endParaRPr lang="zh-CN" altLang="en-US" noProof="1">
              <a:latin typeface="Calibri" panose="020F0502020204030204" pitchFamily="34" charset="0"/>
            </a:endParaRPr>
          </a:p>
        </p:txBody>
      </p:sp>
      <p:sp>
        <p:nvSpPr>
          <p:cNvPr id="4" name="Text Placeholder 2"/>
          <p:cNvSpPr>
            <a:spLocks noGrp="1"/>
          </p:cNvSpPr>
          <p:nvPr>
            <p:ph type="body" idx="13"/>
          </p:nvPr>
        </p:nvSpPr>
        <p:spPr>
          <a:xfrm>
            <a:off x="5410200" y="193421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0" name="Text Placeholder 2"/>
          <p:cNvSpPr>
            <a:spLocks noGrp="1"/>
          </p:cNvSpPr>
          <p:nvPr>
            <p:ph type="body" idx="14"/>
          </p:nvPr>
        </p:nvSpPr>
        <p:spPr>
          <a:xfrm>
            <a:off x="5410200" y="301561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1" name="Text Placeholder 2"/>
          <p:cNvSpPr>
            <a:spLocks noGrp="1"/>
          </p:cNvSpPr>
          <p:nvPr>
            <p:ph type="body" idx="15" hasCustomPrompt="1"/>
          </p:nvPr>
        </p:nvSpPr>
        <p:spPr>
          <a:xfrm>
            <a:off x="4347210" y="301561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2" name="Text Placeholder 2"/>
          <p:cNvSpPr>
            <a:spLocks noGrp="1"/>
          </p:cNvSpPr>
          <p:nvPr>
            <p:ph type="body" idx="16"/>
          </p:nvPr>
        </p:nvSpPr>
        <p:spPr>
          <a:xfrm>
            <a:off x="5410200" y="4097020"/>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3" name="Text Placeholder 2"/>
          <p:cNvSpPr>
            <a:spLocks noGrp="1"/>
          </p:cNvSpPr>
          <p:nvPr>
            <p:ph type="body" idx="17" hasCustomPrompt="1"/>
          </p:nvPr>
        </p:nvSpPr>
        <p:spPr>
          <a:xfrm>
            <a:off x="4347210" y="409702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4" name="Text Placeholder 2"/>
          <p:cNvSpPr>
            <a:spLocks noGrp="1"/>
          </p:cNvSpPr>
          <p:nvPr>
            <p:ph type="body" idx="18"/>
          </p:nvPr>
        </p:nvSpPr>
        <p:spPr>
          <a:xfrm>
            <a:off x="5410200" y="5178425"/>
            <a:ext cx="4570095" cy="747395"/>
          </a:xfrm>
          <a:prstGeom prst="roundRect">
            <a:avLst/>
          </a:prstGeom>
          <a:solidFill>
            <a:schemeClr val="bg1">
              <a:alpha val="74000"/>
            </a:schemeClr>
          </a:solidFill>
        </p:spPr>
        <p:txBody>
          <a:bodyPr lIns="91440" rIns="91440" anchor="ctr">
            <a:noAutofit/>
          </a:bodyPr>
          <a:lstStyle>
            <a:lvl1pPr marL="0" indent="0">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25" name="Text Placeholder 2"/>
          <p:cNvSpPr>
            <a:spLocks noGrp="1"/>
          </p:cNvSpPr>
          <p:nvPr>
            <p:ph type="body" idx="19" hasCustomPrompt="1"/>
          </p:nvPr>
        </p:nvSpPr>
        <p:spPr>
          <a:xfrm>
            <a:off x="4347210" y="5178425"/>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
        <p:nvSpPr>
          <p:cNvPr id="26" name="Text Placeholder 2"/>
          <p:cNvSpPr>
            <a:spLocks noGrp="1"/>
          </p:cNvSpPr>
          <p:nvPr>
            <p:ph type="body" idx="20" hasCustomPrompt="1"/>
          </p:nvPr>
        </p:nvSpPr>
        <p:spPr>
          <a:xfrm>
            <a:off x="4347210" y="1934210"/>
            <a:ext cx="774700" cy="747395"/>
          </a:xfrm>
          <a:prstGeom prst="ellipse">
            <a:avLst/>
          </a:prstGeom>
          <a:solidFill>
            <a:schemeClr val="bg1">
              <a:alpha val="74000"/>
            </a:schemeClr>
          </a:solidFill>
        </p:spPr>
        <p:txBody>
          <a:bodyPr lIns="91440" rIns="91440" anchor="ctr">
            <a:noAutofit/>
          </a:bodyPr>
          <a:lstStyle>
            <a:lvl1pPr marL="0" indent="0" algn="ctr">
              <a:lnSpc>
                <a:spcPct val="100000"/>
              </a:lnSpc>
              <a:spcBef>
                <a:spcPts val="0"/>
              </a:spcBef>
              <a:buNone/>
              <a:defRPr sz="2800">
                <a:solidFill>
                  <a:srgbClr val="10214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1</a:t>
            </a:r>
          </a:p>
        </p:txBody>
      </p:sp>
    </p:spTree>
    <p:extLst>
      <p:ext uri="{BB962C8B-B14F-4D97-AF65-F5344CB8AC3E}">
        <p14:creationId xmlns:p14="http://schemas.microsoft.com/office/powerpoint/2010/main" val="151410230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type="twoObj" preserve="1">
  <p:cSld name="1_两栏内容">
    <p:bg bwMode="auto">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hasCustomPrompt="1"/>
          </p:nvPr>
        </p:nvSpPr>
        <p:spPr>
          <a:xfrm>
            <a:off x="946785" y="3018790"/>
            <a:ext cx="2128520" cy="1499235"/>
          </a:xfrm>
          <a:effectLst>
            <a:outerShdw blurRad="50800" dist="38100" dir="2700000" algn="tl" rotWithShape="0">
              <a:srgbClr val="0089CE">
                <a:alpha val="40000"/>
              </a:srgbClr>
            </a:outerShdw>
          </a:effectLst>
        </p:spPr>
        <p:txBody>
          <a:bodyPr>
            <a:noAutofit/>
          </a:bodyPr>
          <a:lstStyle>
            <a:lvl1pPr>
              <a:defRPr sz="12000" b="1">
                <a:solidFill>
                  <a:schemeClr val="bg1"/>
                </a:solidFill>
                <a:latin typeface="Source Han Sans CN Bold" panose="020B0200000000000000" charset="-122"/>
                <a:ea typeface="Source Han Sans CN Bold" panose="020B0200000000000000" charset="-122"/>
              </a:defRPr>
            </a:lvl1pPr>
          </a:lstStyle>
          <a:p>
            <a:r>
              <a:rPr lang="zh-CN" altLang="en-US" noProof="1"/>
              <a:t>01</a:t>
            </a:r>
          </a:p>
        </p:txBody>
      </p:sp>
      <p:sp>
        <p:nvSpPr>
          <p:cNvPr id="11" name="Content Placeholder 2"/>
          <p:cNvSpPr>
            <a:spLocks noGrp="1"/>
          </p:cNvSpPr>
          <p:nvPr>
            <p:ph idx="13"/>
          </p:nvPr>
        </p:nvSpPr>
        <p:spPr>
          <a:xfrm>
            <a:off x="2923540" y="3637915"/>
            <a:ext cx="3750945" cy="337820"/>
          </a:xfrm>
          <a:gradFill>
            <a:gsLst>
              <a:gs pos="100000">
                <a:srgbClr val="FEA70A"/>
              </a:gs>
              <a:gs pos="0">
                <a:srgbClr val="C34E07"/>
              </a:gs>
            </a:gsLst>
            <a:lin ang="10800000" scaled="0"/>
          </a:gradFill>
        </p:spPr>
        <p:txBody>
          <a:bodyPr/>
          <a:lstStyle>
            <a:lvl1pPr>
              <a:defRPr sz="2200">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Tree>
    <p:extLst>
      <p:ext uri="{BB962C8B-B14F-4D97-AF65-F5344CB8AC3E}">
        <p14:creationId xmlns:p14="http://schemas.microsoft.com/office/powerpoint/2010/main" val="126355758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9031605" y="-34925"/>
            <a:ext cx="982980" cy="770890"/>
          </a:xfrm>
          <a:prstGeom prst="rect">
            <a:avLst/>
          </a:prstGeom>
        </p:spPr>
      </p:pic>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baseline="0">
                <a:latin typeface="Calibri" panose="020F0502020204030204" pitchFamily="34" charset="0"/>
                <a:ea typeface="微软雅黑" panose="020B0503020204020204" pitchFamily="34" charset="-122"/>
                <a:cs typeface="Calibri" panose="020F0502020204030204" pitchFamily="34" charset="0"/>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95530772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extLst>
      <p:ext uri="{BB962C8B-B14F-4D97-AF65-F5344CB8AC3E}">
        <p14:creationId xmlns:p14="http://schemas.microsoft.com/office/powerpoint/2010/main" val="61502909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6" name="页脚占位符 5"/>
          <p:cNvSpPr>
            <a:spLocks noGrp="1"/>
          </p:cNvSpPr>
          <p:nvPr>
            <p:ph type="ftr" sz="quarter" idx="11"/>
            <p:custDataLst>
              <p:tags r:id="rId3"/>
            </p:custDataLst>
          </p:nvPr>
        </p:nvSpPr>
        <p:spPr/>
        <p:txBody>
          <a:bodyPr/>
          <a:lstStyle/>
          <a:p>
            <a:endParaRPr lang="zh-CN" altLang="en-US"/>
          </a:p>
        </p:txBody>
      </p:sp>
      <p:sp>
        <p:nvSpPr>
          <p:cNvPr id="7" name="灯片编号占位符 6"/>
          <p:cNvSpPr>
            <a:spLocks noGrp="1"/>
          </p:cNvSpPr>
          <p:nvPr>
            <p:ph type="sldNum" sz="quarter" idx="12"/>
            <p:custDataLst>
              <p:tags r:id="rId4"/>
            </p:custDataLst>
          </p:nvPr>
        </p:nvSpPr>
        <p:spPr/>
        <p:txBody>
          <a:bodyPr/>
          <a:lstStyle>
            <a:lvl1pPr>
              <a:defRPr baseline="0"/>
            </a:lvl1pPr>
          </a:lstStyle>
          <a:p>
            <a:fld id="{FABC47A4-756D-490B-A52F-7D9E2C9FC05F}" type="slidenum">
              <a:rPr lang="zh-CN" altLang="en-US" smtClean="0"/>
              <a:t>‹#›</a:t>
            </a:fld>
            <a:endParaRPr lang="zh-CN" altLang="en-US"/>
          </a:p>
        </p:txBody>
      </p:sp>
      <p:sp>
        <p:nvSpPr>
          <p:cNvPr id="9" name="标题 8"/>
          <p:cNvSpPr>
            <a:spLocks noGrp="1"/>
          </p:cNvSpPr>
          <p:nvPr>
            <p:ph type="title"/>
            <p:custDataLst>
              <p:tags r:id="rId5"/>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216738753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1216362"/>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11" name="矩形 10"/>
          <p:cNvSpPr/>
          <p:nvPr userDrawn="1"/>
        </p:nvSpPr>
        <p:spPr>
          <a:xfrm>
            <a:off x="1" y="-1"/>
            <a:ext cx="12192000" cy="68580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图片 7" descr="资源 12"/>
          <p:cNvPicPr>
            <a:picLocks noChangeAspect="1" noChangeArrowheads="1"/>
          </p:cNvPicPr>
          <p:nvPr userDrawn="1"/>
        </p:nvPicPr>
        <p:blipFill rotWithShape="1">
          <a:blip r:embed="rId3" cstate="screen">
            <a:extLst>
              <a:ext uri="{BEBA8EAE-BF5A-486C-A8C5-ECC9F3942E4B}">
                <a14:imgProps xmlns:a14="http://schemas.microsoft.com/office/drawing/2010/main">
                  <a14:imgLayer r:embed="rId4">
                    <a14:imgEffect>
                      <a14:brightnessContrast bright="-5000"/>
                    </a14:imgEffect>
                  </a14:imgLayer>
                </a14:imgProps>
              </a:ext>
            </a:extLst>
          </a:blip>
          <a:srcRect l="35209" t="3008" r="8307" b="3008"/>
          <a:stretch>
            <a:fillRect/>
          </a:stretch>
        </p:blipFill>
        <p:spPr bwMode="auto">
          <a:xfrm>
            <a:off x="3174" y="-1"/>
            <a:ext cx="11971111" cy="1059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descr="驯鹿医疗logo纯LOGO 白底字母"/>
          <p:cNvPicPr>
            <a:picLocks noChangeAspect="1"/>
          </p:cNvPicPr>
          <p:nvPr userDrawn="1"/>
        </p:nvPicPr>
        <p:blipFill rotWithShape="1">
          <a:blip r:embed="rId5" cstate="screen"/>
          <a:srcRect/>
          <a:stretch>
            <a:fillRect/>
          </a:stretch>
        </p:blipFill>
        <p:spPr>
          <a:xfrm>
            <a:off x="10581293" y="248139"/>
            <a:ext cx="986213" cy="563265"/>
          </a:xfrm>
          <a:prstGeom prst="rect">
            <a:avLst/>
          </a:prstGeom>
        </p:spPr>
      </p:pic>
      <p:pic>
        <p:nvPicPr>
          <p:cNvPr id="5" name="对象 7" hidden="1"/>
          <p:cNvPicPr>
            <a:picLocks noChangeAspect="1" noChangeArrowheads="1"/>
          </p:cNvPicPr>
          <p:nvPr userDrawn="1">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4" name="Title 9"/>
          <p:cNvSpPr>
            <a:spLocks noGrp="1"/>
          </p:cNvSpPr>
          <p:nvPr userDrawn="1">
            <p:ph type="title" hasCustomPrompt="1"/>
          </p:nvPr>
        </p:nvSpPr>
        <p:spPr>
          <a:xfrm>
            <a:off x="376785" y="210710"/>
            <a:ext cx="9863800" cy="403653"/>
          </a:xfrm>
        </p:spPr>
        <p:txBody>
          <a:bodyPr lIns="0" tIns="0" rIns="0" bIns="0">
            <a:noAutofit/>
          </a:bodyPr>
          <a:lstStyle>
            <a:lvl1pPr algn="l">
              <a:defRPr sz="3200" b="0" spc="0">
                <a:solidFill>
                  <a:schemeClr val="bg1"/>
                </a:solidFill>
                <a:effectLst/>
                <a:latin typeface="+mj-ea"/>
                <a:ea typeface="+mj-ea"/>
              </a:defRPr>
            </a:lvl1pPr>
          </a:lstStyle>
          <a:p>
            <a:r>
              <a:rPr lang="zh-CN" altLang="en-US" noProof="1"/>
              <a:t>输入中文标题</a:t>
            </a:r>
            <a:endParaRPr lang="en-US" noProof="1"/>
          </a:p>
        </p:txBody>
      </p:sp>
      <p:sp>
        <p:nvSpPr>
          <p:cNvPr id="9" name="文本占位符 8"/>
          <p:cNvSpPr>
            <a:spLocks noGrp="1"/>
          </p:cNvSpPr>
          <p:nvPr>
            <p:ph type="body" sz="quarter" idx="10" hasCustomPrompt="1"/>
          </p:nvPr>
        </p:nvSpPr>
        <p:spPr>
          <a:xfrm>
            <a:off x="377449" y="647769"/>
            <a:ext cx="9867866" cy="252412"/>
          </a:xfrm>
        </p:spPr>
        <p:txBody>
          <a:bodyPr lIns="0" tIns="0" rIns="0" bIns="0">
            <a:noAutofit/>
          </a:bodyPr>
          <a:lstStyle>
            <a:lvl1pPr marL="0" indent="0">
              <a:lnSpc>
                <a:spcPct val="100000"/>
              </a:lnSpc>
              <a:buNone/>
              <a:defRPr lang="zh-CN" altLang="en-US" sz="1500" b="0" u="none" strike="noStrike" kern="1200" cap="none" spc="0" normalizeH="0" baseline="0" dirty="0" smtClean="0">
                <a:solidFill>
                  <a:schemeClr val="bg1"/>
                </a:solidFill>
                <a:effectLst/>
                <a:uFillTx/>
                <a:latin typeface="+mn-ea"/>
                <a:ea typeface="+mn-ea"/>
                <a:cs typeface="+mj-cs"/>
              </a:defRPr>
            </a:lvl1pPr>
          </a:lstStyle>
          <a:p>
            <a:pPr lvl="0"/>
            <a:r>
              <a:rPr lang="zh-CN" altLang="en-US" dirty="0"/>
              <a:t>输入英文标题</a:t>
            </a:r>
          </a:p>
        </p:txBody>
      </p:sp>
    </p:spTree>
    <p:extLst>
      <p:ext uri="{BB962C8B-B14F-4D97-AF65-F5344CB8AC3E}">
        <p14:creationId xmlns:p14="http://schemas.microsoft.com/office/powerpoint/2010/main" val="2030558701"/>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195459029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765170944"/>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1355685816"/>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419894404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日期占位符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2037991182"/>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日期占位符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3627061749"/>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47564385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3402885771"/>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vert="horz" lIns="91440" tIns="45720" rIns="91440" bIns="45720" rtlCol="0" anchor="t">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668734634"/>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196395669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1100054493"/>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type="blank">
  <p:cSld name="1_空白">
    <p:spTree>
      <p:nvGrpSpPr>
        <p:cNvPr id="1" name=""/>
        <p:cNvGrpSpPr/>
        <p:nvPr/>
      </p:nvGrpSpPr>
      <p:grpSpPr>
        <a:xfrm>
          <a:off x="0" y="0"/>
          <a:ext cx="0" cy="0"/>
          <a:chOff x="0" y="0"/>
          <a:chExt cx="0" cy="0"/>
        </a:xfrm>
      </p:grpSpPr>
      <p:pic>
        <p:nvPicPr>
          <p:cNvPr id="2050" name="对象 7" hidden="1"/>
          <p:cNvPicPr>
            <a:picLocks noChangeAspect="1"/>
          </p:cNvPicPr>
          <p:nvPr>
            <p:custDataLst>
              <p:tags r:id="rId1"/>
            </p:custDataLst>
          </p:nvPr>
        </p:nvPicPr>
        <p:blipFill>
          <a:blip r:embed="rId3"/>
          <a:stretch>
            <a:fillRect/>
          </a:stretch>
        </p:blipFill>
        <p:spPr>
          <a:xfrm>
            <a:off x="1588" y="1588"/>
            <a:ext cx="1587" cy="1587"/>
          </a:xfrm>
          <a:prstGeom prst="rect">
            <a:avLst/>
          </a:prstGeom>
          <a:noFill/>
          <a:ln w="38100">
            <a:noFill/>
          </a:ln>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spTree>
    <p:extLst>
      <p:ext uri="{BB962C8B-B14F-4D97-AF65-F5344CB8AC3E}">
        <p14:creationId xmlns:p14="http://schemas.microsoft.com/office/powerpoint/2010/main" val="3836574515"/>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330835" y="99060"/>
            <a:ext cx="4231640" cy="505460"/>
          </a:xfrm>
        </p:spPr>
        <p:txBody>
          <a:bodyPr/>
          <a:lstStyle>
            <a:lvl1pPr>
              <a:defRPr sz="2000">
                <a:solidFill>
                  <a:schemeClr val="bg1"/>
                </a:solidFill>
                <a:latin typeface="Source Han Sans CN Medium" panose="020B0200000000000000" charset="-122"/>
                <a:ea typeface="Source Han Sans CN Medium" panose="020B0200000000000000" charset="-122"/>
              </a:defRPr>
            </a:lvl1pPr>
          </a:lstStyle>
          <a:p>
            <a:r>
              <a:rPr lang="zh-CN" altLang="en-US" noProof="1"/>
              <a:t>单击此处编辑母版标题样式</a:t>
            </a:r>
            <a:endParaRPr lang="en-US" noProof="1"/>
          </a:p>
        </p:txBody>
      </p:sp>
      <p:pic>
        <p:nvPicPr>
          <p:cNvPr id="10" name="图片 9" descr="驯鹿医疗logo纯LOGO 白底字母"/>
          <p:cNvPicPr>
            <a:picLocks noChangeAspect="1"/>
          </p:cNvPicPr>
          <p:nvPr userDrawn="1"/>
        </p:nvPicPr>
        <p:blipFill>
          <a:blip r:embed="rId5"/>
          <a:stretch>
            <a:fillRect/>
          </a:stretch>
        </p:blipFill>
        <p:spPr>
          <a:xfrm>
            <a:off x="9031605" y="-34925"/>
            <a:ext cx="982980" cy="770890"/>
          </a:xfrm>
          <a:prstGeom prst="rect">
            <a:avLst/>
          </a:prstGeom>
        </p:spPr>
      </p:pic>
      <p:sp>
        <p:nvSpPr>
          <p:cNvPr id="6" name="灯片编号占位符 5">
            <a:extLst>
              <a:ext uri="{FF2B5EF4-FFF2-40B4-BE49-F238E27FC236}">
                <a16:creationId xmlns:a16="http://schemas.microsoft.com/office/drawing/2014/main" id="{1179BF46-80F3-B2FE-268F-4E29574E1286}"/>
              </a:ext>
            </a:extLst>
          </p:cNvPr>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33846615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type="obj" preserve="1">
  <p:cSld name="1_标题和内容">
    <p:bg bwMode="auto">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6" name="对象 7" hidden="1"/>
          <p:cNvPicPr>
            <a:picLocks noChangeAspect="1" noChangeArrowheads="1"/>
          </p:cNvPicPr>
          <p:nvPr userDrawn="1">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2" name="Title 1"/>
          <p:cNvSpPr>
            <a:spLocks noGrp="1"/>
          </p:cNvSpPr>
          <p:nvPr>
            <p:ph type="title"/>
          </p:nvPr>
        </p:nvSpPr>
        <p:spPr>
          <a:xfrm>
            <a:off x="1630045" y="2539365"/>
            <a:ext cx="9719945" cy="1117600"/>
          </a:xfrm>
          <a:effectLst>
            <a:outerShdw blurRad="50800" dist="38100" dir="2700000" algn="tl" rotWithShape="0">
              <a:srgbClr val="0089CE">
                <a:alpha val="40000"/>
              </a:srgbClr>
            </a:outerShdw>
          </a:effectLst>
        </p:spPr>
        <p:txBody>
          <a:bodyPr/>
          <a:lstStyle>
            <a:lvl1pPr algn="r">
              <a:lnSpc>
                <a:spcPct val="110000"/>
              </a:lnSpc>
              <a:defRPr>
                <a:solidFill>
                  <a:schemeClr val="bg1"/>
                </a:solidFill>
              </a:defRPr>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1630045" y="3656965"/>
            <a:ext cx="9719945" cy="388620"/>
          </a:xfrm>
        </p:spPr>
        <p:txBody>
          <a:bodyPr/>
          <a:lstStyle>
            <a:lvl1pPr algn="r">
              <a:defRPr>
                <a:solidFill>
                  <a:schemeClr val="bg1"/>
                </a:solidFill>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sp>
        <p:nvSpPr>
          <p:cNvPr id="5" name="Content Placeholder 2"/>
          <p:cNvSpPr>
            <a:spLocks noGrp="1"/>
          </p:cNvSpPr>
          <p:nvPr>
            <p:ph idx="13"/>
          </p:nvPr>
        </p:nvSpPr>
        <p:spPr>
          <a:xfrm>
            <a:off x="1630045" y="5376545"/>
            <a:ext cx="9719945" cy="388620"/>
          </a:xfrm>
        </p:spPr>
        <p:txBody>
          <a:bodyPr/>
          <a:lstStyle>
            <a:lvl1pPr algn="r">
              <a:defRPr sz="1900">
                <a:solidFill>
                  <a:schemeClr val="bg1"/>
                </a:solidFill>
                <a:latin typeface="Source Han Sans CN Light" panose="020B0200000000000000" charset="-122"/>
                <a:ea typeface="Source Han Sans CN Light" panose="020B0200000000000000" charset="-122"/>
              </a:defRPr>
            </a:lvl1pPr>
            <a:lvl2pPr marL="12827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noProof="1"/>
              <a:t>单击此处编辑母版文本样式</a:t>
            </a:r>
            <a:endParaRPr lang="en-US" noProof="1"/>
          </a:p>
        </p:txBody>
      </p:sp>
      <p:pic>
        <p:nvPicPr>
          <p:cNvPr id="10" name="图片 9" descr="驯鹿医疗logo纯LOGO 白底字母"/>
          <p:cNvPicPr>
            <a:picLocks noChangeAspect="1"/>
          </p:cNvPicPr>
          <p:nvPr userDrawn="1">
            <p:custDataLst>
              <p:tags r:id="rId2"/>
            </p:custDataLst>
          </p:nvPr>
        </p:nvPicPr>
        <p:blipFill>
          <a:blip r:embed="rId6"/>
          <a:stretch>
            <a:fillRect/>
          </a:stretch>
        </p:blipFill>
        <p:spPr>
          <a:xfrm>
            <a:off x="9408160" y="146050"/>
            <a:ext cx="2014855" cy="1579245"/>
          </a:xfrm>
          <a:prstGeom prst="rect">
            <a:avLst/>
          </a:prstGeom>
        </p:spPr>
      </p:pic>
    </p:spTree>
    <p:extLst>
      <p:ext uri="{BB962C8B-B14F-4D97-AF65-F5344CB8AC3E}">
        <p14:creationId xmlns:p14="http://schemas.microsoft.com/office/powerpoint/2010/main" val="800740719"/>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223569194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74624699"/>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userDrawn="1">
  <p:cSld name="3_空白">
    <p:spTree>
      <p:nvGrpSpPr>
        <p:cNvPr id="1" name=""/>
        <p:cNvGrpSpPr/>
        <p:nvPr/>
      </p:nvGrpSpPr>
      <p:grpSpPr>
        <a:xfrm>
          <a:off x="0" y="0"/>
          <a:ext cx="0" cy="0"/>
          <a:chOff x="0" y="0"/>
          <a:chExt cx="0" cy="0"/>
        </a:xfrm>
      </p:grpSpPr>
      <p:pic>
        <p:nvPicPr>
          <p:cNvPr id="5" name="对象 7" hidden="1"/>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图片 7" descr="资源 12"/>
          <p:cNvPicPr>
            <a:picLocks noChangeAspect="1" noChangeArrowheads="1"/>
          </p:cNvPicPr>
          <p:nvPr userDrawn="1"/>
        </p:nvPicPr>
        <p:blipFill>
          <a:blip r:embed="rId4"/>
          <a:srcRect/>
          <a:stretch>
            <a:fillRect/>
          </a:stretch>
        </p:blipFill>
        <p:spPr bwMode="auto">
          <a:xfrm>
            <a:off x="0" y="0"/>
            <a:ext cx="110124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8" descr="资源 2"/>
          <p:cNvPicPr>
            <a:picLocks noChangeAspect="1" noChangeArrowheads="1"/>
          </p:cNvPicPr>
          <p:nvPr userDrawn="1"/>
        </p:nvPicPr>
        <p:blipFill rotWithShape="1">
          <a:blip r:embed="rId5" cstate="print"/>
          <a:srcRect b="13940"/>
          <a:stretch>
            <a:fillRect/>
          </a:stretch>
        </p:blipFill>
        <p:spPr bwMode="auto">
          <a:xfrm>
            <a:off x="8756650" y="65088"/>
            <a:ext cx="650875" cy="38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9"/>
          <p:cNvSpPr>
            <a:spLocks noGrp="1"/>
          </p:cNvSpPr>
          <p:nvPr>
            <p:ph type="title"/>
          </p:nvPr>
        </p:nvSpPr>
        <p:spPr>
          <a:xfrm>
            <a:off x="0" y="99695"/>
            <a:ext cx="3692525" cy="521970"/>
          </a:xfrm>
        </p:spPr>
        <p:txBody>
          <a:bodyPr/>
          <a:lstStyle>
            <a:lvl1pPr>
              <a:defRPr sz="2000" baseline="0">
                <a:solidFill>
                  <a:schemeClr val="bg1"/>
                </a:solidFill>
                <a:latin typeface="Calibri" panose="020F0502020204030204" pitchFamily="34" charset="0"/>
                <a:ea typeface="Source Han Sans CN Medium" panose="020B0200000000000000" charset="-122"/>
              </a:defRPr>
            </a:lvl1pPr>
          </a:lstStyle>
          <a:p>
            <a:r>
              <a:rPr lang="zh-CN" altLang="en-US" noProof="1"/>
              <a:t>单击此处编辑母版标题样式</a:t>
            </a:r>
            <a:endParaRPr lang="en-US" noProof="1"/>
          </a:p>
        </p:txBody>
      </p:sp>
      <p:sp>
        <p:nvSpPr>
          <p:cNvPr id="2" name="文本框 8"/>
          <p:cNvSpPr txBox="1"/>
          <p:nvPr userDrawn="1"/>
        </p:nvSpPr>
        <p:spPr bwMode="auto">
          <a:xfrm>
            <a:off x="239696" y="6426686"/>
            <a:ext cx="2246051" cy="33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just">
              <a:lnSpc>
                <a:spcPct val="120000"/>
              </a:lnSpc>
              <a:spcBef>
                <a:spcPct val="20000"/>
              </a:spcBef>
            </a:pPr>
            <a:r>
              <a:rPr lang="en-US" altLang="zh-CN" sz="1400" dirty="0">
                <a:solidFill>
                  <a:schemeClr val="tx1">
                    <a:lumMod val="50000"/>
                    <a:lumOff val="5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rPr>
              <a:t>Confidential</a:t>
            </a:r>
            <a:endParaRPr lang="zh-CN" altLang="en-US" sz="1400" dirty="0">
              <a:solidFill>
                <a:schemeClr val="tx1">
                  <a:lumMod val="50000"/>
                  <a:lumOff val="50000"/>
                </a:schemeClr>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endParaRPr>
          </a:p>
        </p:txBody>
      </p:sp>
    </p:spTree>
    <p:extLst>
      <p:ext uri="{BB962C8B-B14F-4D97-AF65-F5344CB8AC3E}">
        <p14:creationId xmlns:p14="http://schemas.microsoft.com/office/powerpoint/2010/main" val="1944628982"/>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NAV - Title Slide">
    <p:bg>
      <p:bgPr>
        <a:solidFill>
          <a:schemeClr val="bg1">
            <a:lumMod val="95000"/>
          </a:schemeClr>
        </a:solidFill>
        <a:effectLst/>
      </p:bgPr>
    </p:bg>
    <p:spTree>
      <p:nvGrpSpPr>
        <p:cNvPr id="1" name=""/>
        <p:cNvGrpSpPr/>
        <p:nvPr/>
      </p:nvGrpSpPr>
      <p:grpSpPr>
        <a:xfrm>
          <a:off x="0" y="0"/>
          <a:ext cx="0" cy="0"/>
          <a:chOff x="0" y="0"/>
          <a:chExt cx="0" cy="0"/>
        </a:xfrm>
      </p:grpSpPr>
      <p:pic>
        <p:nvPicPr>
          <p:cNvPr id="27" name="Cover 1"/>
          <p:cNvPicPr>
            <a:picLocks noChangeAspect="1"/>
          </p:cNvPicPr>
          <p:nvPr userDrawn="1"/>
        </p:nvPicPr>
        <p:blipFill>
          <a:blip r:embed="rId3"/>
          <a:stretch>
            <a:fillRect/>
          </a:stretch>
        </p:blipFill>
        <p:spPr>
          <a:xfrm>
            <a:off x="479" y="1"/>
            <a:ext cx="12191039" cy="6857999"/>
          </a:xfrm>
          <a:prstGeom prst="rect">
            <a:avLst/>
          </a:prstGeom>
        </p:spPr>
      </p:pic>
      <p:sp>
        <p:nvSpPr>
          <p:cNvPr id="2" name="Presentation - Title"/>
          <p:cNvSpPr>
            <a:spLocks noGrp="1"/>
          </p:cNvSpPr>
          <p:nvPr>
            <p:ph type="title" hasCustomPrompt="1"/>
          </p:nvPr>
        </p:nvSpPr>
        <p:spPr>
          <a:xfrm>
            <a:off x="854593" y="4675933"/>
            <a:ext cx="6741546" cy="661595"/>
          </a:xfrm>
          <a:prstGeom prst="rect">
            <a:avLst/>
          </a:prstGeom>
        </p:spPr>
        <p:txBody>
          <a:bodyPr vert="horz" lIns="0" tIns="0" rIns="0" bIns="0" rtlCol="0" anchor="b">
            <a:noAutofit/>
          </a:bodyPr>
          <a:lstStyle>
            <a:lvl1pPr algn="l">
              <a:lnSpc>
                <a:spcPct val="90000"/>
              </a:lnSpc>
              <a:defRPr kumimoji="0" lang="en-US" sz="2782" b="1" i="0" u="none" strike="noStrike" cap="none" spc="-107" normalizeH="0" baseline="0">
                <a:ln>
                  <a:noFill/>
                </a:ln>
                <a:solidFill>
                  <a:schemeClr val="accent3">
                    <a:lumMod val="50000"/>
                  </a:schemeClr>
                </a:solidFill>
                <a:effectLst/>
                <a:uLnTx/>
                <a:uFillTx/>
                <a:latin typeface="Arial" panose="020B0604020202020204" pitchFamily="34" charset="0"/>
                <a:ea typeface="+mj-ea"/>
                <a:cs typeface="Arial" panose="020B0604020202020204" pitchFamily="34" charset="0"/>
                <a:sym typeface="Arial" panose="020B0604020202020204" pitchFamily="34" charset="0"/>
              </a:defRPr>
            </a:lvl1pPr>
          </a:lstStyle>
          <a:p>
            <a:pPr marL="0" marR="0" lvl="0" indent="0" defTabSz="897637" fontAlgn="auto">
              <a:lnSpc>
                <a:spcPct val="100000"/>
              </a:lnSpc>
              <a:spcAft>
                <a:spcPct val="0"/>
              </a:spcAft>
              <a:buClrTx/>
              <a:buSzTx/>
              <a:buFontTx/>
            </a:pPr>
            <a:r>
              <a:rPr lang="zh-TW" altLang="en-US"/>
              <a:t>演示标题</a:t>
            </a:r>
            <a:endParaRPr lang="en-US"/>
          </a:p>
        </p:txBody>
      </p:sp>
      <p:sp>
        <p:nvSpPr>
          <p:cNvPr id="4" name="Presentation - Sub-Title"/>
          <p:cNvSpPr>
            <a:spLocks noGrp="1"/>
          </p:cNvSpPr>
          <p:nvPr>
            <p:ph type="body" sz="quarter" idx="11" hasCustomPrompt="1"/>
          </p:nvPr>
        </p:nvSpPr>
        <p:spPr>
          <a:xfrm>
            <a:off x="854593" y="5452057"/>
            <a:ext cx="6741546" cy="617389"/>
          </a:xfrm>
          <a:prstGeom prst="rect">
            <a:avLst/>
          </a:prstGeom>
        </p:spPr>
        <p:txBody>
          <a:bodyPr lIns="0" tIns="0" rIns="0" bIns="0" anchor="t">
            <a:noAutofit/>
          </a:bodyPr>
          <a:lstStyle>
            <a:lvl1pPr marL="0" indent="0" algn="l" defTabSz="805903" rtl="0" eaLnBrk="1" latinLnBrk="0" hangingPunct="1">
              <a:spcBef>
                <a:spcPct val="0"/>
              </a:spcBef>
              <a:spcAft>
                <a:spcPts val="353"/>
              </a:spcAft>
              <a:buFont typeface="Arial" panose="020B0604020202020204" pitchFamily="34" charset="0"/>
              <a:buNone/>
              <a:defRPr lang="en-US" sz="1926" b="0" kern="1200" baseline="0">
                <a:solidFill>
                  <a:schemeClr val="accent3">
                    <a:lumMod val="50000"/>
                  </a:schemeClr>
                </a:solidFill>
                <a:latin typeface="Arial" panose="020B0604020202020204" pitchFamily="34" charset="0"/>
                <a:ea typeface="+mj-ea"/>
                <a:cs typeface="Arial" panose="020B0604020202020204" pitchFamily="34" charset="0"/>
                <a:sym typeface="Arial" panose="020B0604020202020204" pitchFamily="34" charset="0"/>
              </a:defRPr>
            </a:lvl1pPr>
          </a:lstStyle>
          <a:p>
            <a:pPr marL="0" lvl="0" indent="0" algn="l" defTabSz="805903" rtl="0" eaLnBrk="1" latinLnBrk="0" hangingPunct="1">
              <a:spcBef>
                <a:spcPct val="0"/>
              </a:spcBef>
              <a:spcAft>
                <a:spcPts val="353"/>
              </a:spcAft>
              <a:buFont typeface="Arial" panose="020B0604020202020204" pitchFamily="34" charset="0"/>
              <a:buNone/>
            </a:pPr>
            <a:r>
              <a:rPr lang="zh-CN" altLang="en-US"/>
              <a:t>营业单位、客户名称或项目名称</a:t>
            </a:r>
            <a:endParaRPr lang="en-US"/>
          </a:p>
        </p:txBody>
      </p:sp>
      <p:sp>
        <p:nvSpPr>
          <p:cNvPr id="8" name="Presentation - Date"/>
          <p:cNvSpPr>
            <a:spLocks noGrp="1"/>
          </p:cNvSpPr>
          <p:nvPr>
            <p:ph type="body" sz="quarter" idx="10" hasCustomPrompt="1"/>
          </p:nvPr>
        </p:nvSpPr>
        <p:spPr>
          <a:xfrm>
            <a:off x="854594" y="6109318"/>
            <a:ext cx="5022758" cy="250115"/>
          </a:xfrm>
          <a:prstGeom prst="rect">
            <a:avLst/>
          </a:prstGeom>
        </p:spPr>
        <p:txBody>
          <a:bodyPr lIns="0" tIns="0" rIns="0" bIns="0" anchor="ctr">
            <a:noAutofit/>
          </a:bodyPr>
          <a:lstStyle>
            <a:lvl1pPr marL="0" indent="0" algn="l">
              <a:buNone/>
              <a:defRPr sz="1498" b="1" baseline="0">
                <a:solidFill>
                  <a:schemeClr val="accent3">
                    <a:lumMod val="50000"/>
                  </a:schemeClr>
                </a:solidFill>
                <a:latin typeface="Arial" panose="020B0604020202020204" pitchFamily="34" charset="0"/>
                <a:ea typeface="+mj-ea"/>
                <a:cs typeface="Arial" panose="020B0604020202020204" pitchFamily="34" charset="0"/>
                <a:sym typeface="Arial" panose="020B0604020202020204" pitchFamily="34" charset="0"/>
              </a:defRPr>
            </a:lvl1pPr>
            <a:lvl5pPr>
              <a:defRPr/>
            </a:lvl5pPr>
          </a:lstStyle>
          <a:p>
            <a:pPr lvl="0"/>
            <a:r>
              <a:rPr lang="zh-TW" altLang="en-US"/>
              <a:t>日期 </a:t>
            </a:r>
            <a:r>
              <a:rPr lang="en-US" altLang="zh-TW"/>
              <a:t>(e.g. 2017</a:t>
            </a:r>
            <a:r>
              <a:rPr lang="zh-TW" altLang="en-US"/>
              <a:t>年</a:t>
            </a:r>
            <a:r>
              <a:rPr lang="en-US" altLang="zh-TW"/>
              <a:t>1</a:t>
            </a:r>
            <a:r>
              <a:rPr lang="zh-TW" altLang="en-US"/>
              <a:t>月</a:t>
            </a:r>
            <a:r>
              <a:rPr lang="en-US" altLang="zh-TW"/>
              <a:t>1</a:t>
            </a:r>
            <a:r>
              <a:rPr lang="zh-TW" altLang="en-US"/>
              <a:t>日</a:t>
            </a:r>
            <a:r>
              <a:rPr lang="en-US" altLang="zh-TW"/>
              <a:t>)</a:t>
            </a:r>
          </a:p>
        </p:txBody>
      </p:sp>
      <p:sp>
        <p:nvSpPr>
          <p:cNvPr id="9" name="Presentation - Draft Watermark" hidden="1"/>
          <p:cNvSpPr txBox="1"/>
          <p:nvPr userDrawn="1"/>
        </p:nvSpPr>
        <p:spPr>
          <a:xfrm>
            <a:off x="10529455" y="927849"/>
            <a:ext cx="997527" cy="244411"/>
          </a:xfrm>
          <a:prstGeom prst="rect">
            <a:avLst/>
          </a:prstGeom>
          <a:noFill/>
        </p:spPr>
        <p:txBody>
          <a:bodyPr wrap="square" lIns="0" tIns="0" rIns="0" bIns="0" rtlCol="0" anchor="ctr" anchorCtr="0">
            <a:noAutofit/>
          </a:bodyPr>
          <a:lstStyle/>
          <a:p>
            <a:pPr algn="r"/>
            <a:r>
              <a:rPr lang="zh-TW" altLang="en-US" sz="1926" b="1" spc="0">
                <a:solidFill>
                  <a:srgbClr val="FF0000"/>
                </a:solidFill>
                <a:latin typeface="Arial" panose="020B0604020202020204" pitchFamily="34" charset="0"/>
                <a:cs typeface="Arial" panose="020B0604020202020204" pitchFamily="34" charset="0"/>
                <a:sym typeface="Arial" panose="020B0604020202020204" pitchFamily="34" charset="0"/>
              </a:rPr>
              <a:t>草稿</a:t>
            </a:r>
            <a:endParaRPr lang="en-US" sz="1926" b="1" spc="0"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sp>
        <p:nvSpPr>
          <p:cNvPr id="11" name="Presentation - Disclaimers" hidden="1"/>
          <p:cNvSpPr>
            <a:spLocks noChangeArrowheads="1"/>
          </p:cNvSpPr>
          <p:nvPr userDrawn="1">
            <p:custDataLst>
              <p:tags r:id="rId1"/>
            </p:custDataLst>
          </p:nvPr>
        </p:nvSpPr>
        <p:spPr bwMode="auto">
          <a:xfrm>
            <a:off x="4445009" y="6406179"/>
            <a:ext cx="3325091" cy="132409"/>
          </a:xfrm>
          <a:prstGeom prst="rect">
            <a:avLst/>
          </a:prstGeom>
          <a:noFill/>
          <a:ln w="9525">
            <a:noFill/>
            <a:miter lim="800000"/>
          </a:ln>
        </p:spPr>
        <p:txBody>
          <a:bodyPr wrap="square" lIns="0" tIns="0" rIns="0" bIns="0" anchor="t" anchorCtr="0">
            <a:spAutoFit/>
          </a:bodyPr>
          <a:lstStyle/>
          <a:p>
            <a:pPr algn="ctr" defTabSz="897637">
              <a:lnSpc>
                <a:spcPts val="1059"/>
              </a:lnSpc>
            </a:pPr>
            <a:r>
              <a:rPr lang="zh-CN" altLang="en-US" sz="856" b="1" cap="all">
                <a:solidFill>
                  <a:srgbClr val="FF0000"/>
                </a:solidFill>
                <a:latin typeface="Arial" panose="020B0604020202020204" pitchFamily="34" charset="0"/>
                <a:cs typeface="Arial" panose="020B0604020202020204" pitchFamily="34" charset="0"/>
                <a:sym typeface="Arial" panose="020B0604020202020204" pitchFamily="34" charset="0"/>
              </a:rPr>
              <a:t>机密 </a:t>
            </a:r>
            <a:r>
              <a:rPr lang="en-US" altLang="zh-CN" sz="856" b="1" cap="all" dirty="0">
                <a:solidFill>
                  <a:srgbClr val="FF0000"/>
                </a:solidFill>
                <a:latin typeface="Arial" panose="020B0604020202020204" pitchFamily="34" charset="0"/>
                <a:cs typeface="Arial" panose="020B0604020202020204" pitchFamily="34" charset="0"/>
                <a:sym typeface="Arial" panose="020B0604020202020204" pitchFamily="34" charset="0"/>
              </a:rPr>
              <a:t>/ </a:t>
            </a:r>
            <a:r>
              <a:rPr lang="zh-CN" altLang="en-US" sz="856" b="1" cap="all">
                <a:solidFill>
                  <a:srgbClr val="FF0000"/>
                </a:solidFill>
                <a:latin typeface="Arial" panose="020B0604020202020204" pitchFamily="34" charset="0"/>
                <a:cs typeface="Arial" panose="020B0604020202020204" pitchFamily="34" charset="0"/>
                <a:sym typeface="Arial" panose="020B0604020202020204" pitchFamily="34" charset="0"/>
              </a:rPr>
              <a:t>只供内部使用</a:t>
            </a:r>
            <a:endParaRPr lang="en-US" sz="856" b="1" cap="all"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sp>
        <p:nvSpPr>
          <p:cNvPr id="7" name="Logo - Client 1" hidden="1"/>
          <p:cNvSpPr/>
          <p:nvPr userDrawn="1"/>
        </p:nvSpPr>
        <p:spPr>
          <a:xfrm>
            <a:off x="10285588" y="567633"/>
            <a:ext cx="1108825" cy="2743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56" dirty="0">
                <a:solidFill>
                  <a:schemeClr val="tx1"/>
                </a:solidFill>
                <a:latin typeface="Arial" panose="020B0604020202020204" pitchFamily="34" charset="0"/>
                <a:cs typeface="Arial" panose="020B0604020202020204" pitchFamily="34" charset="0"/>
                <a:sym typeface="Arial" panose="020B0604020202020204" pitchFamily="34" charset="0"/>
              </a:rPr>
              <a:t>Client Logo</a:t>
            </a:r>
          </a:p>
        </p:txBody>
      </p:sp>
      <p:grpSp>
        <p:nvGrpSpPr>
          <p:cNvPr id="3" name="Group 2"/>
          <p:cNvGrpSpPr/>
          <p:nvPr userDrawn="1"/>
        </p:nvGrpSpPr>
        <p:grpSpPr>
          <a:xfrm>
            <a:off x="-1067435" y="0"/>
            <a:ext cx="554476" cy="3722914"/>
            <a:chOff x="-997524" y="1764467"/>
            <a:chExt cx="518161" cy="3474720"/>
          </a:xfrm>
        </p:grpSpPr>
        <p:sp>
          <p:nvSpPr>
            <p:cNvPr id="5" name="Color_1"/>
            <p:cNvSpPr/>
            <p:nvPr userDrawn="1"/>
          </p:nvSpPr>
          <p:spPr>
            <a:xfrm>
              <a:off x="-997524" y="1764467"/>
              <a:ext cx="518161" cy="517511"/>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34</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226</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212</a:t>
              </a:r>
              <a:endParaRPr lang="en-US" sz="856" dirty="0">
                <a:solidFill>
                  <a:schemeClr val="bg1"/>
                </a:solidFill>
              </a:endParaRPr>
            </a:p>
          </p:txBody>
        </p:sp>
        <p:sp>
          <p:nvSpPr>
            <p:cNvPr id="6" name="Color_2"/>
            <p:cNvSpPr/>
            <p:nvPr userDrawn="1"/>
          </p:nvSpPr>
          <p:spPr>
            <a:xfrm>
              <a:off x="-997524" y="2355909"/>
              <a:ext cx="518161" cy="517511"/>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41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99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243</a:t>
              </a:r>
              <a:endParaRPr lang="en-US" sz="856" dirty="0">
                <a:solidFill>
                  <a:schemeClr val="bg1"/>
                </a:solidFill>
              </a:endParaRPr>
            </a:p>
          </p:txBody>
        </p:sp>
        <p:sp>
          <p:nvSpPr>
            <p:cNvPr id="10" name="Color_3"/>
            <p:cNvSpPr/>
            <p:nvPr userDrawn="1"/>
          </p:nvSpPr>
          <p:spPr>
            <a:xfrm>
              <a:off x="-997524" y="2947350"/>
              <a:ext cx="518161" cy="517511"/>
            </a:xfrm>
            <a:prstGeom prst="ellipse">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0</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79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138</a:t>
              </a:r>
              <a:endParaRPr lang="en-US" sz="856" dirty="0">
                <a:solidFill>
                  <a:schemeClr val="bg1"/>
                </a:solidFill>
              </a:endParaRPr>
            </a:p>
          </p:txBody>
        </p:sp>
        <p:sp>
          <p:nvSpPr>
            <p:cNvPr id="19" name="Color_4"/>
            <p:cNvSpPr/>
            <p:nvPr userDrawn="1"/>
          </p:nvSpPr>
          <p:spPr>
            <a:xfrm>
              <a:off x="-997524" y="3538792"/>
              <a:ext cx="518161" cy="517511"/>
            </a:xfrm>
            <a:prstGeom prst="ellipse">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246</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209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26</a:t>
              </a:r>
              <a:endParaRPr lang="en-US" sz="856" dirty="0">
                <a:solidFill>
                  <a:schemeClr val="bg1"/>
                </a:solidFill>
              </a:endParaRPr>
            </a:p>
          </p:txBody>
        </p:sp>
        <p:sp>
          <p:nvSpPr>
            <p:cNvPr id="20" name="Color_5"/>
            <p:cNvSpPr/>
            <p:nvPr userDrawn="1"/>
          </p:nvSpPr>
          <p:spPr>
            <a:xfrm>
              <a:off x="-997524" y="4130234"/>
              <a:ext cx="518161" cy="517511"/>
            </a:xfrm>
            <a:prstGeom prst="ellipse">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254</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140</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26</a:t>
              </a:r>
              <a:endParaRPr lang="en-US" sz="856" dirty="0">
                <a:solidFill>
                  <a:schemeClr val="bg1"/>
                </a:solidFill>
              </a:endParaRPr>
            </a:p>
          </p:txBody>
        </p:sp>
        <p:sp>
          <p:nvSpPr>
            <p:cNvPr id="21" name="Color_6"/>
            <p:cNvSpPr/>
            <p:nvPr userDrawn="1"/>
          </p:nvSpPr>
          <p:spPr>
            <a:xfrm>
              <a:off x="-997524" y="4721676"/>
              <a:ext cx="518161" cy="517511"/>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endParaRPr lang="en-US" sz="856" dirty="0">
                <a:solidFill>
                  <a:schemeClr val="bg1"/>
                </a:solidFill>
              </a:endParaRPr>
            </a:p>
          </p:txBody>
        </p:sp>
      </p:grpSp>
      <p:pic>
        <p:nvPicPr>
          <p:cNvPr id="26" name="Picture 2"/>
          <p:cNvPicPr>
            <a:picLocks noChangeAspect="1" noChangeArrowheads="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726195" y="302939"/>
            <a:ext cx="1628896" cy="132812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T1"/>
          <p:cNvCxnSpPr/>
          <p:nvPr userDrawn="1"/>
        </p:nvCxnSpPr>
        <p:spPr>
          <a:xfrm flipH="1">
            <a:off x="682496" y="4935547"/>
            <a:ext cx="0" cy="833423"/>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1902159"/>
      </p:ext>
    </p:extLst>
  </p:cSld>
  <p:clrMapOvr>
    <a:masterClrMapping/>
  </p:clrMapOvr>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NAV - Table of Contents">
    <p:spTree>
      <p:nvGrpSpPr>
        <p:cNvPr id="1" name=""/>
        <p:cNvGrpSpPr/>
        <p:nvPr/>
      </p:nvGrpSpPr>
      <p:grpSpPr>
        <a:xfrm>
          <a:off x="0" y="0"/>
          <a:ext cx="0" cy="0"/>
          <a:chOff x="0" y="0"/>
          <a:chExt cx="0" cy="0"/>
        </a:xfrm>
      </p:grpSpPr>
      <p:grpSp>
        <p:nvGrpSpPr>
          <p:cNvPr id="4" name="Group 3"/>
          <p:cNvGrpSpPr/>
          <p:nvPr userDrawn="1"/>
        </p:nvGrpSpPr>
        <p:grpSpPr>
          <a:xfrm>
            <a:off x="0" y="0"/>
            <a:ext cx="12192000" cy="6858000"/>
            <a:chOff x="0" y="0"/>
            <a:chExt cx="11393488" cy="6400800"/>
          </a:xfrm>
        </p:grpSpPr>
        <p:sp>
          <p:nvSpPr>
            <p:cNvPr id="2" name="Rectangle 1"/>
            <p:cNvSpPr/>
            <p:nvPr userDrawn="1"/>
          </p:nvSpPr>
          <p:spPr>
            <a:xfrm>
              <a:off x="0" y="0"/>
              <a:ext cx="1993985" cy="6400800"/>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28"/>
                </a:spcBef>
              </a:pPr>
              <a:endParaRPr lang="en-US" sz="856" dirty="0">
                <a:solidFill>
                  <a:schemeClr val="tx1"/>
                </a:solidFill>
              </a:endParaRPr>
            </a:p>
          </p:txBody>
        </p:sp>
        <p:pic>
          <p:nvPicPr>
            <p:cNvPr id="3" name="Picture 2" descr="A close-up of a blue sky&#10;&#10;AI-generated content may be incorrect."/>
            <p:cNvPicPr>
              <a:picLocks noChangeAspect="1"/>
            </p:cNvPicPr>
            <p:nvPr userDrawn="1"/>
          </p:nvPicPr>
          <p:blipFill>
            <a:blip r:embed="rId2"/>
            <a:srcRect l="48570" r="12188"/>
            <a:stretch>
              <a:fillRect/>
            </a:stretch>
          </p:blipFill>
          <p:spPr>
            <a:xfrm rot="16200000" flipH="1">
              <a:off x="3493337" y="-1499352"/>
              <a:ext cx="6400800" cy="9399503"/>
            </a:xfrm>
            <a:prstGeom prst="rect">
              <a:avLst/>
            </a:prstGeom>
          </p:spPr>
        </p:pic>
      </p:grpSp>
      <p:sp>
        <p:nvSpPr>
          <p:cNvPr id="8" name="Table of Contents - Title"/>
          <p:cNvSpPr>
            <a:spLocks noGrp="1"/>
          </p:cNvSpPr>
          <p:nvPr>
            <p:ph type="title" hasCustomPrompt="1"/>
          </p:nvPr>
        </p:nvSpPr>
        <p:spPr>
          <a:xfrm>
            <a:off x="665019" y="485444"/>
            <a:ext cx="9344538" cy="342900"/>
          </a:xfrm>
          <a:prstGeom prst="rect">
            <a:avLst/>
          </a:prstGeom>
        </p:spPr>
        <p:txBody>
          <a:bodyPr vert="horz" lIns="0" tIns="45720" rIns="45720" bIns="0" rtlCol="0" anchor="b" anchorCtr="0">
            <a:noAutofit/>
          </a:bodyPr>
          <a:lstStyle>
            <a:lvl1pPr>
              <a:spcAft>
                <a:spcPct val="0"/>
              </a:spcAft>
              <a:defRPr baseline="0">
                <a:solidFill>
                  <a:schemeClr val="tx1"/>
                </a:solidFill>
                <a:latin typeface="Arial" panose="020B0604020202020204" pitchFamily="34" charset="0"/>
                <a:ea typeface="+mj-ea"/>
                <a:cs typeface="Arial" panose="020B0604020202020204" pitchFamily="34" charset="0"/>
                <a:sym typeface="Arial" panose="020B0604020202020204" pitchFamily="34" charset="0"/>
              </a:defRPr>
            </a:lvl1pPr>
          </a:lstStyle>
          <a:p>
            <a:r>
              <a:rPr lang="zh-TW" altLang="en-US"/>
              <a:t>目录</a:t>
            </a:r>
          </a:p>
        </p:txBody>
      </p:sp>
      <p:sp>
        <p:nvSpPr>
          <p:cNvPr id="6" name="Table of Contents - Table"/>
          <p:cNvSpPr>
            <a:spLocks noGrp="1"/>
          </p:cNvSpPr>
          <p:nvPr>
            <p:ph type="tbl" sz="quarter" idx="10" hasCustomPrompt="1"/>
          </p:nvPr>
        </p:nvSpPr>
        <p:spPr>
          <a:xfrm>
            <a:off x="665405" y="1589444"/>
            <a:ext cx="10825610" cy="4356848"/>
          </a:xfrm>
        </p:spPr>
        <p:txBody>
          <a:bodyPr/>
          <a:lstStyle>
            <a:lvl1pPr>
              <a:buClr>
                <a:schemeClr val="accent2"/>
              </a:buClr>
              <a:defRPr baseline="0">
                <a:latin typeface="Arial" panose="020B0604020202020204" pitchFamily="34" charset="0"/>
                <a:ea typeface="+mn-ea"/>
                <a:cs typeface="Arial" panose="020B0604020202020204" pitchFamily="34" charset="0"/>
                <a:sym typeface="Arial" panose="020B0604020202020204" pitchFamily="34" charset="0"/>
              </a:defRPr>
            </a:lvl1pPr>
          </a:lstStyle>
          <a:p>
            <a:r>
              <a:rPr lang="zh-CN" altLang="en-US"/>
              <a:t>點擊圖示以加入表格</a:t>
            </a:r>
            <a:endParaRPr lang="en-US" dirty="0"/>
          </a:p>
        </p:txBody>
      </p:sp>
      <p:sp>
        <p:nvSpPr>
          <p:cNvPr id="5"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pic>
        <p:nvPicPr>
          <p:cNvPr id="7" name="Picture 6"/>
          <p:cNvPicPr>
            <a:picLocks noChangeAspect="1" noChangeArrowheads="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2879"/>
          <a:stretch>
            <a:fillRect/>
          </a:stretch>
        </p:blipFill>
        <p:spPr bwMode="auto">
          <a:xfrm>
            <a:off x="10441012" y="0"/>
            <a:ext cx="1172657" cy="928611"/>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userDrawn="1"/>
        </p:nvCxnSpPr>
        <p:spPr>
          <a:xfrm>
            <a:off x="667150" y="853819"/>
            <a:ext cx="10825610" cy="0"/>
          </a:xfrm>
          <a:prstGeom prst="line">
            <a:avLst/>
          </a:prstGeom>
          <a:ln w="22225">
            <a:gradFill flip="none" rotWithShape="1">
              <a:gsLst>
                <a:gs pos="0">
                  <a:srgbClr val="152E56"/>
                </a:gs>
                <a:gs pos="38000">
                  <a:schemeClr val="accent1">
                    <a:lumMod val="45000"/>
                    <a:lumOff val="55000"/>
                  </a:schemeClr>
                </a:gs>
                <a:gs pos="75000">
                  <a:schemeClr val="accent1">
                    <a:lumMod val="45000"/>
                    <a:lumOff val="55000"/>
                  </a:schemeClr>
                </a:gs>
                <a:gs pos="100000">
                  <a:schemeClr val="accent2"/>
                </a:gs>
              </a:gsLst>
              <a:lin ang="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8407929"/>
      </p:ext>
    </p:extLst>
  </p:cSld>
  <p:clrMapOvr>
    <a:masterClrMapping/>
  </p:clrMapOvr>
  <p:transition/>
  <p:hf hdr="0" dt="0"/>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NAV - Agenda Slide">
    <p:spTree>
      <p:nvGrpSpPr>
        <p:cNvPr id="1" name=""/>
        <p:cNvGrpSpPr/>
        <p:nvPr/>
      </p:nvGrpSpPr>
      <p:grpSpPr>
        <a:xfrm>
          <a:off x="0" y="0"/>
          <a:ext cx="0" cy="0"/>
          <a:chOff x="0" y="0"/>
          <a:chExt cx="0" cy="0"/>
        </a:xfrm>
      </p:grpSpPr>
      <p:sp>
        <p:nvSpPr>
          <p:cNvPr id="8" name="Agenda - Title"/>
          <p:cNvSpPr>
            <a:spLocks noGrp="1"/>
          </p:cNvSpPr>
          <p:nvPr>
            <p:ph type="title" hasCustomPrompt="1"/>
            <p:custDataLst>
              <p:tags r:id="rId1"/>
            </p:custDataLst>
          </p:nvPr>
        </p:nvSpPr>
        <p:spPr>
          <a:xfrm>
            <a:off x="665019" y="485444"/>
            <a:ext cx="9344538" cy="342900"/>
          </a:xfrm>
          <a:prstGeom prst="rect">
            <a:avLst/>
          </a:prstGeom>
        </p:spPr>
        <p:txBody>
          <a:bodyPr vert="horz" lIns="0" tIns="45720" rIns="45720" bIns="0" rtlCol="0" anchor="b" anchorCtr="0">
            <a:noAutofit/>
          </a:bodyPr>
          <a:lstStyle>
            <a:lvl1pPr>
              <a:defRPr baseline="0">
                <a:solidFill>
                  <a:schemeClr val="tx1"/>
                </a:solidFill>
                <a:latin typeface="Arial" panose="020B0604020202020204" pitchFamily="34" charset="0"/>
                <a:ea typeface="+mj-ea"/>
                <a:cs typeface="Arial" panose="020B0604020202020204" pitchFamily="34" charset="0"/>
                <a:sym typeface="Arial" panose="020B0604020202020204" pitchFamily="34" charset="0"/>
              </a:defRPr>
            </a:lvl1pPr>
          </a:lstStyle>
          <a:p>
            <a:r>
              <a:rPr lang="en-US"/>
              <a:t>Agenda</a:t>
            </a:r>
          </a:p>
        </p:txBody>
      </p:sp>
      <p:sp>
        <p:nvSpPr>
          <p:cNvPr id="7"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2683838341"/>
      </p:ext>
    </p:extLst>
  </p:cSld>
  <p:clrMapOvr>
    <a:masterClrMapping/>
  </p:clrMapOvr>
  <p:transition/>
  <p:hf hdr="0" dt="0"/>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NAV - Section Divider">
    <p:bg>
      <p:bgPr>
        <a:solidFill>
          <a:schemeClr val="bg1"/>
        </a:solidFill>
        <a:effectLst/>
      </p:bgPr>
    </p:bg>
    <p:spTree>
      <p:nvGrpSpPr>
        <p:cNvPr id="1" name=""/>
        <p:cNvGrpSpPr/>
        <p:nvPr/>
      </p:nvGrpSpPr>
      <p:grpSpPr>
        <a:xfrm>
          <a:off x="0" y="0"/>
          <a:ext cx="0" cy="0"/>
          <a:chOff x="0" y="0"/>
          <a:chExt cx="0" cy="0"/>
        </a:xfrm>
      </p:grpSpPr>
      <p:pic>
        <p:nvPicPr>
          <p:cNvPr id="34" name="Picture 33"/>
          <p:cNvPicPr>
            <a:picLocks noChangeAspect="1"/>
          </p:cNvPicPr>
          <p:nvPr userDrawn="1"/>
        </p:nvPicPr>
        <p:blipFill>
          <a:blip r:embed="rId3"/>
          <a:stretch>
            <a:fillRect/>
          </a:stretch>
        </p:blipFill>
        <p:spPr>
          <a:xfrm>
            <a:off x="958" y="0"/>
            <a:ext cx="12191042" cy="6858000"/>
          </a:xfrm>
          <a:prstGeom prst="rect">
            <a:avLst/>
          </a:prstGeom>
        </p:spPr>
      </p:pic>
      <p:sp>
        <p:nvSpPr>
          <p:cNvPr id="14" name="Slide - Page Number"/>
          <p:cNvSpPr>
            <a:spLocks noGrp="1"/>
          </p:cNvSpPr>
          <p:nvPr>
            <p:ph type="body" sz="quarter" idx="35" hasCustomPrompt="1"/>
          </p:nvPr>
        </p:nvSpPr>
        <p:spPr>
          <a:xfrm>
            <a:off x="12191043"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
        <p:nvSpPr>
          <p:cNvPr id="12" name="Presentation - Draft Watermark" hidden="1"/>
          <p:cNvSpPr txBox="1"/>
          <p:nvPr userDrawn="1"/>
        </p:nvSpPr>
        <p:spPr>
          <a:xfrm>
            <a:off x="10529455" y="927849"/>
            <a:ext cx="997527" cy="244411"/>
          </a:xfrm>
          <a:prstGeom prst="rect">
            <a:avLst/>
          </a:prstGeom>
          <a:noFill/>
        </p:spPr>
        <p:txBody>
          <a:bodyPr wrap="square" lIns="0" tIns="0" rIns="0" bIns="0" rtlCol="0" anchor="ctr" anchorCtr="0">
            <a:noAutofit/>
          </a:bodyPr>
          <a:lstStyle/>
          <a:p>
            <a:pPr algn="r"/>
            <a:r>
              <a:rPr lang="zh-TW" altLang="en-US" sz="1926" b="1" spc="0">
                <a:solidFill>
                  <a:srgbClr val="FF0000"/>
                </a:solidFill>
                <a:latin typeface="Arial" panose="020B0604020202020204" pitchFamily="34" charset="0"/>
                <a:cs typeface="Arial" panose="020B0604020202020204" pitchFamily="34" charset="0"/>
                <a:sym typeface="Arial" panose="020B0604020202020204" pitchFamily="34" charset="0"/>
              </a:rPr>
              <a:t>草稿</a:t>
            </a:r>
            <a:endParaRPr lang="en-US" sz="1926" b="1" spc="0"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sp>
        <p:nvSpPr>
          <p:cNvPr id="13" name="Presentation - Disclaimers" hidden="1"/>
          <p:cNvSpPr>
            <a:spLocks noChangeArrowheads="1"/>
          </p:cNvSpPr>
          <p:nvPr userDrawn="1">
            <p:custDataLst>
              <p:tags r:id="rId1"/>
            </p:custDataLst>
          </p:nvPr>
        </p:nvSpPr>
        <p:spPr bwMode="auto">
          <a:xfrm>
            <a:off x="4445009" y="6406179"/>
            <a:ext cx="3325091" cy="132409"/>
          </a:xfrm>
          <a:prstGeom prst="rect">
            <a:avLst/>
          </a:prstGeom>
          <a:noFill/>
          <a:ln w="9525">
            <a:noFill/>
            <a:miter lim="800000"/>
          </a:ln>
        </p:spPr>
        <p:txBody>
          <a:bodyPr wrap="square" lIns="0" tIns="0" rIns="0" bIns="0" anchor="t" anchorCtr="0">
            <a:spAutoFit/>
          </a:bodyPr>
          <a:lstStyle/>
          <a:p>
            <a:pPr algn="ctr" defTabSz="897637">
              <a:lnSpc>
                <a:spcPts val="1059"/>
              </a:lnSpc>
            </a:pPr>
            <a:r>
              <a:rPr lang="zh-CN" altLang="en-US" sz="856" b="1" cap="all">
                <a:solidFill>
                  <a:srgbClr val="FF0000"/>
                </a:solidFill>
                <a:latin typeface="Arial" panose="020B0604020202020204" pitchFamily="34" charset="0"/>
                <a:cs typeface="Arial" panose="020B0604020202020204" pitchFamily="34" charset="0"/>
                <a:sym typeface="Arial" panose="020B0604020202020204" pitchFamily="34" charset="0"/>
              </a:rPr>
              <a:t>机密 </a:t>
            </a:r>
            <a:r>
              <a:rPr lang="en-US" altLang="zh-CN" sz="856" b="1" cap="all" dirty="0">
                <a:solidFill>
                  <a:srgbClr val="FF0000"/>
                </a:solidFill>
                <a:latin typeface="Arial" panose="020B0604020202020204" pitchFamily="34" charset="0"/>
                <a:cs typeface="Arial" panose="020B0604020202020204" pitchFamily="34" charset="0"/>
                <a:sym typeface="Arial" panose="020B0604020202020204" pitchFamily="34" charset="0"/>
              </a:rPr>
              <a:t>/ </a:t>
            </a:r>
            <a:r>
              <a:rPr lang="zh-CN" altLang="en-US" sz="856" b="1" cap="all">
                <a:solidFill>
                  <a:srgbClr val="FF0000"/>
                </a:solidFill>
                <a:latin typeface="Arial" panose="020B0604020202020204" pitchFamily="34" charset="0"/>
                <a:cs typeface="Arial" panose="020B0604020202020204" pitchFamily="34" charset="0"/>
                <a:sym typeface="Arial" panose="020B0604020202020204" pitchFamily="34" charset="0"/>
              </a:rPr>
              <a:t>只供内部使用</a:t>
            </a:r>
            <a:endParaRPr lang="en-US" sz="856" b="1" cap="all"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sp>
        <p:nvSpPr>
          <p:cNvPr id="9" name="Logo - Client 1" hidden="1"/>
          <p:cNvSpPr/>
          <p:nvPr userDrawn="1"/>
        </p:nvSpPr>
        <p:spPr>
          <a:xfrm>
            <a:off x="10285588" y="567633"/>
            <a:ext cx="1108825" cy="2743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56" dirty="0">
                <a:solidFill>
                  <a:schemeClr val="tx1"/>
                </a:solidFill>
                <a:latin typeface="Arial" panose="020B0604020202020204" pitchFamily="34" charset="0"/>
                <a:cs typeface="Arial" panose="020B0604020202020204" pitchFamily="34" charset="0"/>
                <a:sym typeface="Arial" panose="020B0604020202020204" pitchFamily="34" charset="0"/>
              </a:rPr>
              <a:t>Client Logo</a:t>
            </a:r>
          </a:p>
        </p:txBody>
      </p:sp>
      <p:sp>
        <p:nvSpPr>
          <p:cNvPr id="4" name="Section - Sequence"/>
          <p:cNvSpPr>
            <a:spLocks noGrp="1"/>
          </p:cNvSpPr>
          <p:nvPr>
            <p:ph type="body" sz="quarter" idx="11" hasCustomPrompt="1"/>
          </p:nvPr>
        </p:nvSpPr>
        <p:spPr>
          <a:xfrm>
            <a:off x="6692017" y="4291505"/>
            <a:ext cx="4847578" cy="177501"/>
          </a:xfrm>
          <a:prstGeom prst="rect">
            <a:avLst/>
          </a:prstGeom>
        </p:spPr>
        <p:txBody>
          <a:bodyPr tIns="0" bIns="0" anchor="ctr">
            <a:noAutofit/>
          </a:bodyPr>
          <a:lstStyle>
            <a:lvl1pPr marL="0" indent="0" algn="r">
              <a:buNone/>
              <a:defRPr sz="1284" b="1" cap="all" baseline="0">
                <a:solidFill>
                  <a:schemeClr val="bg1"/>
                </a:solidFill>
                <a:latin typeface="Arial" panose="020B0604020202020204" pitchFamily="34" charset="0"/>
                <a:ea typeface="+mj-ea"/>
                <a:cs typeface="Arial" panose="020B0604020202020204" pitchFamily="34" charset="0"/>
                <a:sym typeface="Arial" panose="020B0604020202020204" pitchFamily="34" charset="0"/>
              </a:defRPr>
            </a:lvl1pPr>
          </a:lstStyle>
          <a:p>
            <a:pPr lvl="0"/>
            <a:r>
              <a:rPr lang="en-US" altLang="zh-TW" dirty="0"/>
              <a:t>APPENDIX</a:t>
            </a:r>
            <a:r>
              <a:rPr lang="zh-TW" altLang="en-US" dirty="0"/>
              <a:t> </a:t>
            </a:r>
            <a:r>
              <a:rPr lang="en-US" altLang="zh-TW" dirty="0"/>
              <a:t>[1, 2…]</a:t>
            </a:r>
          </a:p>
        </p:txBody>
      </p:sp>
      <p:sp>
        <p:nvSpPr>
          <p:cNvPr id="2" name="Section - Title"/>
          <p:cNvSpPr>
            <a:spLocks noGrp="1"/>
          </p:cNvSpPr>
          <p:nvPr>
            <p:ph type="title" hasCustomPrompt="1"/>
          </p:nvPr>
        </p:nvSpPr>
        <p:spPr>
          <a:xfrm>
            <a:off x="6157924" y="5201159"/>
            <a:ext cx="5381671" cy="391886"/>
          </a:xfrm>
          <a:prstGeom prst="rect">
            <a:avLst/>
          </a:prstGeom>
        </p:spPr>
        <p:txBody>
          <a:bodyPr vert="horz" lIns="0" tIns="0" rIns="0" bIns="0" rtlCol="0" anchor="b" anchorCtr="0">
            <a:noAutofit/>
          </a:bodyPr>
          <a:lstStyle>
            <a:lvl1pPr algn="r">
              <a:defRPr kumimoji="0" lang="en-US" sz="2782" b="1" i="0" u="none" strike="noStrike" cap="none" spc="0" normalizeH="0" baseline="0">
                <a:ln>
                  <a:noFill/>
                </a:ln>
                <a:solidFill>
                  <a:schemeClr val="accent3">
                    <a:lumMod val="50000"/>
                  </a:schemeClr>
                </a:solidFill>
                <a:effectLst/>
                <a:uLnTx/>
                <a:uFillTx/>
                <a:latin typeface="Arial" panose="020B0604020202020204" pitchFamily="34" charset="0"/>
                <a:ea typeface="+mj-ea"/>
                <a:cs typeface="Arial" panose="020B0604020202020204" pitchFamily="34" charset="0"/>
                <a:sym typeface="Arial" panose="020B0604020202020204" pitchFamily="34" charset="0"/>
              </a:defRPr>
            </a:lvl1pPr>
          </a:lstStyle>
          <a:p>
            <a:pPr marL="0" marR="0" lvl="0" indent="0" defTabSz="897637" fontAlgn="auto">
              <a:lnSpc>
                <a:spcPct val="100000"/>
              </a:lnSpc>
              <a:spcAft>
                <a:spcPct val="0"/>
              </a:spcAft>
              <a:buClrTx/>
              <a:buSzTx/>
              <a:buFontTx/>
            </a:pPr>
            <a:r>
              <a:rPr lang="zh-TW" altLang="en-US"/>
              <a:t>章节标题</a:t>
            </a:r>
            <a:endParaRPr lang="en-US" altLang="zh-TW"/>
          </a:p>
        </p:txBody>
      </p:sp>
      <p:sp>
        <p:nvSpPr>
          <p:cNvPr id="8" name="Section - Sub-Title"/>
          <p:cNvSpPr>
            <a:spLocks noGrp="1"/>
          </p:cNvSpPr>
          <p:nvPr>
            <p:ph type="body" sz="quarter" idx="10" hasCustomPrompt="1"/>
          </p:nvPr>
        </p:nvSpPr>
        <p:spPr>
          <a:xfrm>
            <a:off x="6157924" y="5669330"/>
            <a:ext cx="5381671" cy="391886"/>
          </a:xfrm>
          <a:prstGeom prst="rect">
            <a:avLst/>
          </a:prstGeom>
        </p:spPr>
        <p:txBody>
          <a:bodyPr lIns="0" tIns="0" rIns="0" bIns="0">
            <a:noAutofit/>
          </a:bodyPr>
          <a:lstStyle>
            <a:lvl1pPr marL="0" indent="0" algn="r">
              <a:spcAft>
                <a:spcPct val="0"/>
              </a:spcAft>
              <a:buNone/>
              <a:defRPr sz="1712" b="0" i="1" baseline="0">
                <a:solidFill>
                  <a:schemeClr val="bg1"/>
                </a:solidFill>
                <a:latin typeface="Arial" panose="020B0604020202020204" pitchFamily="34" charset="0"/>
                <a:ea typeface="+mj-ea"/>
                <a:cs typeface="Arial" panose="020B0604020202020204" pitchFamily="34" charset="0"/>
                <a:sym typeface="Arial" panose="020B0604020202020204" pitchFamily="34" charset="0"/>
              </a:defRPr>
            </a:lvl1pPr>
            <a:lvl5pPr>
              <a:defRPr/>
            </a:lvl5pPr>
          </a:lstStyle>
          <a:p>
            <a:pPr lvl="0"/>
            <a:r>
              <a:rPr lang="zh-TW" altLang="en-US"/>
              <a:t>副标题 </a:t>
            </a:r>
            <a:r>
              <a:rPr lang="en-US" altLang="zh-TW"/>
              <a:t>(</a:t>
            </a:r>
            <a:r>
              <a:rPr lang="zh-TW" altLang="en-US"/>
              <a:t>可选</a:t>
            </a:r>
            <a:r>
              <a:rPr lang="en-US" altLang="zh-TW"/>
              <a:t>)</a:t>
            </a:r>
          </a:p>
        </p:txBody>
      </p:sp>
      <p:grpSp>
        <p:nvGrpSpPr>
          <p:cNvPr id="3" name="Group 2"/>
          <p:cNvGrpSpPr/>
          <p:nvPr userDrawn="1"/>
        </p:nvGrpSpPr>
        <p:grpSpPr>
          <a:xfrm>
            <a:off x="-1067435" y="0"/>
            <a:ext cx="554476" cy="3722914"/>
            <a:chOff x="-997524" y="1764467"/>
            <a:chExt cx="518161" cy="3474720"/>
          </a:xfrm>
        </p:grpSpPr>
        <p:sp>
          <p:nvSpPr>
            <p:cNvPr id="5" name="Color_1"/>
            <p:cNvSpPr/>
            <p:nvPr userDrawn="1"/>
          </p:nvSpPr>
          <p:spPr>
            <a:xfrm>
              <a:off x="-997524" y="1764467"/>
              <a:ext cx="518161" cy="517511"/>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34</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226</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212</a:t>
              </a:r>
              <a:endParaRPr lang="en-US" sz="856" dirty="0">
                <a:solidFill>
                  <a:schemeClr val="bg1"/>
                </a:solidFill>
              </a:endParaRPr>
            </a:p>
          </p:txBody>
        </p:sp>
        <p:sp>
          <p:nvSpPr>
            <p:cNvPr id="6" name="Color_2"/>
            <p:cNvSpPr/>
            <p:nvPr userDrawn="1"/>
          </p:nvSpPr>
          <p:spPr>
            <a:xfrm>
              <a:off x="-997524" y="2355909"/>
              <a:ext cx="518161" cy="517511"/>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41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99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243</a:t>
              </a:r>
              <a:endParaRPr lang="en-US" sz="856" dirty="0">
                <a:solidFill>
                  <a:schemeClr val="bg1"/>
                </a:solidFill>
              </a:endParaRPr>
            </a:p>
          </p:txBody>
        </p:sp>
        <p:sp>
          <p:nvSpPr>
            <p:cNvPr id="7" name="Color_3"/>
            <p:cNvSpPr/>
            <p:nvPr userDrawn="1"/>
          </p:nvSpPr>
          <p:spPr>
            <a:xfrm>
              <a:off x="-997524" y="2947350"/>
              <a:ext cx="518161" cy="517511"/>
            </a:xfrm>
            <a:prstGeom prst="ellipse">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0</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79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138</a:t>
              </a:r>
              <a:endParaRPr lang="en-US" sz="856" dirty="0">
                <a:solidFill>
                  <a:schemeClr val="bg1"/>
                </a:solidFill>
              </a:endParaRPr>
            </a:p>
          </p:txBody>
        </p:sp>
        <p:sp>
          <p:nvSpPr>
            <p:cNvPr id="10" name="Color_4"/>
            <p:cNvSpPr/>
            <p:nvPr userDrawn="1"/>
          </p:nvSpPr>
          <p:spPr>
            <a:xfrm>
              <a:off x="-997524" y="3538792"/>
              <a:ext cx="518161" cy="517511"/>
            </a:xfrm>
            <a:prstGeom prst="ellipse">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246</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209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26</a:t>
              </a:r>
              <a:endParaRPr lang="en-US" sz="856" dirty="0">
                <a:solidFill>
                  <a:schemeClr val="bg1"/>
                </a:solidFill>
              </a:endParaRPr>
            </a:p>
          </p:txBody>
        </p:sp>
        <p:sp>
          <p:nvSpPr>
            <p:cNvPr id="11" name="Color_5"/>
            <p:cNvSpPr/>
            <p:nvPr userDrawn="1"/>
          </p:nvSpPr>
          <p:spPr>
            <a:xfrm>
              <a:off x="-997524" y="4130234"/>
              <a:ext cx="518161" cy="517511"/>
            </a:xfrm>
            <a:prstGeom prst="ellipse">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254</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140</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26</a:t>
              </a:r>
              <a:endParaRPr lang="en-US" sz="856" dirty="0">
                <a:solidFill>
                  <a:schemeClr val="bg1"/>
                </a:solidFill>
              </a:endParaRPr>
            </a:p>
          </p:txBody>
        </p:sp>
        <p:sp>
          <p:nvSpPr>
            <p:cNvPr id="15" name="Color_6"/>
            <p:cNvSpPr/>
            <p:nvPr userDrawn="1"/>
          </p:nvSpPr>
          <p:spPr>
            <a:xfrm>
              <a:off x="-997524" y="4721676"/>
              <a:ext cx="518161" cy="517511"/>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endParaRPr lang="en-US" sz="856" dirty="0">
                <a:solidFill>
                  <a:schemeClr val="bg1"/>
                </a:solidFill>
              </a:endParaRPr>
            </a:p>
          </p:txBody>
        </p:sp>
      </p:grpSp>
      <p:cxnSp>
        <p:nvCxnSpPr>
          <p:cNvPr id="17" name="T2"/>
          <p:cNvCxnSpPr/>
          <p:nvPr userDrawn="1"/>
        </p:nvCxnSpPr>
        <p:spPr>
          <a:xfrm>
            <a:off x="7998707" y="4088186"/>
            <a:ext cx="3540889" cy="0"/>
          </a:xfrm>
          <a:prstGeom prst="line">
            <a:avLst/>
          </a:prstGeom>
          <a:ln w="34925">
            <a:solidFill>
              <a:srgbClr val="152E56"/>
            </a:solidFill>
          </a:ln>
        </p:spPr>
        <p:style>
          <a:lnRef idx="1">
            <a:schemeClr val="accent1"/>
          </a:lnRef>
          <a:fillRef idx="0">
            <a:schemeClr val="accent1"/>
          </a:fillRef>
          <a:effectRef idx="0">
            <a:schemeClr val="accent1"/>
          </a:effectRef>
          <a:fontRef idx="minor">
            <a:schemeClr val="tx1"/>
          </a:fontRef>
        </p:style>
      </p:cxnSp>
      <p:pic>
        <p:nvPicPr>
          <p:cNvPr id="33" name="Picture 2"/>
          <p:cNvPicPr>
            <a:picLocks noChangeAspect="1" noChangeArrowheads="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640" r="5503"/>
          <a:stretch>
            <a:fillRect/>
          </a:stretch>
        </p:blipFill>
        <p:spPr bwMode="auto">
          <a:xfrm>
            <a:off x="9514673" y="1940535"/>
            <a:ext cx="2024922" cy="1923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131951"/>
      </p:ext>
    </p:extLst>
  </p:cSld>
  <p:clrMapOvr>
    <a:masterClrMapping/>
  </p:clrMapOvr>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NAV - Appendix Divider">
    <p:bg>
      <p:bgPr>
        <a:solidFill>
          <a:schemeClr val="bg1"/>
        </a:solidFill>
        <a:effectLst/>
      </p:bgPr>
    </p:bg>
    <p:spTree>
      <p:nvGrpSpPr>
        <p:cNvPr id="1" name=""/>
        <p:cNvGrpSpPr/>
        <p:nvPr/>
      </p:nvGrpSpPr>
      <p:grpSpPr>
        <a:xfrm>
          <a:off x="0" y="0"/>
          <a:ext cx="0" cy="0"/>
          <a:chOff x="0" y="0"/>
          <a:chExt cx="0" cy="0"/>
        </a:xfrm>
      </p:grpSpPr>
      <p:pic>
        <p:nvPicPr>
          <p:cNvPr id="23" name="Appdx 1"/>
          <p:cNvPicPr>
            <a:picLocks noChangeAspect="1"/>
          </p:cNvPicPr>
          <p:nvPr userDrawn="1"/>
        </p:nvPicPr>
        <p:blipFill>
          <a:blip r:embed="rId3"/>
          <a:stretch>
            <a:fillRect/>
          </a:stretch>
        </p:blipFill>
        <p:spPr>
          <a:xfrm>
            <a:off x="478" y="0"/>
            <a:ext cx="12191041" cy="6858000"/>
          </a:xfrm>
          <a:prstGeom prst="rect">
            <a:avLst/>
          </a:prstGeom>
        </p:spPr>
      </p:pic>
      <p:sp>
        <p:nvSpPr>
          <p:cNvPr id="13" name="Slide - Page Number"/>
          <p:cNvSpPr>
            <a:spLocks noGrp="1"/>
          </p:cNvSpPr>
          <p:nvPr userDrawn="1">
            <p:ph type="body" sz="quarter" idx="35" hasCustomPrompt="1"/>
          </p:nvPr>
        </p:nvSpPr>
        <p:spPr>
          <a:xfrm>
            <a:off x="12192001"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
        <p:nvSpPr>
          <p:cNvPr id="12" name="Presentation - Draft Watermark" hidden="1"/>
          <p:cNvSpPr txBox="1"/>
          <p:nvPr userDrawn="1"/>
        </p:nvSpPr>
        <p:spPr>
          <a:xfrm>
            <a:off x="10529455" y="927849"/>
            <a:ext cx="997527" cy="244411"/>
          </a:xfrm>
          <a:prstGeom prst="rect">
            <a:avLst/>
          </a:prstGeom>
          <a:noFill/>
        </p:spPr>
        <p:txBody>
          <a:bodyPr wrap="square" lIns="0" tIns="0" rIns="0" bIns="0" rtlCol="0" anchor="ctr" anchorCtr="0">
            <a:noAutofit/>
          </a:bodyPr>
          <a:lstStyle/>
          <a:p>
            <a:pPr algn="r"/>
            <a:r>
              <a:rPr lang="zh-TW" altLang="en-US" sz="1926" b="1" spc="0">
                <a:solidFill>
                  <a:srgbClr val="FF0000"/>
                </a:solidFill>
                <a:latin typeface="Arial" panose="020B0604020202020204" pitchFamily="34" charset="0"/>
                <a:cs typeface="Arial" panose="020B0604020202020204" pitchFamily="34" charset="0"/>
                <a:sym typeface="Arial" panose="020B0604020202020204" pitchFamily="34" charset="0"/>
              </a:rPr>
              <a:t>草稿</a:t>
            </a:r>
            <a:endParaRPr lang="en-US" sz="1926" b="1" spc="0"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sp>
        <p:nvSpPr>
          <p:cNvPr id="14" name="Presentation - Disclaimers" hidden="1"/>
          <p:cNvSpPr>
            <a:spLocks noChangeArrowheads="1"/>
          </p:cNvSpPr>
          <p:nvPr userDrawn="1">
            <p:custDataLst>
              <p:tags r:id="rId1"/>
            </p:custDataLst>
          </p:nvPr>
        </p:nvSpPr>
        <p:spPr bwMode="auto">
          <a:xfrm>
            <a:off x="4445009" y="6406179"/>
            <a:ext cx="3325091" cy="132409"/>
          </a:xfrm>
          <a:prstGeom prst="rect">
            <a:avLst/>
          </a:prstGeom>
          <a:noFill/>
          <a:ln w="9525">
            <a:noFill/>
            <a:miter lim="800000"/>
          </a:ln>
        </p:spPr>
        <p:txBody>
          <a:bodyPr wrap="square" lIns="0" tIns="0" rIns="0" bIns="0" anchor="t" anchorCtr="0">
            <a:spAutoFit/>
          </a:bodyPr>
          <a:lstStyle/>
          <a:p>
            <a:pPr algn="ctr" defTabSz="897637">
              <a:lnSpc>
                <a:spcPts val="1059"/>
              </a:lnSpc>
            </a:pPr>
            <a:r>
              <a:rPr lang="zh-CN" altLang="en-US" sz="856" b="1" cap="all">
                <a:solidFill>
                  <a:srgbClr val="FF0000"/>
                </a:solidFill>
                <a:latin typeface="Arial" panose="020B0604020202020204" pitchFamily="34" charset="0"/>
                <a:cs typeface="Arial" panose="020B0604020202020204" pitchFamily="34" charset="0"/>
                <a:sym typeface="Arial" panose="020B0604020202020204" pitchFamily="34" charset="0"/>
              </a:rPr>
              <a:t>机密 </a:t>
            </a:r>
            <a:r>
              <a:rPr lang="en-US" altLang="zh-CN" sz="856" b="1" cap="all" dirty="0">
                <a:solidFill>
                  <a:srgbClr val="FF0000"/>
                </a:solidFill>
                <a:latin typeface="Arial" panose="020B0604020202020204" pitchFamily="34" charset="0"/>
                <a:cs typeface="Arial" panose="020B0604020202020204" pitchFamily="34" charset="0"/>
                <a:sym typeface="Arial" panose="020B0604020202020204" pitchFamily="34" charset="0"/>
              </a:rPr>
              <a:t>/ </a:t>
            </a:r>
            <a:r>
              <a:rPr lang="zh-CN" altLang="en-US" sz="856" b="1" cap="all">
                <a:solidFill>
                  <a:srgbClr val="FF0000"/>
                </a:solidFill>
                <a:latin typeface="Arial" panose="020B0604020202020204" pitchFamily="34" charset="0"/>
                <a:cs typeface="Arial" panose="020B0604020202020204" pitchFamily="34" charset="0"/>
                <a:sym typeface="Arial" panose="020B0604020202020204" pitchFamily="34" charset="0"/>
              </a:rPr>
              <a:t>只供内部使用</a:t>
            </a:r>
            <a:endParaRPr lang="en-US" sz="856" b="1" cap="all"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sp>
        <p:nvSpPr>
          <p:cNvPr id="10" name="Logo - Client 1" hidden="1"/>
          <p:cNvSpPr/>
          <p:nvPr userDrawn="1"/>
        </p:nvSpPr>
        <p:spPr>
          <a:xfrm>
            <a:off x="10285588" y="567633"/>
            <a:ext cx="1108825" cy="2743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56" dirty="0">
                <a:solidFill>
                  <a:schemeClr val="tx1"/>
                </a:solidFill>
                <a:latin typeface="Arial" panose="020B0604020202020204" pitchFamily="34" charset="0"/>
                <a:cs typeface="Arial" panose="020B0604020202020204" pitchFamily="34" charset="0"/>
                <a:sym typeface="Arial" panose="020B0604020202020204" pitchFamily="34" charset="0"/>
              </a:rPr>
              <a:t>Client Logo</a:t>
            </a:r>
          </a:p>
        </p:txBody>
      </p:sp>
      <p:sp>
        <p:nvSpPr>
          <p:cNvPr id="4" name="Appendix - Sequence"/>
          <p:cNvSpPr>
            <a:spLocks noGrp="1"/>
          </p:cNvSpPr>
          <p:nvPr userDrawn="1">
            <p:ph type="body" sz="quarter" idx="11" hasCustomPrompt="1"/>
          </p:nvPr>
        </p:nvSpPr>
        <p:spPr>
          <a:xfrm>
            <a:off x="652405" y="4291505"/>
            <a:ext cx="4843504" cy="177501"/>
          </a:xfrm>
          <a:prstGeom prst="rect">
            <a:avLst/>
          </a:prstGeom>
        </p:spPr>
        <p:txBody>
          <a:bodyPr tIns="0" bIns="0" anchor="ctr">
            <a:noAutofit/>
          </a:bodyPr>
          <a:lstStyle>
            <a:lvl1pPr marL="0" indent="0" algn="l">
              <a:buNone/>
              <a:defRPr sz="1284" b="1" cap="all" baseline="0">
                <a:solidFill>
                  <a:schemeClr val="bg1"/>
                </a:solidFill>
                <a:latin typeface="Arial" panose="020B0604020202020204" pitchFamily="34" charset="0"/>
                <a:ea typeface="+mj-ea"/>
                <a:cs typeface="Arial" panose="020B0604020202020204" pitchFamily="34" charset="0"/>
                <a:sym typeface="Arial" panose="020B0604020202020204" pitchFamily="34" charset="0"/>
              </a:defRPr>
            </a:lvl1pPr>
          </a:lstStyle>
          <a:p>
            <a:pPr lvl="0"/>
            <a:r>
              <a:rPr lang="en-US" altLang="zh-TW" dirty="0"/>
              <a:t>SECTION [A, B…]</a:t>
            </a:r>
            <a:endParaRPr lang="en-US" dirty="0"/>
          </a:p>
        </p:txBody>
      </p:sp>
      <p:sp>
        <p:nvSpPr>
          <p:cNvPr id="2" name="Appendix - Title"/>
          <p:cNvSpPr>
            <a:spLocks noGrp="1"/>
          </p:cNvSpPr>
          <p:nvPr userDrawn="1">
            <p:ph type="title" hasCustomPrompt="1"/>
          </p:nvPr>
        </p:nvSpPr>
        <p:spPr>
          <a:xfrm>
            <a:off x="652405" y="5201159"/>
            <a:ext cx="5381671" cy="391886"/>
          </a:xfrm>
          <a:prstGeom prst="rect">
            <a:avLst/>
          </a:prstGeom>
        </p:spPr>
        <p:txBody>
          <a:bodyPr vert="horz" lIns="0" tIns="0" rIns="0" bIns="0" rtlCol="0" anchor="b" anchorCtr="0">
            <a:noAutofit/>
          </a:bodyPr>
          <a:lstStyle>
            <a:lvl1pPr algn="l">
              <a:defRPr kumimoji="0" lang="en-US" sz="2782" b="1" i="0" u="none" strike="noStrike" cap="none" spc="0" normalizeH="0" baseline="0">
                <a:ln>
                  <a:noFill/>
                </a:ln>
                <a:solidFill>
                  <a:schemeClr val="accent3">
                    <a:lumMod val="50000"/>
                  </a:schemeClr>
                </a:solidFill>
                <a:effectLst/>
                <a:uLnTx/>
                <a:uFillTx/>
                <a:latin typeface="Arial" panose="020B0604020202020204" pitchFamily="34" charset="0"/>
                <a:ea typeface="+mj-ea"/>
                <a:cs typeface="Arial" panose="020B0604020202020204" pitchFamily="34" charset="0"/>
                <a:sym typeface="Arial" panose="020B0604020202020204" pitchFamily="34" charset="0"/>
              </a:defRPr>
            </a:lvl1pPr>
          </a:lstStyle>
          <a:p>
            <a:pPr marL="0" marR="0" lvl="0" indent="0" defTabSz="897637" fontAlgn="auto">
              <a:lnSpc>
                <a:spcPct val="100000"/>
              </a:lnSpc>
              <a:spcAft>
                <a:spcPct val="0"/>
              </a:spcAft>
              <a:buClrTx/>
              <a:buSzTx/>
              <a:buFontTx/>
            </a:pPr>
            <a:r>
              <a:rPr lang="zh-TW" altLang="en-US"/>
              <a:t>附录标题</a:t>
            </a:r>
          </a:p>
        </p:txBody>
      </p:sp>
      <p:sp>
        <p:nvSpPr>
          <p:cNvPr id="8" name="Appendix - Sub-Title"/>
          <p:cNvSpPr>
            <a:spLocks noGrp="1"/>
          </p:cNvSpPr>
          <p:nvPr userDrawn="1">
            <p:ph type="body" sz="quarter" idx="10" hasCustomPrompt="1"/>
          </p:nvPr>
        </p:nvSpPr>
        <p:spPr>
          <a:xfrm>
            <a:off x="652405" y="5669330"/>
            <a:ext cx="5381671" cy="391886"/>
          </a:xfrm>
          <a:prstGeom prst="rect">
            <a:avLst/>
          </a:prstGeom>
        </p:spPr>
        <p:txBody>
          <a:bodyPr lIns="0" tIns="0" rIns="0" bIns="0">
            <a:noAutofit/>
          </a:bodyPr>
          <a:lstStyle>
            <a:lvl1pPr marL="0" indent="0" algn="l">
              <a:spcAft>
                <a:spcPct val="0"/>
              </a:spcAft>
              <a:buNone/>
              <a:defRPr sz="1712" b="0" i="1" baseline="0">
                <a:solidFill>
                  <a:schemeClr val="bg1"/>
                </a:solidFill>
                <a:latin typeface="Arial" panose="020B0604020202020204" pitchFamily="34" charset="0"/>
                <a:ea typeface="+mj-ea"/>
                <a:cs typeface="Arial" panose="020B0604020202020204" pitchFamily="34" charset="0"/>
                <a:sym typeface="Arial" panose="020B0604020202020204" pitchFamily="34" charset="0"/>
              </a:defRPr>
            </a:lvl1pPr>
            <a:lvl5pPr>
              <a:defRPr/>
            </a:lvl5pPr>
          </a:lstStyle>
          <a:p>
            <a:pPr lvl="0"/>
            <a:r>
              <a:rPr lang="zh-TW" altLang="en-US"/>
              <a:t>副标题 </a:t>
            </a:r>
            <a:r>
              <a:rPr lang="en-US" altLang="zh-TW"/>
              <a:t>(</a:t>
            </a:r>
            <a:r>
              <a:rPr lang="zh-TW" altLang="en-US"/>
              <a:t>可选</a:t>
            </a:r>
            <a:r>
              <a:rPr lang="en-US" altLang="zh-TW"/>
              <a:t>)</a:t>
            </a:r>
          </a:p>
        </p:txBody>
      </p:sp>
      <p:grpSp>
        <p:nvGrpSpPr>
          <p:cNvPr id="3" name="Group 2"/>
          <p:cNvGrpSpPr/>
          <p:nvPr userDrawn="1"/>
        </p:nvGrpSpPr>
        <p:grpSpPr>
          <a:xfrm>
            <a:off x="-1067435" y="0"/>
            <a:ext cx="554476" cy="3722914"/>
            <a:chOff x="-997524" y="1764467"/>
            <a:chExt cx="518161" cy="3474720"/>
          </a:xfrm>
        </p:grpSpPr>
        <p:sp>
          <p:nvSpPr>
            <p:cNvPr id="5" name="Color_1"/>
            <p:cNvSpPr/>
            <p:nvPr userDrawn="1"/>
          </p:nvSpPr>
          <p:spPr>
            <a:xfrm>
              <a:off x="-997524" y="1764467"/>
              <a:ext cx="518161" cy="517511"/>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34</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226</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212</a:t>
              </a:r>
              <a:endParaRPr lang="en-US" sz="856" dirty="0">
                <a:solidFill>
                  <a:schemeClr val="bg1"/>
                </a:solidFill>
              </a:endParaRPr>
            </a:p>
          </p:txBody>
        </p:sp>
        <p:sp>
          <p:nvSpPr>
            <p:cNvPr id="6" name="Color_2"/>
            <p:cNvSpPr/>
            <p:nvPr userDrawn="1"/>
          </p:nvSpPr>
          <p:spPr>
            <a:xfrm>
              <a:off x="-997524" y="2355909"/>
              <a:ext cx="518161" cy="517511"/>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41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99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243</a:t>
              </a:r>
              <a:endParaRPr lang="en-US" sz="856" dirty="0">
                <a:solidFill>
                  <a:schemeClr val="bg1"/>
                </a:solidFill>
              </a:endParaRPr>
            </a:p>
          </p:txBody>
        </p:sp>
        <p:sp>
          <p:nvSpPr>
            <p:cNvPr id="7" name="Color_3"/>
            <p:cNvSpPr/>
            <p:nvPr userDrawn="1"/>
          </p:nvSpPr>
          <p:spPr>
            <a:xfrm>
              <a:off x="-997524" y="2947350"/>
              <a:ext cx="518161" cy="517511"/>
            </a:xfrm>
            <a:prstGeom prst="ellipse">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0</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79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138</a:t>
              </a:r>
              <a:endParaRPr lang="en-US" sz="856" dirty="0">
                <a:solidFill>
                  <a:schemeClr val="bg1"/>
                </a:solidFill>
              </a:endParaRPr>
            </a:p>
          </p:txBody>
        </p:sp>
        <p:sp>
          <p:nvSpPr>
            <p:cNvPr id="9" name="Color_4"/>
            <p:cNvSpPr/>
            <p:nvPr userDrawn="1"/>
          </p:nvSpPr>
          <p:spPr>
            <a:xfrm>
              <a:off x="-997524" y="3538792"/>
              <a:ext cx="518161" cy="517511"/>
            </a:xfrm>
            <a:prstGeom prst="ellipse">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246</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209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26</a:t>
              </a:r>
              <a:endParaRPr lang="en-US" sz="856" dirty="0">
                <a:solidFill>
                  <a:schemeClr val="bg1"/>
                </a:solidFill>
              </a:endParaRPr>
            </a:p>
          </p:txBody>
        </p:sp>
        <p:sp>
          <p:nvSpPr>
            <p:cNvPr id="11" name="Color_5"/>
            <p:cNvSpPr/>
            <p:nvPr userDrawn="1"/>
          </p:nvSpPr>
          <p:spPr>
            <a:xfrm>
              <a:off x="-997524" y="4130234"/>
              <a:ext cx="518161" cy="517511"/>
            </a:xfrm>
            <a:prstGeom prst="ellipse">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254</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140</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26</a:t>
              </a:r>
              <a:endParaRPr lang="en-US" sz="856" dirty="0">
                <a:solidFill>
                  <a:schemeClr val="bg1"/>
                </a:solidFill>
              </a:endParaRPr>
            </a:p>
          </p:txBody>
        </p:sp>
        <p:sp>
          <p:nvSpPr>
            <p:cNvPr id="15" name="Color_6"/>
            <p:cNvSpPr/>
            <p:nvPr userDrawn="1"/>
          </p:nvSpPr>
          <p:spPr>
            <a:xfrm>
              <a:off x="-997524" y="4721676"/>
              <a:ext cx="518161" cy="517511"/>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endParaRPr lang="en-US" sz="856" dirty="0">
                <a:solidFill>
                  <a:schemeClr val="bg1"/>
                </a:solidFill>
              </a:endParaRPr>
            </a:p>
          </p:txBody>
        </p:sp>
      </p:grpSp>
      <p:cxnSp>
        <p:nvCxnSpPr>
          <p:cNvPr id="20" name="T2"/>
          <p:cNvCxnSpPr/>
          <p:nvPr userDrawn="1"/>
        </p:nvCxnSpPr>
        <p:spPr>
          <a:xfrm>
            <a:off x="652405" y="4088186"/>
            <a:ext cx="3540889" cy="0"/>
          </a:xfrm>
          <a:prstGeom prst="line">
            <a:avLst/>
          </a:prstGeom>
          <a:ln w="34925">
            <a:solidFill>
              <a:srgbClr val="152E56"/>
            </a:solidFill>
          </a:ln>
        </p:spPr>
        <p:style>
          <a:lnRef idx="1">
            <a:schemeClr val="accent1"/>
          </a:lnRef>
          <a:fillRef idx="0">
            <a:schemeClr val="accent1"/>
          </a:fillRef>
          <a:effectRef idx="0">
            <a:schemeClr val="accent1"/>
          </a:effectRef>
          <a:fontRef idx="minor">
            <a:schemeClr val="tx1"/>
          </a:fontRef>
        </p:style>
      </p:cxnSp>
      <p:pic>
        <p:nvPicPr>
          <p:cNvPr id="22" name="Picture 2"/>
          <p:cNvPicPr>
            <a:picLocks noChangeAspect="1" noChangeArrowheads="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640" r="5503"/>
          <a:stretch>
            <a:fillRect/>
          </a:stretch>
        </p:blipFill>
        <p:spPr bwMode="auto">
          <a:xfrm>
            <a:off x="652405" y="1940535"/>
            <a:ext cx="2024922" cy="1923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380807"/>
      </p:ext>
    </p:extLst>
  </p:cSld>
  <p:clrMapOvr>
    <a:masterClrMapping/>
  </p:clrMapOvr>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REP - Section Physical Tab">
    <p:spTree>
      <p:nvGrpSpPr>
        <p:cNvPr id="1" name=""/>
        <p:cNvGrpSpPr/>
        <p:nvPr/>
      </p:nvGrpSpPr>
      <p:grpSpPr>
        <a:xfrm>
          <a:off x="0" y="0"/>
          <a:ext cx="0" cy="0"/>
          <a:chOff x="0" y="0"/>
          <a:chExt cx="0" cy="0"/>
        </a:xfrm>
      </p:grpSpPr>
      <p:sp>
        <p:nvSpPr>
          <p:cNvPr id="10" name="Section Tab - Color"/>
          <p:cNvSpPr/>
          <p:nvPr userDrawn="1"/>
        </p:nvSpPr>
        <p:spPr>
          <a:xfrm>
            <a:off x="0" y="6026957"/>
            <a:ext cx="12192000" cy="83104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8388" lvl="0"/>
            <a:endParaRPr lang="en-US" sz="2140" b="1" baseline="0" dirty="0">
              <a:solidFill>
                <a:schemeClr val="bg2"/>
              </a:solidFill>
              <a:latin typeface="+mn-lt"/>
              <a:ea typeface="+mn-ea"/>
            </a:endParaRPr>
          </a:p>
        </p:txBody>
      </p:sp>
      <p:sp>
        <p:nvSpPr>
          <p:cNvPr id="9" name="Section Tab - Instructions"/>
          <p:cNvSpPr txBox="1"/>
          <p:nvPr userDrawn="1">
            <p:custDataLst>
              <p:tags r:id="rId1"/>
            </p:custDataLst>
          </p:nvPr>
        </p:nvSpPr>
        <p:spPr>
          <a:xfrm>
            <a:off x="632824" y="3825522"/>
            <a:ext cx="11051179" cy="1140584"/>
          </a:xfrm>
          <a:prstGeom prst="rect">
            <a:avLst/>
          </a:prstGeom>
        </p:spPr>
        <p:txBody>
          <a:bodyPr lIns="0" tIns="40291" rIns="40291" bIns="0">
            <a:noAutofit/>
          </a:bodyPr>
          <a:lstStyle>
            <a:lvl1pPr algn="l" defTabSz="914400" rtl="0" eaLnBrk="1" latinLnBrk="0" hangingPunct="1">
              <a:spcBef>
                <a:spcPct val="0"/>
              </a:spcBef>
              <a:buNone/>
              <a:defRPr lang="en-US" sz="2200" b="1" kern="0">
                <a:solidFill>
                  <a:schemeClr val="tx1"/>
                </a:solidFill>
                <a:latin typeface="Arial" panose="020B0604020202020204" pitchFamily="34" charset="0"/>
                <a:ea typeface="+mj-ea"/>
                <a:cs typeface="Arial" panose="020B0604020202020204" pitchFamily="34" charset="0"/>
              </a:defRPr>
            </a:lvl1pPr>
          </a:lstStyle>
          <a:p>
            <a:pPr>
              <a:spcBef>
                <a:spcPct val="0"/>
              </a:spcBef>
            </a:pPr>
            <a:r>
              <a:rPr lang="en-US" sz="2996" b="0" i="0" u="none" strike="noStrike" cap="all" baseline="0" dirty="0">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REPROGRAPHICS: PLEASE REMOVE THIS SHEET AND REPLACE WITH A SECTION PHYSICAL TAB</a:t>
            </a:r>
            <a:endParaRPr lang="en-US" sz="2996" b="1" cap="all" baseline="0" dirty="0">
              <a:latin typeface="Arial" panose="020B0604020202020204" pitchFamily="34" charset="0"/>
              <a:cs typeface="Arial" panose="020B0604020202020204" pitchFamily="34" charset="0"/>
              <a:sym typeface="Arial" panose="020B0604020202020204" pitchFamily="34" charset="0"/>
            </a:endParaRPr>
          </a:p>
        </p:txBody>
      </p:sp>
      <p:sp>
        <p:nvSpPr>
          <p:cNvPr id="2" name="Section Tab - Sequence"/>
          <p:cNvSpPr>
            <a:spLocks noGrp="1"/>
          </p:cNvSpPr>
          <p:nvPr>
            <p:ph type="title" hasCustomPrompt="1"/>
          </p:nvPr>
        </p:nvSpPr>
        <p:spPr>
          <a:xfrm>
            <a:off x="671946" y="6308006"/>
            <a:ext cx="10861964" cy="242052"/>
          </a:xfrm>
          <a:prstGeom prst="rect">
            <a:avLst/>
          </a:prstGeom>
        </p:spPr>
        <p:txBody>
          <a:bodyPr vert="horz" lIns="0" tIns="0" rIns="0" bIns="0" rtlCol="0" anchor="t" anchorCtr="0">
            <a:noAutofit/>
          </a:bodyPr>
          <a:lstStyle>
            <a:lvl1pPr>
              <a:defRPr kumimoji="0" lang="en-US" sz="2140" b="0" i="0" u="none" strike="noStrike" cap="all" spc="0" normalizeH="0" baseline="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defRPr>
            </a:lvl1pPr>
          </a:lstStyle>
          <a:p>
            <a:pPr marL="0" marR="0" lvl="0" indent="0" defTabSz="897637" fontAlgn="auto">
              <a:lnSpc>
                <a:spcPct val="100000"/>
              </a:lnSpc>
              <a:spcAft>
                <a:spcPct val="0"/>
              </a:spcAft>
              <a:buClrTx/>
              <a:buSzTx/>
              <a:buFontTx/>
            </a:pPr>
            <a:r>
              <a:rPr lang="zh-TW" altLang="en-US"/>
              <a:t>章节分页 </a:t>
            </a:r>
            <a:r>
              <a:rPr lang="en-US" altLang="zh-TW"/>
              <a:t>[1, 2…]</a:t>
            </a:r>
          </a:p>
        </p:txBody>
      </p:sp>
      <p:cxnSp>
        <p:nvCxnSpPr>
          <p:cNvPr id="7" name="Line"/>
          <p:cNvCxnSpPr/>
          <p:nvPr userDrawn="1"/>
        </p:nvCxnSpPr>
        <p:spPr>
          <a:xfrm>
            <a:off x="643080" y="3665372"/>
            <a:ext cx="10861964"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3656995"/>
      </p:ext>
    </p:extLst>
  </p:cSld>
  <p:clrMapOvr>
    <a:masterClrMapping/>
  </p:clrMapOvr>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REP - Appendix Physical Tab">
    <p:spTree>
      <p:nvGrpSpPr>
        <p:cNvPr id="1" name=""/>
        <p:cNvGrpSpPr/>
        <p:nvPr/>
      </p:nvGrpSpPr>
      <p:grpSpPr>
        <a:xfrm>
          <a:off x="0" y="0"/>
          <a:ext cx="0" cy="0"/>
          <a:chOff x="0" y="0"/>
          <a:chExt cx="0" cy="0"/>
        </a:xfrm>
      </p:grpSpPr>
      <p:sp>
        <p:nvSpPr>
          <p:cNvPr id="10" name="Appendix Tab - Color"/>
          <p:cNvSpPr/>
          <p:nvPr userDrawn="1"/>
        </p:nvSpPr>
        <p:spPr>
          <a:xfrm>
            <a:off x="0" y="6026957"/>
            <a:ext cx="12192000" cy="831048"/>
          </a:xfrm>
          <a:prstGeom prst="rect">
            <a:avLst/>
          </a:prstGeom>
          <a:solidFill>
            <a:srgbClr val="3BC3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8388" lvl="0"/>
            <a:endParaRPr lang="en-US" sz="2140" b="1" baseline="0" dirty="0">
              <a:solidFill>
                <a:schemeClr val="bg2"/>
              </a:solidFill>
              <a:latin typeface="+mn-lt"/>
              <a:ea typeface="+mn-ea"/>
            </a:endParaRPr>
          </a:p>
        </p:txBody>
      </p:sp>
      <p:sp>
        <p:nvSpPr>
          <p:cNvPr id="9" name="Appendix Tab - Instructions"/>
          <p:cNvSpPr txBox="1"/>
          <p:nvPr userDrawn="1"/>
        </p:nvSpPr>
        <p:spPr>
          <a:xfrm>
            <a:off x="632821" y="3825522"/>
            <a:ext cx="10978957" cy="1140584"/>
          </a:xfrm>
          <a:prstGeom prst="rect">
            <a:avLst/>
          </a:prstGeom>
        </p:spPr>
        <p:txBody>
          <a:bodyPr lIns="0" tIns="40291" rIns="40291" bIns="0">
            <a:noAutofit/>
          </a:bodyPr>
          <a:lstStyle>
            <a:lvl1pPr algn="l" defTabSz="914400" rtl="0" eaLnBrk="1" latinLnBrk="0" hangingPunct="1">
              <a:spcBef>
                <a:spcPct val="0"/>
              </a:spcBef>
              <a:buNone/>
              <a:defRPr lang="en-US" sz="2200" b="1" kern="0">
                <a:solidFill>
                  <a:schemeClr val="tx1"/>
                </a:solidFill>
                <a:latin typeface="Arial" panose="020B0604020202020204" pitchFamily="34" charset="0"/>
                <a:ea typeface="+mj-ea"/>
                <a:cs typeface="Arial" panose="020B0604020202020204" pitchFamily="34" charset="0"/>
              </a:defRPr>
            </a:lvl1pPr>
          </a:lstStyle>
          <a:p>
            <a:pPr>
              <a:spcBef>
                <a:spcPct val="0"/>
              </a:spcBef>
            </a:pPr>
            <a:r>
              <a:rPr lang="en-US" sz="2996" b="0" i="0" u="none" strike="noStrike" cap="all" baseline="0" dirty="0">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REPROGRAPHICS: PLEASE REMOVE THIS SHEET AND REPLACE WITH AN APPENDIX PHYSICAL TAB</a:t>
            </a:r>
            <a:endParaRPr lang="en-US" sz="2996" b="1" cap="all" baseline="0" dirty="0">
              <a:latin typeface="Arial" panose="020B0604020202020204" pitchFamily="34" charset="0"/>
              <a:cs typeface="Arial" panose="020B0604020202020204" pitchFamily="34" charset="0"/>
              <a:sym typeface="Arial" panose="020B0604020202020204" pitchFamily="34" charset="0"/>
            </a:endParaRPr>
          </a:p>
        </p:txBody>
      </p:sp>
      <p:sp>
        <p:nvSpPr>
          <p:cNvPr id="2" name="Appendix Tab - Sequence"/>
          <p:cNvSpPr>
            <a:spLocks noGrp="1"/>
          </p:cNvSpPr>
          <p:nvPr>
            <p:ph type="title" hasCustomPrompt="1"/>
          </p:nvPr>
        </p:nvSpPr>
        <p:spPr>
          <a:xfrm>
            <a:off x="671946" y="6308006"/>
            <a:ext cx="10861964" cy="242052"/>
          </a:xfrm>
          <a:prstGeom prst="rect">
            <a:avLst/>
          </a:prstGeom>
        </p:spPr>
        <p:txBody>
          <a:bodyPr vert="horz" lIns="0" tIns="0" rIns="0" bIns="0" rtlCol="0" anchor="t" anchorCtr="0">
            <a:noAutofit/>
          </a:bodyPr>
          <a:lstStyle>
            <a:lvl1pPr>
              <a:defRPr kumimoji="0" lang="en-US" sz="2140" b="0" i="0" u="none" strike="noStrike" cap="all" spc="0" normalizeH="0" baseline="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defRPr>
            </a:lvl1pPr>
          </a:lstStyle>
          <a:p>
            <a:pPr marL="0" marR="0" lvl="0" indent="0" defTabSz="897637" fontAlgn="auto">
              <a:lnSpc>
                <a:spcPct val="100000"/>
              </a:lnSpc>
              <a:spcAft>
                <a:spcPct val="0"/>
              </a:spcAft>
              <a:buClrTx/>
              <a:buSzTx/>
              <a:buFontTx/>
            </a:pPr>
            <a:r>
              <a:rPr lang="zh-TW" altLang="en-US"/>
              <a:t>附录分页 </a:t>
            </a:r>
            <a:r>
              <a:rPr lang="en-US" altLang="zh-TW"/>
              <a:t>[A, B…]</a:t>
            </a:r>
            <a:endParaRPr lang="en-US"/>
          </a:p>
        </p:txBody>
      </p:sp>
      <p:cxnSp>
        <p:nvCxnSpPr>
          <p:cNvPr id="7" name="Line"/>
          <p:cNvCxnSpPr/>
          <p:nvPr userDrawn="1"/>
        </p:nvCxnSpPr>
        <p:spPr>
          <a:xfrm>
            <a:off x="643080" y="3665372"/>
            <a:ext cx="10861964"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830433"/>
      </p:ext>
    </p:extLst>
  </p:cSld>
  <p:clrMapOvr>
    <a:masterClrMapping/>
  </p:clrMapOvr>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REP - Generic Physical Tab">
    <p:spTree>
      <p:nvGrpSpPr>
        <p:cNvPr id="1" name=""/>
        <p:cNvGrpSpPr/>
        <p:nvPr/>
      </p:nvGrpSpPr>
      <p:grpSpPr>
        <a:xfrm>
          <a:off x="0" y="0"/>
          <a:ext cx="0" cy="0"/>
          <a:chOff x="0" y="0"/>
          <a:chExt cx="0" cy="0"/>
        </a:xfrm>
      </p:grpSpPr>
      <p:sp>
        <p:nvSpPr>
          <p:cNvPr id="10" name="Generic Tab - Color"/>
          <p:cNvSpPr/>
          <p:nvPr userDrawn="1"/>
        </p:nvSpPr>
        <p:spPr>
          <a:xfrm>
            <a:off x="0" y="6026957"/>
            <a:ext cx="12192000" cy="831048"/>
          </a:xfrm>
          <a:prstGeom prst="rect">
            <a:avLst/>
          </a:prstGeom>
          <a:solidFill>
            <a:srgbClr val="005A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8388" lvl="0"/>
            <a:endParaRPr lang="en-US" sz="2140" b="1" baseline="0" dirty="0">
              <a:solidFill>
                <a:schemeClr val="bg2"/>
              </a:solidFill>
              <a:latin typeface="+mn-lt"/>
              <a:ea typeface="+mn-ea"/>
            </a:endParaRPr>
          </a:p>
        </p:txBody>
      </p:sp>
      <p:sp>
        <p:nvSpPr>
          <p:cNvPr id="9" name="Generic Tab - Instructions"/>
          <p:cNvSpPr txBox="1"/>
          <p:nvPr userDrawn="1"/>
        </p:nvSpPr>
        <p:spPr>
          <a:xfrm>
            <a:off x="632824" y="3825522"/>
            <a:ext cx="10889543" cy="1140584"/>
          </a:xfrm>
          <a:prstGeom prst="rect">
            <a:avLst/>
          </a:prstGeom>
        </p:spPr>
        <p:txBody>
          <a:bodyPr lIns="0" tIns="40291" rIns="40291" bIns="0">
            <a:noAutofit/>
          </a:bodyPr>
          <a:lstStyle>
            <a:lvl1pPr algn="l" defTabSz="914400" rtl="0" eaLnBrk="1" latinLnBrk="0" hangingPunct="1">
              <a:spcBef>
                <a:spcPct val="0"/>
              </a:spcBef>
              <a:buNone/>
              <a:defRPr lang="en-US" sz="2200" b="1" kern="0">
                <a:solidFill>
                  <a:schemeClr val="tx1"/>
                </a:solidFill>
                <a:latin typeface="Arial" panose="020B0604020202020204" pitchFamily="34" charset="0"/>
                <a:ea typeface="+mj-ea"/>
                <a:cs typeface="Arial" panose="020B0604020202020204" pitchFamily="34" charset="0"/>
              </a:defRPr>
            </a:lvl1pPr>
          </a:lstStyle>
          <a:p>
            <a:pPr>
              <a:spcBef>
                <a:spcPct val="0"/>
              </a:spcBef>
            </a:pPr>
            <a:r>
              <a:rPr lang="en-US" sz="2996" b="0" i="0" u="none" strike="noStrike" cap="all" baseline="0" dirty="0">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REPROGRAPHICS: PLEASE REMOVE THIS SHEET AND REPLACE WITH A GENERIC PHYSICAL TAB</a:t>
            </a:r>
            <a:endParaRPr lang="en-US" sz="2996" b="1" cap="all" baseline="0"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12" name="Generic Tab - Sequence"/>
          <p:cNvSpPr>
            <a:spLocks noGrp="1"/>
          </p:cNvSpPr>
          <p:nvPr>
            <p:ph type="body" sz="quarter" idx="10" hasCustomPrompt="1"/>
          </p:nvPr>
        </p:nvSpPr>
        <p:spPr>
          <a:xfrm>
            <a:off x="676102" y="6309361"/>
            <a:ext cx="10861964" cy="242048"/>
          </a:xfrm>
        </p:spPr>
        <p:txBody>
          <a:bodyPr vert="horz" lIns="0" tIns="0" rIns="0" bIns="0" rtlCol="0" anchor="t" anchorCtr="0">
            <a:noAutofit/>
          </a:bodyPr>
          <a:lstStyle>
            <a:lvl1pPr marL="0" indent="0">
              <a:buNone/>
              <a:defRPr kumimoji="0" lang="en-US" sz="2140" b="0" i="0" u="none" strike="noStrike" kern="0" cap="all" spc="0" normalizeH="0" baseline="0" smtClean="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一般分页 </a:t>
            </a:r>
            <a:r>
              <a:rPr lang="en-US" altLang="zh-TW"/>
              <a:t>[A, B…]</a:t>
            </a:r>
            <a:endParaRPr lang="en-US"/>
          </a:p>
        </p:txBody>
      </p:sp>
      <p:cxnSp>
        <p:nvCxnSpPr>
          <p:cNvPr id="7" name="Line"/>
          <p:cNvCxnSpPr/>
          <p:nvPr userDrawn="1"/>
        </p:nvCxnSpPr>
        <p:spPr>
          <a:xfrm>
            <a:off x="643080" y="3665372"/>
            <a:ext cx="10861964"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 name="Generic Tab - Title"/>
          <p:cNvSpPr>
            <a:spLocks noGrp="1"/>
          </p:cNvSpPr>
          <p:nvPr>
            <p:ph type="title" hasCustomPrompt="1"/>
          </p:nvPr>
        </p:nvSpPr>
        <p:spPr>
          <a:xfrm>
            <a:off x="676102" y="3122408"/>
            <a:ext cx="10861964" cy="242048"/>
          </a:xfrm>
        </p:spPr>
        <p:txBody>
          <a:bodyPr vert="horz" lIns="0" tIns="0" rIns="0" bIns="0" rtlCol="0" anchor="t" anchorCtr="0">
            <a:noAutofit/>
          </a:bodyPr>
          <a:lstStyle>
            <a:lvl1pPr marL="0" marR="0" indent="0" defTabSz="897637" fontAlgn="auto">
              <a:lnSpc>
                <a:spcPct val="100000"/>
              </a:lnSpc>
              <a:spcBef>
                <a:spcPct val="0"/>
              </a:spcBef>
              <a:spcAft>
                <a:spcPct val="0"/>
              </a:spcAft>
              <a:defRPr kumimoji="0" lang="en-US" sz="2140" b="0" i="0" u="none" strike="noStrike" cap="none" spc="0" normalizeH="0" baseline="0">
                <a:ln>
                  <a:noFill/>
                </a:ln>
                <a:solidFill>
                  <a:schemeClr val="tx1"/>
                </a:solidFill>
                <a:effectLst/>
                <a:uLnTx/>
                <a:uFillTx/>
                <a:latin typeface="Arial" panose="020B0604020202020204" pitchFamily="34" charset="0"/>
                <a:ea typeface="+mn-ea"/>
                <a:cs typeface="Arial" panose="020B0604020202020204" pitchFamily="34" charset="0"/>
                <a:sym typeface="Arial" panose="020B0604020202020204" pitchFamily="34" charset="0"/>
              </a:defRPr>
            </a:lvl1pPr>
          </a:lstStyle>
          <a:p>
            <a:pPr marL="0" marR="0" lvl="0" indent="0" defTabSz="897637" fontAlgn="auto">
              <a:lnSpc>
                <a:spcPct val="100000"/>
              </a:lnSpc>
              <a:spcBef>
                <a:spcPct val="0"/>
              </a:spcBef>
              <a:spcAft>
                <a:spcPct val="0"/>
              </a:spcAft>
            </a:pPr>
            <a:r>
              <a:rPr lang="en-US"/>
              <a:t>OPTIONAL: Add Title here (displayed in the TOC)</a:t>
            </a:r>
          </a:p>
        </p:txBody>
      </p:sp>
    </p:spTree>
    <p:extLst>
      <p:ext uri="{BB962C8B-B14F-4D97-AF65-F5344CB8AC3E}">
        <p14:creationId xmlns:p14="http://schemas.microsoft.com/office/powerpoint/2010/main" val="3755375618"/>
      </p:ext>
    </p:extLst>
  </p:cSld>
  <p:clrMapOvr>
    <a:masterClrMapping/>
  </p:clrMapOvr>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REP - Dummy Slide">
    <p:spTree>
      <p:nvGrpSpPr>
        <p:cNvPr id="1" name=""/>
        <p:cNvGrpSpPr/>
        <p:nvPr/>
      </p:nvGrpSpPr>
      <p:grpSpPr>
        <a:xfrm>
          <a:off x="0" y="0"/>
          <a:ext cx="0" cy="0"/>
          <a:chOff x="0" y="0"/>
          <a:chExt cx="0" cy="0"/>
        </a:xfrm>
      </p:grpSpPr>
      <p:sp>
        <p:nvSpPr>
          <p:cNvPr id="10" name="Dummy Slide - Color"/>
          <p:cNvSpPr/>
          <p:nvPr userDrawn="1"/>
        </p:nvSpPr>
        <p:spPr>
          <a:xfrm>
            <a:off x="0" y="6026957"/>
            <a:ext cx="12192000" cy="831048"/>
          </a:xfrm>
          <a:prstGeom prst="rect">
            <a:avLst/>
          </a:prstGeom>
          <a:solidFill>
            <a:srgbClr val="6769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8388" lvl="0"/>
            <a:endParaRPr lang="en-US" sz="2140" b="1" baseline="0" dirty="0">
              <a:solidFill>
                <a:schemeClr val="bg2"/>
              </a:solidFill>
              <a:latin typeface="+mn-lt"/>
              <a:ea typeface="+mn-ea"/>
            </a:endParaRPr>
          </a:p>
        </p:txBody>
      </p:sp>
      <p:sp>
        <p:nvSpPr>
          <p:cNvPr id="9" name="Dummy Slide - Instructions"/>
          <p:cNvSpPr txBox="1"/>
          <p:nvPr userDrawn="1"/>
        </p:nvSpPr>
        <p:spPr>
          <a:xfrm>
            <a:off x="632825" y="3825522"/>
            <a:ext cx="10820270" cy="1140584"/>
          </a:xfrm>
          <a:prstGeom prst="rect">
            <a:avLst/>
          </a:prstGeom>
        </p:spPr>
        <p:txBody>
          <a:bodyPr lIns="0" tIns="40291" rIns="40291" bIns="0">
            <a:noAutofit/>
          </a:bodyPr>
          <a:lstStyle>
            <a:lvl1pPr algn="l" defTabSz="914400" rtl="0" eaLnBrk="1" latinLnBrk="0" hangingPunct="1">
              <a:spcBef>
                <a:spcPct val="0"/>
              </a:spcBef>
              <a:buNone/>
              <a:defRPr lang="en-US" sz="2200" b="1" kern="0">
                <a:solidFill>
                  <a:schemeClr val="tx1"/>
                </a:solidFill>
                <a:latin typeface="Arial" panose="020B0604020202020204" pitchFamily="34" charset="0"/>
                <a:ea typeface="+mj-ea"/>
                <a:cs typeface="Arial" panose="020B0604020202020204" pitchFamily="34" charset="0"/>
              </a:defRPr>
            </a:lvl1pPr>
          </a:lstStyle>
          <a:p>
            <a:pPr>
              <a:spcBef>
                <a:spcPct val="0"/>
              </a:spcBef>
            </a:pPr>
            <a:r>
              <a:rPr lang="en-US" sz="2996" b="0" i="0" u="none" strike="noStrike" cap="all" baseline="0" dirty="0">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REPROGRAPHICS: PLEASE REMOVE THIS SHEET AND REPLACE WITH AN EXTERNAL PAGE</a:t>
            </a:r>
            <a:endParaRPr lang="en-US" sz="2996" b="1" cap="all" baseline="0" dirty="0">
              <a:latin typeface="Arial" panose="020B0604020202020204" pitchFamily="34" charset="0"/>
              <a:cs typeface="Arial" panose="020B0604020202020204" pitchFamily="34" charset="0"/>
              <a:sym typeface="Arial" panose="020B0604020202020204" pitchFamily="34" charset="0"/>
            </a:endParaRPr>
          </a:p>
        </p:txBody>
      </p:sp>
      <p:sp>
        <p:nvSpPr>
          <p:cNvPr id="2" name="Dummy Slide - Sequence"/>
          <p:cNvSpPr>
            <a:spLocks noGrp="1"/>
          </p:cNvSpPr>
          <p:nvPr>
            <p:ph type="title" hasCustomPrompt="1"/>
          </p:nvPr>
        </p:nvSpPr>
        <p:spPr>
          <a:xfrm>
            <a:off x="671946" y="6308006"/>
            <a:ext cx="10861964" cy="242052"/>
          </a:xfrm>
          <a:prstGeom prst="rect">
            <a:avLst/>
          </a:prstGeom>
        </p:spPr>
        <p:txBody>
          <a:bodyPr vert="horz" lIns="0" tIns="0" rIns="0" bIns="0" rtlCol="0" anchor="t" anchorCtr="0">
            <a:noAutofit/>
          </a:bodyPr>
          <a:lstStyle>
            <a:lvl1pPr>
              <a:defRPr kumimoji="0" lang="en-US" sz="2140" b="0" i="0" u="none" strike="noStrike" cap="all" spc="0" normalizeH="0" baseline="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defRPr>
            </a:lvl1pPr>
          </a:lstStyle>
          <a:p>
            <a:pPr marL="0" marR="0" lvl="0" indent="0" defTabSz="897637" fontAlgn="auto">
              <a:lnSpc>
                <a:spcPct val="100000"/>
              </a:lnSpc>
              <a:spcAft>
                <a:spcPct val="0"/>
              </a:spcAft>
              <a:buClrTx/>
              <a:buSzTx/>
              <a:buFontTx/>
            </a:pPr>
            <a:r>
              <a:rPr lang="zh-TW" altLang="en-US"/>
              <a:t>标题</a:t>
            </a:r>
          </a:p>
        </p:txBody>
      </p:sp>
      <p:cxnSp>
        <p:nvCxnSpPr>
          <p:cNvPr id="7" name="Line"/>
          <p:cNvCxnSpPr/>
          <p:nvPr userDrawn="1"/>
        </p:nvCxnSpPr>
        <p:spPr>
          <a:xfrm>
            <a:off x="643080" y="3665372"/>
            <a:ext cx="10861964"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641327"/>
      </p:ext>
    </p:extLst>
  </p:cSld>
  <p:clrMapOvr>
    <a:masterClrMapping/>
  </p:clrMapOvr>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KPA - P - 1 Placeholder in Key Points Area">
    <p:spTree>
      <p:nvGrpSpPr>
        <p:cNvPr id="1" name=""/>
        <p:cNvGrpSpPr/>
        <p:nvPr/>
      </p:nvGrpSpPr>
      <p:grpSpPr>
        <a:xfrm>
          <a:off x="0" y="0"/>
          <a:ext cx="0" cy="0"/>
          <a:chOff x="0" y="0"/>
          <a:chExt cx="0" cy="0"/>
        </a:xfrm>
      </p:grpSpPr>
      <p:sp>
        <p:nvSpPr>
          <p:cNvPr id="13"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17"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16" name="Line - KPA"/>
          <p:cNvSpPr>
            <a:spLocks noChangeShapeType="1"/>
          </p:cNvSpPr>
          <p:nvPr userDrawn="1">
            <p:custDataLst>
              <p:tags r:id="rId1"/>
            </p:custDataLst>
          </p:nvPr>
        </p:nvSpPr>
        <p:spPr bwMode="auto">
          <a:xfrm flipH="1">
            <a:off x="3136669" y="1581374"/>
            <a:ext cx="0" cy="4356848"/>
          </a:xfrm>
          <a:prstGeom prst="line">
            <a:avLst/>
          </a:prstGeom>
          <a:noFill/>
          <a:ln w="6350">
            <a:solidFill>
              <a:schemeClr val="bg2"/>
            </a:solidFill>
            <a:round/>
          </a:ln>
        </p:spPr>
        <p:txBody>
          <a:bodyPr lIns="80571" tIns="40287" rIns="80571" bIns="40287"/>
          <a:lstStyle/>
          <a:p>
            <a:pPr eaLnBrk="0" fontAlgn="base" hangingPunct="0">
              <a:spcBef>
                <a:spcPct val="0"/>
              </a:spcBef>
              <a:spcAft>
                <a:spcPct val="0"/>
              </a:spcAft>
            </a:pPr>
            <a:endParaRPr lang="en-US" sz="2675" dirty="0">
              <a:solidFill>
                <a:srgbClr val="000000"/>
              </a:solidFill>
              <a:latin typeface="+mn-lt"/>
              <a:ea typeface="+mn-ea"/>
            </a:endParaRPr>
          </a:p>
        </p:txBody>
      </p:sp>
      <p:sp>
        <p:nvSpPr>
          <p:cNvPr id="5" name="KPA - Placeholder 1"/>
          <p:cNvSpPr>
            <a:spLocks noGrp="1"/>
          </p:cNvSpPr>
          <p:nvPr>
            <p:ph sz="quarter" idx="28" hasCustomPrompt="1"/>
          </p:nvPr>
        </p:nvSpPr>
        <p:spPr>
          <a:xfrm>
            <a:off x="665020" y="1589443"/>
            <a:ext cx="2216727" cy="4356848"/>
          </a:xfrm>
          <a:prstGeom prst="rect">
            <a:avLst/>
          </a:prstGeom>
        </p:spPr>
        <p:txBody>
          <a:bodyPr tIns="0">
            <a:noAutofit/>
          </a:bodyPr>
          <a:lstStyle>
            <a:lvl1pPr>
              <a:buClr>
                <a:schemeClr val="accent2"/>
              </a:buClr>
              <a:defRPr sz="1177" baseline="0">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sz="1177" baseline="0">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sz="968">
                <a:latin typeface="Arial" panose="020B0604020202020204" pitchFamily="34" charset="0"/>
                <a:ea typeface="Microsoft JhengHei" panose="020B0604030504040204" pitchFamily="34" charset="-120"/>
              </a:defRPr>
            </a:lvl5pPr>
          </a:lstStyle>
          <a:p>
            <a:pPr lvl="0"/>
            <a:r>
              <a:rPr lang="zh-CN" altLang="en-US"/>
              <a:t>重点文字 </a:t>
            </a:r>
            <a:r>
              <a:rPr lang="en-US" altLang="zh-CN"/>
              <a:t>- </a:t>
            </a:r>
            <a:r>
              <a:rPr lang="zh-CN" altLang="en-US"/>
              <a:t>预留位置</a:t>
            </a:r>
            <a:r>
              <a:rPr lang="en-US" altLang="zh-CN"/>
              <a:t>1</a:t>
            </a:r>
            <a:endParaRPr lang="en-US" altLang="zh-TW"/>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9" name="Slide - Footnote"/>
          <p:cNvSpPr>
            <a:spLocks noGrp="1"/>
          </p:cNvSpPr>
          <p:nvPr>
            <p:ph type="ftr" sz="quarter" idx="3"/>
          </p:nvPr>
        </p:nvSpPr>
        <p:spPr>
          <a:xfrm>
            <a:off x="3458095" y="6081864"/>
            <a:ext cx="8068888" cy="270202"/>
          </a:xfrm>
          <a:prstGeom prst="rect">
            <a:avLst/>
          </a:prstGeom>
          <a:noFill/>
        </p:spPr>
        <p:txBody>
          <a:bodyPr lIns="0" anchor="b" anchorCtr="0">
            <a:spAutoFit/>
          </a:bodyPr>
          <a:lstStyle>
            <a:lvl1pPr>
              <a:lnSpc>
                <a:spcPct val="90000"/>
              </a:lnSpc>
              <a:defRPr sz="642" b="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12"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0"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3176373261"/>
      </p:ext>
    </p:extLst>
  </p:cSld>
  <p:clrMapOvr>
    <a:masterClrMapping/>
  </p:clrMapOvr>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KPA - P - 1 Placeholder">
    <p:spTree>
      <p:nvGrpSpPr>
        <p:cNvPr id="1" name=""/>
        <p:cNvGrpSpPr/>
        <p:nvPr/>
      </p:nvGrpSpPr>
      <p:grpSpPr>
        <a:xfrm>
          <a:off x="0" y="0"/>
          <a:ext cx="0" cy="0"/>
          <a:chOff x="0" y="0"/>
          <a:chExt cx="0" cy="0"/>
        </a:xfrm>
      </p:grpSpPr>
      <p:sp>
        <p:nvSpPr>
          <p:cNvPr id="19"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15"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16" name="Line - KPA"/>
          <p:cNvSpPr>
            <a:spLocks noChangeShapeType="1"/>
          </p:cNvSpPr>
          <p:nvPr userDrawn="1">
            <p:custDataLst>
              <p:tags r:id="rId1"/>
            </p:custDataLst>
          </p:nvPr>
        </p:nvSpPr>
        <p:spPr bwMode="auto">
          <a:xfrm flipH="1">
            <a:off x="3136669" y="1581374"/>
            <a:ext cx="0" cy="4356848"/>
          </a:xfrm>
          <a:prstGeom prst="line">
            <a:avLst/>
          </a:prstGeom>
          <a:noFill/>
          <a:ln w="6350">
            <a:solidFill>
              <a:schemeClr val="bg2"/>
            </a:solidFill>
            <a:round/>
          </a:ln>
        </p:spPr>
        <p:txBody>
          <a:bodyPr lIns="80571" tIns="40287" rIns="80571" bIns="40287"/>
          <a:lstStyle/>
          <a:p>
            <a:pPr eaLnBrk="0" fontAlgn="base" hangingPunct="0">
              <a:spcBef>
                <a:spcPct val="0"/>
              </a:spcBef>
              <a:spcAft>
                <a:spcPct val="0"/>
              </a:spcAft>
            </a:pPr>
            <a:endParaRPr lang="en-US" sz="2675" dirty="0">
              <a:solidFill>
                <a:srgbClr val="000000"/>
              </a:solidFill>
              <a:latin typeface="+mn-lt"/>
              <a:ea typeface="+mn-ea"/>
            </a:endParaRPr>
          </a:p>
        </p:txBody>
      </p:sp>
      <p:sp>
        <p:nvSpPr>
          <p:cNvPr id="30" name="KPA - Placeholder 1"/>
          <p:cNvSpPr>
            <a:spLocks noGrp="1"/>
          </p:cNvSpPr>
          <p:nvPr>
            <p:ph sz="quarter" idx="28" hasCustomPrompt="1"/>
          </p:nvPr>
        </p:nvSpPr>
        <p:spPr>
          <a:xfrm>
            <a:off x="665020" y="1589443"/>
            <a:ext cx="2216727" cy="4356848"/>
          </a:xfrm>
          <a:prstGeom prst="rect">
            <a:avLst/>
          </a:prstGeom>
        </p:spPr>
        <p:txBody>
          <a:bodyPr tIns="0">
            <a:normAutofit/>
          </a:bodyPr>
          <a:lstStyle>
            <a:lvl1pPr>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sz="1177" baseline="0">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sz="968">
                <a:latin typeface="Arial" panose="020B0604020202020204" pitchFamily="34" charset="0"/>
                <a:ea typeface="Microsoft JhengHei" panose="020B0604030504040204" pitchFamily="34" charset="-120"/>
              </a:defRPr>
            </a:lvl5pPr>
          </a:lstStyle>
          <a:p>
            <a:pPr lvl="0"/>
            <a:r>
              <a:rPr lang="zh-CN" altLang="en-US"/>
              <a:t>重点文字 </a:t>
            </a:r>
            <a:r>
              <a:rPr lang="en-US" altLang="zh-CN"/>
              <a:t>- </a:t>
            </a:r>
            <a:r>
              <a:rPr lang="zh-CN" altLang="en-US"/>
              <a:t>预留位置</a:t>
            </a:r>
            <a:r>
              <a:rPr lang="en-US" altLang="zh-CN"/>
              <a:t>1</a:t>
            </a:r>
            <a:endParaRPr lang="en-US" altLang="zh-TW"/>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18" name="Placeholder 1 - Title"/>
          <p:cNvSpPr>
            <a:spLocks noGrp="1"/>
          </p:cNvSpPr>
          <p:nvPr>
            <p:ph type="body" sz="quarter" idx="13" hasCustomPrompt="1"/>
          </p:nvPr>
        </p:nvSpPr>
        <p:spPr>
          <a:xfrm>
            <a:off x="3458097" y="1589444"/>
            <a:ext cx="8064499"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20" name="Placeholder 1 - Sub-Title"/>
          <p:cNvSpPr>
            <a:spLocks noGrp="1"/>
          </p:cNvSpPr>
          <p:nvPr>
            <p:ph type="body" sz="quarter" idx="14" hasCustomPrompt="1"/>
          </p:nvPr>
        </p:nvSpPr>
        <p:spPr>
          <a:xfrm>
            <a:off x="3458097" y="1758877"/>
            <a:ext cx="8064499" cy="161365"/>
          </a:xfrm>
          <a:prstGeom prst="rect">
            <a:avLst/>
          </a:prstGeom>
        </p:spPr>
        <p:txBody>
          <a:bodyPr lIns="0" tIns="0" bIns="0">
            <a:noAutofit/>
          </a:bodyPr>
          <a:lstStyle>
            <a:lvl1pPr marL="0" indent="0">
              <a:buNone/>
              <a:tabLst>
                <a:tab pos="9669477" algn="r"/>
              </a:tabLst>
              <a:defRPr sz="856" baseline="0">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22" name="Placeholder 1 - Content"/>
          <p:cNvSpPr>
            <a:spLocks noGrp="1"/>
          </p:cNvSpPr>
          <p:nvPr>
            <p:ph sz="quarter" idx="15" hasCustomPrompt="1"/>
          </p:nvPr>
        </p:nvSpPr>
        <p:spPr>
          <a:xfrm>
            <a:off x="3458097" y="1928309"/>
            <a:ext cx="8064499" cy="3913304"/>
          </a:xfrm>
          <a:prstGeom prst="rect">
            <a:avLst/>
          </a:prstGeom>
        </p:spPr>
        <p:txBody>
          <a:bodyPr vert="horz" lIns="0" tIns="45720" rIns="0" bIns="91440" rtlCol="0">
            <a:normAutofit/>
          </a:bodyPr>
          <a:lstStyle>
            <a:lvl1pPr>
              <a:buClr>
                <a:schemeClr val="accent2"/>
              </a:buClr>
              <a:defRPr lang="en-US" altLang="zh-TW" smtClean="0">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lang="en-US" smtClean="0">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lang="en-US" smtClean="0">
                <a:latin typeface="Arial" panose="020B0604020202020204" pitchFamily="34" charset="0"/>
                <a:ea typeface="+mn-ea"/>
                <a:cs typeface="Arial" panose="020B0604020202020204" pitchFamily="34" charset="0"/>
                <a:sym typeface="Arial" panose="020B0604020202020204" pitchFamily="34" charset="0"/>
              </a:defRPr>
            </a:lvl4pPr>
            <a:lvl5pPr>
              <a:defRPr lang="en-US" smtClean="0"/>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14" name="Placeholder 1 - Source"/>
          <p:cNvSpPr>
            <a:spLocks noGrp="1"/>
          </p:cNvSpPr>
          <p:nvPr>
            <p:ph type="body" sz="quarter" idx="35" hasCustomPrompt="1"/>
          </p:nvPr>
        </p:nvSpPr>
        <p:spPr>
          <a:xfrm>
            <a:off x="3458095" y="5849472"/>
            <a:ext cx="8068888"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24" name="Slide - Footnote"/>
          <p:cNvSpPr>
            <a:spLocks noGrp="1"/>
          </p:cNvSpPr>
          <p:nvPr>
            <p:ph type="ftr" sz="quarter" idx="3"/>
          </p:nvPr>
        </p:nvSpPr>
        <p:spPr>
          <a:xfrm>
            <a:off x="3458095" y="6081864"/>
            <a:ext cx="8068888" cy="270202"/>
          </a:xfrm>
          <a:prstGeom prst="rect">
            <a:avLst/>
          </a:prstGeom>
          <a:noFill/>
        </p:spPr>
        <p:txBody>
          <a:bodyPr lIns="0" anchor="b" anchorCtr="0">
            <a:spAutoFit/>
          </a:bodyPr>
          <a:lstStyle>
            <a:lvl1pPr>
              <a:lnSpc>
                <a:spcPct val="90000"/>
              </a:lnSpc>
              <a:defRPr sz="642" b="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21"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7" name="Slide - Page Number"/>
          <p:cNvSpPr>
            <a:spLocks noGrp="1"/>
          </p:cNvSpPr>
          <p:nvPr>
            <p:ph type="body" sz="quarter" idx="36"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4177807703"/>
      </p:ext>
    </p:extLst>
  </p:cSld>
  <p:clrMapOvr>
    <a:masterClrMapping/>
  </p:clrMapOvr>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KPA - P - 2 Placeholders (2 Columns)">
    <p:spTree>
      <p:nvGrpSpPr>
        <p:cNvPr id="1" name=""/>
        <p:cNvGrpSpPr/>
        <p:nvPr/>
      </p:nvGrpSpPr>
      <p:grpSpPr>
        <a:xfrm>
          <a:off x="0" y="0"/>
          <a:ext cx="0" cy="0"/>
          <a:chOff x="0" y="0"/>
          <a:chExt cx="0" cy="0"/>
        </a:xfrm>
      </p:grpSpPr>
      <p:sp>
        <p:nvSpPr>
          <p:cNvPr id="27"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21"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16" name="Line - KPA"/>
          <p:cNvSpPr>
            <a:spLocks noChangeShapeType="1"/>
          </p:cNvSpPr>
          <p:nvPr userDrawn="1">
            <p:custDataLst>
              <p:tags r:id="rId1"/>
            </p:custDataLst>
          </p:nvPr>
        </p:nvSpPr>
        <p:spPr bwMode="auto">
          <a:xfrm flipH="1">
            <a:off x="3136669" y="1581374"/>
            <a:ext cx="0" cy="4356848"/>
          </a:xfrm>
          <a:prstGeom prst="line">
            <a:avLst/>
          </a:prstGeom>
          <a:noFill/>
          <a:ln w="6350">
            <a:solidFill>
              <a:schemeClr val="bg2"/>
            </a:solidFill>
            <a:round/>
          </a:ln>
        </p:spPr>
        <p:txBody>
          <a:bodyPr lIns="80571" tIns="40287" rIns="80571" bIns="40287"/>
          <a:lstStyle/>
          <a:p>
            <a:pPr eaLnBrk="0" fontAlgn="base" hangingPunct="0">
              <a:spcBef>
                <a:spcPct val="0"/>
              </a:spcBef>
              <a:spcAft>
                <a:spcPct val="0"/>
              </a:spcAft>
            </a:pPr>
            <a:endParaRPr lang="en-US" sz="2675" dirty="0">
              <a:solidFill>
                <a:srgbClr val="000000"/>
              </a:solidFill>
              <a:latin typeface="+mn-lt"/>
              <a:ea typeface="+mn-ea"/>
            </a:endParaRPr>
          </a:p>
        </p:txBody>
      </p:sp>
      <p:sp>
        <p:nvSpPr>
          <p:cNvPr id="34" name="KPA - Placeholder 1"/>
          <p:cNvSpPr>
            <a:spLocks noGrp="1"/>
          </p:cNvSpPr>
          <p:nvPr>
            <p:ph sz="quarter" idx="38" hasCustomPrompt="1"/>
          </p:nvPr>
        </p:nvSpPr>
        <p:spPr>
          <a:xfrm>
            <a:off x="665020" y="1589443"/>
            <a:ext cx="2216727" cy="4356848"/>
          </a:xfrm>
          <a:prstGeom prst="rect">
            <a:avLst/>
          </a:prstGeom>
        </p:spPr>
        <p:txBody>
          <a:bodyPr tIns="0">
            <a:normAutofit/>
          </a:bodyPr>
          <a:lstStyle>
            <a:lvl1pPr>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sz="1177" baseline="0">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sz="968">
                <a:latin typeface="Arial" panose="020B0604020202020204" pitchFamily="34" charset="0"/>
                <a:ea typeface="Microsoft JhengHei" panose="020B0604030504040204" pitchFamily="34" charset="-120"/>
              </a:defRPr>
            </a:lvl5pPr>
          </a:lstStyle>
          <a:p>
            <a:pPr lvl="0"/>
            <a:r>
              <a:rPr lang="zh-CN" altLang="en-US"/>
              <a:t>重点文字 </a:t>
            </a:r>
            <a:r>
              <a:rPr lang="en-US" altLang="zh-CN"/>
              <a:t>- </a:t>
            </a:r>
            <a:r>
              <a:rPr lang="zh-CN" altLang="en-US"/>
              <a:t>预留位置</a:t>
            </a:r>
            <a:r>
              <a:rPr lang="en-US" altLang="zh-CN"/>
              <a:t>1</a:t>
            </a:r>
            <a:endParaRPr lang="en-US" altLang="zh-TW"/>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18" name="Placeholder 1 - Title"/>
          <p:cNvSpPr>
            <a:spLocks noGrp="1"/>
          </p:cNvSpPr>
          <p:nvPr>
            <p:ph type="body" sz="quarter" idx="13" hasCustomPrompt="1"/>
          </p:nvPr>
        </p:nvSpPr>
        <p:spPr>
          <a:xfrm>
            <a:off x="3458097" y="1589444"/>
            <a:ext cx="3879273"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20" name="Placeholder 1 - Sub-Title"/>
          <p:cNvSpPr>
            <a:spLocks noGrp="1"/>
          </p:cNvSpPr>
          <p:nvPr>
            <p:ph type="body" sz="quarter" idx="14" hasCustomPrompt="1"/>
          </p:nvPr>
        </p:nvSpPr>
        <p:spPr>
          <a:xfrm>
            <a:off x="3458097" y="1758877"/>
            <a:ext cx="3879273"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22" name="Placeholder 1 - Content"/>
          <p:cNvSpPr>
            <a:spLocks noGrp="1"/>
          </p:cNvSpPr>
          <p:nvPr>
            <p:ph sz="quarter" idx="15" hasCustomPrompt="1"/>
          </p:nvPr>
        </p:nvSpPr>
        <p:spPr>
          <a:xfrm>
            <a:off x="3458097" y="1928308"/>
            <a:ext cx="3879273"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26" name="Placeholder 1 - Source"/>
          <p:cNvSpPr>
            <a:spLocks noGrp="1"/>
          </p:cNvSpPr>
          <p:nvPr>
            <p:ph type="body" sz="quarter" idx="35" hasCustomPrompt="1"/>
          </p:nvPr>
        </p:nvSpPr>
        <p:spPr>
          <a:xfrm>
            <a:off x="3458097" y="5849472"/>
            <a:ext cx="3879273"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38" name="Placeholder 2 - Title"/>
          <p:cNvSpPr>
            <a:spLocks noGrp="1"/>
          </p:cNvSpPr>
          <p:nvPr>
            <p:ph type="body" sz="quarter" idx="42" hasCustomPrompt="1"/>
          </p:nvPr>
        </p:nvSpPr>
        <p:spPr>
          <a:xfrm>
            <a:off x="7647711" y="1589444"/>
            <a:ext cx="3879273"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2</a:t>
            </a:r>
          </a:p>
        </p:txBody>
      </p:sp>
      <p:sp>
        <p:nvSpPr>
          <p:cNvPr id="37" name="Placeholder 2 - Sub-Title"/>
          <p:cNvSpPr>
            <a:spLocks noGrp="1"/>
          </p:cNvSpPr>
          <p:nvPr>
            <p:ph type="body" sz="quarter" idx="41" hasCustomPrompt="1"/>
          </p:nvPr>
        </p:nvSpPr>
        <p:spPr>
          <a:xfrm>
            <a:off x="7647711" y="1758877"/>
            <a:ext cx="3879273"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2</a:t>
            </a:r>
          </a:p>
        </p:txBody>
      </p:sp>
      <p:sp>
        <p:nvSpPr>
          <p:cNvPr id="36" name="Placeholder 2 - Content"/>
          <p:cNvSpPr>
            <a:spLocks noGrp="1"/>
          </p:cNvSpPr>
          <p:nvPr>
            <p:ph sz="quarter" idx="40" hasCustomPrompt="1"/>
          </p:nvPr>
        </p:nvSpPr>
        <p:spPr>
          <a:xfrm>
            <a:off x="7647711" y="1928308"/>
            <a:ext cx="3879273"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a:latin typeface="Arial" panose="020B0604020202020204" pitchFamily="34" charset="0"/>
                <a:ea typeface="Microsoft JhengHei" panose="020B0604030504040204" pitchFamily="34" charset="-120"/>
              </a:defRPr>
            </a:lvl5pPr>
          </a:lstStyle>
          <a:p>
            <a:pPr lvl="0"/>
            <a:r>
              <a:rPr lang="zh-TW" altLang="en-US"/>
              <a:t>预留位置 </a:t>
            </a:r>
            <a:r>
              <a:rPr lang="en-US" altLang="zh-TW"/>
              <a:t>2</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35" name="Placeholder 2 - Source"/>
          <p:cNvSpPr>
            <a:spLocks noGrp="1"/>
          </p:cNvSpPr>
          <p:nvPr>
            <p:ph type="body" sz="quarter" idx="39" hasCustomPrompt="1"/>
          </p:nvPr>
        </p:nvSpPr>
        <p:spPr>
          <a:xfrm>
            <a:off x="7647711" y="5849472"/>
            <a:ext cx="3879273"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31" name="Slide - Footnote"/>
          <p:cNvSpPr>
            <a:spLocks noGrp="1"/>
          </p:cNvSpPr>
          <p:nvPr>
            <p:ph type="ftr" sz="quarter" idx="3"/>
          </p:nvPr>
        </p:nvSpPr>
        <p:spPr>
          <a:xfrm>
            <a:off x="3458095" y="6081864"/>
            <a:ext cx="8068888" cy="270202"/>
          </a:xfrm>
          <a:prstGeom prst="rect">
            <a:avLst/>
          </a:prstGeom>
          <a:noFill/>
        </p:spPr>
        <p:txBody>
          <a:bodyPr lIns="0" anchor="b" anchorCtr="0">
            <a:spAutoFit/>
          </a:bodyPr>
          <a:lstStyle>
            <a:lvl1pPr>
              <a:lnSpc>
                <a:spcPct val="90000"/>
              </a:lnSpc>
              <a:defRPr sz="642" b="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23"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7" name="Slide - Page Number"/>
          <p:cNvSpPr>
            <a:spLocks noGrp="1"/>
          </p:cNvSpPr>
          <p:nvPr>
            <p:ph type="body" sz="quarter" idx="43"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179265078"/>
      </p:ext>
    </p:extLst>
  </p:cSld>
  <p:clrMapOvr>
    <a:masterClrMapping/>
  </p:clrMapOvr>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KPA - P - 2 Placeholders (2 Rows)">
    <p:spTree>
      <p:nvGrpSpPr>
        <p:cNvPr id="1" name=""/>
        <p:cNvGrpSpPr/>
        <p:nvPr/>
      </p:nvGrpSpPr>
      <p:grpSpPr>
        <a:xfrm>
          <a:off x="0" y="0"/>
          <a:ext cx="0" cy="0"/>
          <a:chOff x="0" y="0"/>
          <a:chExt cx="0" cy="0"/>
        </a:xfrm>
      </p:grpSpPr>
      <p:sp>
        <p:nvSpPr>
          <p:cNvPr id="25"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23"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35" name="Line - KPA"/>
          <p:cNvSpPr>
            <a:spLocks noChangeShapeType="1"/>
          </p:cNvSpPr>
          <p:nvPr userDrawn="1">
            <p:custDataLst>
              <p:tags r:id="rId1"/>
            </p:custDataLst>
          </p:nvPr>
        </p:nvSpPr>
        <p:spPr bwMode="auto">
          <a:xfrm flipH="1">
            <a:off x="3136669" y="1581374"/>
            <a:ext cx="0" cy="4356848"/>
          </a:xfrm>
          <a:prstGeom prst="line">
            <a:avLst/>
          </a:prstGeom>
          <a:noFill/>
          <a:ln w="6350">
            <a:solidFill>
              <a:schemeClr val="bg2"/>
            </a:solidFill>
            <a:round/>
          </a:ln>
        </p:spPr>
        <p:txBody>
          <a:bodyPr lIns="80571" tIns="40287" rIns="80571" bIns="40287"/>
          <a:lstStyle/>
          <a:p>
            <a:pPr eaLnBrk="0" fontAlgn="base" hangingPunct="0">
              <a:spcBef>
                <a:spcPct val="0"/>
              </a:spcBef>
              <a:spcAft>
                <a:spcPct val="0"/>
              </a:spcAft>
            </a:pPr>
            <a:endParaRPr lang="en-US" sz="2675" dirty="0">
              <a:solidFill>
                <a:srgbClr val="000000"/>
              </a:solidFill>
              <a:latin typeface="+mn-lt"/>
              <a:ea typeface="+mn-ea"/>
            </a:endParaRPr>
          </a:p>
        </p:txBody>
      </p:sp>
      <p:sp>
        <p:nvSpPr>
          <p:cNvPr id="33" name="KPA - Placeholder 1"/>
          <p:cNvSpPr>
            <a:spLocks noGrp="1"/>
          </p:cNvSpPr>
          <p:nvPr>
            <p:ph sz="quarter" idx="28" hasCustomPrompt="1"/>
          </p:nvPr>
        </p:nvSpPr>
        <p:spPr>
          <a:xfrm>
            <a:off x="665020" y="1589443"/>
            <a:ext cx="2216727" cy="4356848"/>
          </a:xfrm>
          <a:prstGeom prst="rect">
            <a:avLst/>
          </a:prstGeom>
        </p:spPr>
        <p:txBody>
          <a:bodyPr tIns="0">
            <a:normAutofit/>
          </a:bodyPr>
          <a:lstStyle>
            <a:lvl1pPr>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sz="1177" baseline="0">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sz="968">
                <a:latin typeface="Arial" panose="020B0604020202020204" pitchFamily="34" charset="0"/>
                <a:ea typeface="Microsoft JhengHei" panose="020B0604030504040204" pitchFamily="34" charset="-120"/>
              </a:defRPr>
            </a:lvl5pPr>
          </a:lstStyle>
          <a:p>
            <a:pPr lvl="0"/>
            <a:r>
              <a:rPr lang="zh-CN" altLang="en-US"/>
              <a:t>重点文字 </a:t>
            </a:r>
            <a:r>
              <a:rPr lang="en-US" altLang="zh-CN"/>
              <a:t>- </a:t>
            </a:r>
            <a:r>
              <a:rPr lang="zh-CN" altLang="en-US"/>
              <a:t>预留位置</a:t>
            </a:r>
            <a:r>
              <a:rPr lang="en-US" altLang="zh-CN"/>
              <a:t>1</a:t>
            </a:r>
            <a:endParaRPr lang="en-US" altLang="zh-TW"/>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18" name="Placeholder 1 - Title"/>
          <p:cNvSpPr>
            <a:spLocks noGrp="1"/>
          </p:cNvSpPr>
          <p:nvPr>
            <p:ph type="body" sz="quarter" idx="13" hasCustomPrompt="1"/>
          </p:nvPr>
        </p:nvSpPr>
        <p:spPr>
          <a:xfrm>
            <a:off x="3458095" y="1589444"/>
            <a:ext cx="8068888"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20" name="Placeholder 1 - Sub-Title"/>
          <p:cNvSpPr>
            <a:spLocks noGrp="1"/>
          </p:cNvSpPr>
          <p:nvPr>
            <p:ph type="body" sz="quarter" idx="14" hasCustomPrompt="1"/>
          </p:nvPr>
        </p:nvSpPr>
        <p:spPr>
          <a:xfrm>
            <a:off x="3458095" y="1758877"/>
            <a:ext cx="8068888"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22" name="Placeholder 1 - Content"/>
          <p:cNvSpPr>
            <a:spLocks noGrp="1"/>
          </p:cNvSpPr>
          <p:nvPr>
            <p:ph sz="quarter" idx="15" hasCustomPrompt="1"/>
          </p:nvPr>
        </p:nvSpPr>
        <p:spPr>
          <a:xfrm>
            <a:off x="3458095" y="1928309"/>
            <a:ext cx="8068888" cy="1613648"/>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27" name="Placeholder 1 - Source"/>
          <p:cNvSpPr>
            <a:spLocks noGrp="1"/>
          </p:cNvSpPr>
          <p:nvPr>
            <p:ph type="body" sz="quarter" idx="36" hasCustomPrompt="1"/>
          </p:nvPr>
        </p:nvSpPr>
        <p:spPr>
          <a:xfrm>
            <a:off x="3458095" y="3550023"/>
            <a:ext cx="8068888"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37" name="Placeholder 2 - Title"/>
          <p:cNvSpPr>
            <a:spLocks noGrp="1"/>
          </p:cNvSpPr>
          <p:nvPr>
            <p:ph type="body" sz="quarter" idx="40" hasCustomPrompt="1"/>
          </p:nvPr>
        </p:nvSpPr>
        <p:spPr>
          <a:xfrm>
            <a:off x="3458115" y="3888443"/>
            <a:ext cx="8068888"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2</a:t>
            </a:r>
          </a:p>
        </p:txBody>
      </p:sp>
      <p:sp>
        <p:nvSpPr>
          <p:cNvPr id="36" name="Placeholder 2 - Sub-Title"/>
          <p:cNvSpPr>
            <a:spLocks noGrp="1"/>
          </p:cNvSpPr>
          <p:nvPr>
            <p:ph type="body" sz="quarter" idx="39" hasCustomPrompt="1"/>
          </p:nvPr>
        </p:nvSpPr>
        <p:spPr>
          <a:xfrm>
            <a:off x="3458115" y="4058324"/>
            <a:ext cx="8068888"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2</a:t>
            </a:r>
          </a:p>
        </p:txBody>
      </p:sp>
      <p:sp>
        <p:nvSpPr>
          <p:cNvPr id="34" name="Placeholder 2 - Content"/>
          <p:cNvSpPr>
            <a:spLocks noGrp="1"/>
          </p:cNvSpPr>
          <p:nvPr>
            <p:ph sz="quarter" idx="38" hasCustomPrompt="1"/>
          </p:nvPr>
        </p:nvSpPr>
        <p:spPr>
          <a:xfrm>
            <a:off x="3458115" y="4227757"/>
            <a:ext cx="8068888" cy="1613648"/>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a:latin typeface="Arial" panose="020B0604020202020204" pitchFamily="34" charset="0"/>
                <a:ea typeface="Microsoft JhengHei" panose="020B0604030504040204" pitchFamily="34" charset="-120"/>
              </a:defRPr>
            </a:lvl5pPr>
          </a:lstStyle>
          <a:p>
            <a:pPr lvl="0"/>
            <a:r>
              <a:rPr lang="zh-TW" altLang="en-US"/>
              <a:t>预留位置 </a:t>
            </a:r>
            <a:r>
              <a:rPr lang="en-US" altLang="zh-TW"/>
              <a:t>2</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26" name="Placeholder 2 - Source"/>
          <p:cNvSpPr>
            <a:spLocks noGrp="1"/>
          </p:cNvSpPr>
          <p:nvPr>
            <p:ph type="body" sz="quarter" idx="35" hasCustomPrompt="1"/>
          </p:nvPr>
        </p:nvSpPr>
        <p:spPr>
          <a:xfrm>
            <a:off x="3458095" y="5849472"/>
            <a:ext cx="8068888"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30" name="Slide - Footnote"/>
          <p:cNvSpPr>
            <a:spLocks noGrp="1"/>
          </p:cNvSpPr>
          <p:nvPr>
            <p:ph type="ftr" sz="quarter" idx="3"/>
          </p:nvPr>
        </p:nvSpPr>
        <p:spPr>
          <a:xfrm>
            <a:off x="3458095" y="6081864"/>
            <a:ext cx="8068888" cy="270202"/>
          </a:xfrm>
          <a:prstGeom prst="rect">
            <a:avLst/>
          </a:prstGeom>
          <a:noFill/>
        </p:spPr>
        <p:txBody>
          <a:bodyPr lIns="0" anchor="b" anchorCtr="0">
            <a:spAutoFit/>
          </a:bodyPr>
          <a:lstStyle>
            <a:lvl1pPr>
              <a:lnSpc>
                <a:spcPct val="90000"/>
              </a:lnSpc>
              <a:defRPr sz="642" b="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21"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7" name="Slide - Page Number"/>
          <p:cNvSpPr>
            <a:spLocks noGrp="1"/>
          </p:cNvSpPr>
          <p:nvPr>
            <p:ph type="body" sz="quarter" idx="41"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2415681775"/>
      </p:ext>
    </p:extLst>
  </p:cSld>
  <p:clrMapOvr>
    <a:masterClrMapping/>
  </p:clrMapOvr>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KPA - P - 3 Placeholders (3 Columns)">
    <p:spTree>
      <p:nvGrpSpPr>
        <p:cNvPr id="1" name=""/>
        <p:cNvGrpSpPr/>
        <p:nvPr/>
      </p:nvGrpSpPr>
      <p:grpSpPr>
        <a:xfrm>
          <a:off x="0" y="0"/>
          <a:ext cx="0" cy="0"/>
          <a:chOff x="0" y="0"/>
          <a:chExt cx="0" cy="0"/>
        </a:xfrm>
      </p:grpSpPr>
      <p:sp>
        <p:nvSpPr>
          <p:cNvPr id="34"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32"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16" name="Line - KPA"/>
          <p:cNvSpPr>
            <a:spLocks noChangeShapeType="1"/>
          </p:cNvSpPr>
          <p:nvPr userDrawn="1">
            <p:custDataLst>
              <p:tags r:id="rId1"/>
            </p:custDataLst>
          </p:nvPr>
        </p:nvSpPr>
        <p:spPr bwMode="auto">
          <a:xfrm flipH="1">
            <a:off x="3136669" y="1581374"/>
            <a:ext cx="0" cy="4356848"/>
          </a:xfrm>
          <a:prstGeom prst="line">
            <a:avLst/>
          </a:prstGeom>
          <a:noFill/>
          <a:ln w="6350">
            <a:solidFill>
              <a:schemeClr val="bg2"/>
            </a:solidFill>
            <a:round/>
          </a:ln>
        </p:spPr>
        <p:txBody>
          <a:bodyPr lIns="80571" tIns="40287" rIns="80571" bIns="40287"/>
          <a:lstStyle/>
          <a:p>
            <a:pPr eaLnBrk="0" fontAlgn="base" hangingPunct="0">
              <a:spcBef>
                <a:spcPct val="0"/>
              </a:spcBef>
              <a:spcAft>
                <a:spcPct val="0"/>
              </a:spcAft>
            </a:pPr>
            <a:endParaRPr lang="en-US" sz="2675" dirty="0">
              <a:solidFill>
                <a:srgbClr val="000000"/>
              </a:solidFill>
              <a:latin typeface="+mn-lt"/>
              <a:ea typeface="+mn-ea"/>
            </a:endParaRPr>
          </a:p>
        </p:txBody>
      </p:sp>
      <p:sp>
        <p:nvSpPr>
          <p:cNvPr id="39" name="KPA - Placeholder 1"/>
          <p:cNvSpPr>
            <a:spLocks noGrp="1"/>
          </p:cNvSpPr>
          <p:nvPr>
            <p:ph sz="quarter" idx="40" hasCustomPrompt="1"/>
          </p:nvPr>
        </p:nvSpPr>
        <p:spPr>
          <a:xfrm>
            <a:off x="665020" y="1589443"/>
            <a:ext cx="2216727" cy="4356848"/>
          </a:xfrm>
          <a:prstGeom prst="rect">
            <a:avLst/>
          </a:prstGeom>
        </p:spPr>
        <p:txBody>
          <a:bodyPr tIns="0">
            <a:normAutofit/>
          </a:bodyPr>
          <a:lstStyle>
            <a:lvl1pPr>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sz="1177" baseline="0">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sz="968">
                <a:latin typeface="Arial" panose="020B0604020202020204" pitchFamily="34" charset="0"/>
                <a:ea typeface="Microsoft JhengHei" panose="020B0604030504040204" pitchFamily="34" charset="-120"/>
              </a:defRPr>
            </a:lvl5pPr>
          </a:lstStyle>
          <a:p>
            <a:pPr lvl="0"/>
            <a:r>
              <a:rPr lang="zh-CN" altLang="en-US"/>
              <a:t>重点文字 </a:t>
            </a:r>
            <a:r>
              <a:rPr lang="en-US" altLang="zh-CN"/>
              <a:t>- </a:t>
            </a:r>
            <a:r>
              <a:rPr lang="zh-CN" altLang="en-US"/>
              <a:t>预留位置</a:t>
            </a:r>
            <a:r>
              <a:rPr lang="en-US" altLang="zh-CN"/>
              <a:t>1</a:t>
            </a:r>
            <a:endParaRPr lang="en-US" altLang="zh-TW"/>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43" name="Placeholder 1 - Title"/>
          <p:cNvSpPr>
            <a:spLocks noGrp="1"/>
          </p:cNvSpPr>
          <p:nvPr>
            <p:ph type="body" sz="quarter" idx="44" hasCustomPrompt="1"/>
          </p:nvPr>
        </p:nvSpPr>
        <p:spPr>
          <a:xfrm>
            <a:off x="3458095" y="1589444"/>
            <a:ext cx="2482734"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endParaRPr lang="en-US"/>
          </a:p>
        </p:txBody>
      </p:sp>
      <p:sp>
        <p:nvSpPr>
          <p:cNvPr id="42" name="Placeholder 1 - Sub-Title"/>
          <p:cNvSpPr>
            <a:spLocks noGrp="1"/>
          </p:cNvSpPr>
          <p:nvPr>
            <p:ph type="body" sz="quarter" idx="43" hasCustomPrompt="1"/>
          </p:nvPr>
        </p:nvSpPr>
        <p:spPr>
          <a:xfrm>
            <a:off x="3458095" y="1758877"/>
            <a:ext cx="2482734"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41" name="Placeholder 1 - Content"/>
          <p:cNvSpPr>
            <a:spLocks noGrp="1"/>
          </p:cNvSpPr>
          <p:nvPr>
            <p:ph sz="quarter" idx="42" hasCustomPrompt="1"/>
          </p:nvPr>
        </p:nvSpPr>
        <p:spPr>
          <a:xfrm>
            <a:off x="3458095" y="1928308"/>
            <a:ext cx="2482734"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40" name="Placeholder 1 - Source"/>
          <p:cNvSpPr>
            <a:spLocks noGrp="1"/>
          </p:cNvSpPr>
          <p:nvPr>
            <p:ph type="body" sz="quarter" idx="41" hasCustomPrompt="1"/>
          </p:nvPr>
        </p:nvSpPr>
        <p:spPr>
          <a:xfrm>
            <a:off x="3458097" y="5849472"/>
            <a:ext cx="2482734"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51" name="Placeholder 2 - Title"/>
          <p:cNvSpPr>
            <a:spLocks noGrp="1"/>
          </p:cNvSpPr>
          <p:nvPr>
            <p:ph type="body" sz="quarter" idx="52" hasCustomPrompt="1"/>
          </p:nvPr>
        </p:nvSpPr>
        <p:spPr>
          <a:xfrm>
            <a:off x="6251172" y="1589444"/>
            <a:ext cx="2482734"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2</a:t>
            </a:r>
            <a:endParaRPr lang="en-US"/>
          </a:p>
        </p:txBody>
      </p:sp>
      <p:sp>
        <p:nvSpPr>
          <p:cNvPr id="50" name="Placeholder 2 - Sub-Title"/>
          <p:cNvSpPr>
            <a:spLocks noGrp="1"/>
          </p:cNvSpPr>
          <p:nvPr>
            <p:ph type="body" sz="quarter" idx="51" hasCustomPrompt="1"/>
          </p:nvPr>
        </p:nvSpPr>
        <p:spPr>
          <a:xfrm>
            <a:off x="6251172" y="1758877"/>
            <a:ext cx="2482734"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2</a:t>
            </a:r>
          </a:p>
        </p:txBody>
      </p:sp>
      <p:sp>
        <p:nvSpPr>
          <p:cNvPr id="49" name="Placeholder 2 - Content"/>
          <p:cNvSpPr>
            <a:spLocks noGrp="1"/>
          </p:cNvSpPr>
          <p:nvPr>
            <p:ph sz="quarter" idx="50" hasCustomPrompt="1"/>
          </p:nvPr>
        </p:nvSpPr>
        <p:spPr>
          <a:xfrm>
            <a:off x="6251172" y="1928308"/>
            <a:ext cx="2482734" cy="3913094"/>
          </a:xfrm>
          <a:prstGeom prst="rect">
            <a:avLst/>
          </a:prstGeom>
        </p:spPr>
        <p:txBody>
          <a:bodyPr lIns="0"/>
          <a:lstStyle>
            <a:lvl1pPr>
              <a:buClr>
                <a:schemeClr val="accent2"/>
              </a:buClr>
              <a:defRPr baseline="0">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2</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48" name="Placeholder 2 - Source"/>
          <p:cNvSpPr>
            <a:spLocks noGrp="1"/>
          </p:cNvSpPr>
          <p:nvPr>
            <p:ph type="body" sz="quarter" idx="49" hasCustomPrompt="1"/>
          </p:nvPr>
        </p:nvSpPr>
        <p:spPr>
          <a:xfrm>
            <a:off x="6251172" y="5849472"/>
            <a:ext cx="2482734"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47" name="Placeholder 3 - Title"/>
          <p:cNvSpPr>
            <a:spLocks noGrp="1"/>
          </p:cNvSpPr>
          <p:nvPr>
            <p:ph type="body" sz="quarter" idx="48" hasCustomPrompt="1"/>
          </p:nvPr>
        </p:nvSpPr>
        <p:spPr>
          <a:xfrm>
            <a:off x="9044250" y="1589444"/>
            <a:ext cx="2482734"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3</a:t>
            </a:r>
            <a:endParaRPr lang="en-US"/>
          </a:p>
        </p:txBody>
      </p:sp>
      <p:sp>
        <p:nvSpPr>
          <p:cNvPr id="46" name="Placeholder 3 - Sub-Title"/>
          <p:cNvSpPr>
            <a:spLocks noGrp="1"/>
          </p:cNvSpPr>
          <p:nvPr>
            <p:ph type="body" sz="quarter" idx="47" hasCustomPrompt="1"/>
          </p:nvPr>
        </p:nvSpPr>
        <p:spPr>
          <a:xfrm>
            <a:off x="9044250" y="1758877"/>
            <a:ext cx="2482734"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3</a:t>
            </a:r>
          </a:p>
        </p:txBody>
      </p:sp>
      <p:sp>
        <p:nvSpPr>
          <p:cNvPr id="45" name="Placeholder 3 - Content"/>
          <p:cNvSpPr>
            <a:spLocks noGrp="1"/>
          </p:cNvSpPr>
          <p:nvPr>
            <p:ph sz="quarter" idx="46" hasCustomPrompt="1"/>
          </p:nvPr>
        </p:nvSpPr>
        <p:spPr>
          <a:xfrm>
            <a:off x="9044250" y="1928308"/>
            <a:ext cx="2482734"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3</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44" name="Placeholder 3 - Source"/>
          <p:cNvSpPr>
            <a:spLocks noGrp="1"/>
          </p:cNvSpPr>
          <p:nvPr>
            <p:ph type="body" sz="quarter" idx="45" hasCustomPrompt="1"/>
          </p:nvPr>
        </p:nvSpPr>
        <p:spPr>
          <a:xfrm>
            <a:off x="9044250" y="5849472"/>
            <a:ext cx="2482734"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38" name="Slide - Footnote"/>
          <p:cNvSpPr>
            <a:spLocks noGrp="1"/>
          </p:cNvSpPr>
          <p:nvPr>
            <p:ph type="ftr" sz="quarter" idx="3"/>
          </p:nvPr>
        </p:nvSpPr>
        <p:spPr>
          <a:xfrm>
            <a:off x="3458095" y="6081864"/>
            <a:ext cx="8068888" cy="270202"/>
          </a:xfrm>
          <a:prstGeom prst="rect">
            <a:avLst/>
          </a:prstGeom>
          <a:noFill/>
        </p:spPr>
        <p:txBody>
          <a:bodyPr lIns="0" anchor="b" anchorCtr="0">
            <a:spAutoFit/>
          </a:bodyPr>
          <a:lstStyle>
            <a:lvl1pPr>
              <a:lnSpc>
                <a:spcPct val="90000"/>
              </a:lnSpc>
              <a:defRPr sz="642" b="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23"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21"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1537349889"/>
      </p:ext>
    </p:extLst>
  </p:cSld>
  <p:clrMapOvr>
    <a:masterClrMapping/>
  </p:clrMapOvr>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KPA - P - 3 Placeholders (3 Rows)">
    <p:spTree>
      <p:nvGrpSpPr>
        <p:cNvPr id="1" name=""/>
        <p:cNvGrpSpPr/>
        <p:nvPr/>
      </p:nvGrpSpPr>
      <p:grpSpPr>
        <a:xfrm>
          <a:off x="0" y="0"/>
          <a:ext cx="0" cy="0"/>
          <a:chOff x="0" y="0"/>
          <a:chExt cx="0" cy="0"/>
        </a:xfrm>
      </p:grpSpPr>
      <p:sp>
        <p:nvSpPr>
          <p:cNvPr id="24"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23"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35" name="Line - KPA"/>
          <p:cNvSpPr>
            <a:spLocks noChangeShapeType="1"/>
          </p:cNvSpPr>
          <p:nvPr userDrawn="1">
            <p:custDataLst>
              <p:tags r:id="rId1"/>
            </p:custDataLst>
          </p:nvPr>
        </p:nvSpPr>
        <p:spPr bwMode="auto">
          <a:xfrm flipH="1">
            <a:off x="3136669" y="1581374"/>
            <a:ext cx="0" cy="4356848"/>
          </a:xfrm>
          <a:prstGeom prst="line">
            <a:avLst/>
          </a:prstGeom>
          <a:noFill/>
          <a:ln w="6350">
            <a:solidFill>
              <a:schemeClr val="bg2"/>
            </a:solidFill>
            <a:round/>
          </a:ln>
        </p:spPr>
        <p:txBody>
          <a:bodyPr lIns="80571" tIns="40287" rIns="80571" bIns="40287"/>
          <a:lstStyle/>
          <a:p>
            <a:pPr eaLnBrk="0" fontAlgn="base" hangingPunct="0">
              <a:spcBef>
                <a:spcPct val="0"/>
              </a:spcBef>
              <a:spcAft>
                <a:spcPct val="0"/>
              </a:spcAft>
            </a:pPr>
            <a:endParaRPr lang="en-US" sz="2675" dirty="0">
              <a:solidFill>
                <a:srgbClr val="000000"/>
              </a:solidFill>
              <a:latin typeface="+mn-lt"/>
              <a:ea typeface="+mn-ea"/>
            </a:endParaRPr>
          </a:p>
        </p:txBody>
      </p:sp>
      <p:sp>
        <p:nvSpPr>
          <p:cNvPr id="27" name="KPA - Placeholder 1"/>
          <p:cNvSpPr>
            <a:spLocks noGrp="1"/>
          </p:cNvSpPr>
          <p:nvPr>
            <p:ph sz="quarter" idx="28" hasCustomPrompt="1"/>
          </p:nvPr>
        </p:nvSpPr>
        <p:spPr>
          <a:xfrm>
            <a:off x="665020" y="1589443"/>
            <a:ext cx="2216727" cy="4356848"/>
          </a:xfrm>
          <a:prstGeom prst="rect">
            <a:avLst/>
          </a:prstGeom>
        </p:spPr>
        <p:txBody>
          <a:bodyPr tIns="0">
            <a:normAutofit/>
          </a:bodyPr>
          <a:lstStyle>
            <a:lvl1pPr>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sz="1177" baseline="0">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sz="968">
                <a:latin typeface="Arial" panose="020B0604020202020204" pitchFamily="34" charset="0"/>
                <a:ea typeface="Microsoft JhengHei" panose="020B0604030504040204" pitchFamily="34" charset="-120"/>
              </a:defRPr>
            </a:lvl5pPr>
          </a:lstStyle>
          <a:p>
            <a:pPr lvl="0"/>
            <a:r>
              <a:rPr lang="zh-CN" altLang="en-US"/>
              <a:t>重点文字 </a:t>
            </a:r>
            <a:r>
              <a:rPr lang="en-US" altLang="zh-CN"/>
              <a:t>- </a:t>
            </a:r>
            <a:r>
              <a:rPr lang="zh-CN" altLang="en-US"/>
              <a:t>预留位置</a:t>
            </a:r>
            <a:r>
              <a:rPr lang="en-US" altLang="zh-CN"/>
              <a:t>1</a:t>
            </a:r>
            <a:endParaRPr lang="en-US" altLang="zh-TW"/>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18" name="Placeholder 1 - Title"/>
          <p:cNvSpPr>
            <a:spLocks noGrp="1"/>
          </p:cNvSpPr>
          <p:nvPr>
            <p:ph type="body" sz="quarter" idx="13" hasCustomPrompt="1"/>
          </p:nvPr>
        </p:nvSpPr>
        <p:spPr>
          <a:xfrm>
            <a:off x="3458095" y="1589444"/>
            <a:ext cx="8068888"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20" name="Placeholder 1 - Sub-Title"/>
          <p:cNvSpPr>
            <a:spLocks noGrp="1"/>
          </p:cNvSpPr>
          <p:nvPr>
            <p:ph type="body" sz="quarter" idx="14" hasCustomPrompt="1"/>
          </p:nvPr>
        </p:nvSpPr>
        <p:spPr>
          <a:xfrm>
            <a:off x="3458095" y="1758877"/>
            <a:ext cx="8068888"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22" name="Placeholder 1 - Content"/>
          <p:cNvSpPr>
            <a:spLocks noGrp="1"/>
          </p:cNvSpPr>
          <p:nvPr>
            <p:ph sz="quarter" idx="15" hasCustomPrompt="1"/>
          </p:nvPr>
        </p:nvSpPr>
        <p:spPr>
          <a:xfrm>
            <a:off x="3458095" y="1928308"/>
            <a:ext cx="8068888" cy="863301"/>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30" name="Placeholder 1 - Source"/>
          <p:cNvSpPr>
            <a:spLocks noGrp="1"/>
          </p:cNvSpPr>
          <p:nvPr>
            <p:ph type="body" sz="quarter" idx="35" hasCustomPrompt="1"/>
          </p:nvPr>
        </p:nvSpPr>
        <p:spPr>
          <a:xfrm>
            <a:off x="3458095" y="2799678"/>
            <a:ext cx="8068888"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50" name="Placeholder 2 - Title"/>
          <p:cNvSpPr>
            <a:spLocks noGrp="1"/>
          </p:cNvSpPr>
          <p:nvPr>
            <p:ph type="body" sz="quarter" idx="41" hasCustomPrompt="1"/>
          </p:nvPr>
        </p:nvSpPr>
        <p:spPr>
          <a:xfrm>
            <a:off x="3458095" y="3122577"/>
            <a:ext cx="8068888"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2</a:t>
            </a:r>
          </a:p>
        </p:txBody>
      </p:sp>
      <p:sp>
        <p:nvSpPr>
          <p:cNvPr id="49" name="Placeholder 2 - Sub-Title"/>
          <p:cNvSpPr>
            <a:spLocks noGrp="1"/>
          </p:cNvSpPr>
          <p:nvPr>
            <p:ph type="body" sz="quarter" idx="40" hasCustomPrompt="1"/>
          </p:nvPr>
        </p:nvSpPr>
        <p:spPr>
          <a:xfrm>
            <a:off x="3458095" y="3292010"/>
            <a:ext cx="8068888"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2</a:t>
            </a:r>
          </a:p>
        </p:txBody>
      </p:sp>
      <p:sp>
        <p:nvSpPr>
          <p:cNvPr id="48" name="Placeholder 2 - Content"/>
          <p:cNvSpPr>
            <a:spLocks noGrp="1"/>
          </p:cNvSpPr>
          <p:nvPr>
            <p:ph sz="quarter" idx="39" hasCustomPrompt="1"/>
          </p:nvPr>
        </p:nvSpPr>
        <p:spPr>
          <a:xfrm>
            <a:off x="3458095" y="3461442"/>
            <a:ext cx="8068888" cy="863301"/>
          </a:xfrm>
          <a:prstGeom prst="rect">
            <a:avLst/>
          </a:prstGeom>
        </p:spPr>
        <p:txBody>
          <a:bodyPr lIns="0"/>
          <a:lstStyle>
            <a:lvl1pPr>
              <a:buClr>
                <a:schemeClr val="accent2"/>
              </a:buClr>
              <a:defRPr baseline="0">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latin typeface="Arial" panose="020B0604020202020204" pitchFamily="34" charset="0"/>
                <a:ea typeface="Microsoft JhengHei" panose="020B0604030504040204" pitchFamily="34" charset="-120"/>
              </a:defRPr>
            </a:lvl5pPr>
          </a:lstStyle>
          <a:p>
            <a:pPr lvl="0"/>
            <a:r>
              <a:rPr lang="zh-TW" altLang="en-US"/>
              <a:t>预留位置 </a:t>
            </a:r>
            <a:r>
              <a:rPr lang="en-US" altLang="zh-TW"/>
              <a:t>2</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32" name="Placeholder 2 - Source"/>
          <p:cNvSpPr>
            <a:spLocks noGrp="1"/>
          </p:cNvSpPr>
          <p:nvPr>
            <p:ph type="body" sz="quarter" idx="46" hasCustomPrompt="1"/>
          </p:nvPr>
        </p:nvSpPr>
        <p:spPr>
          <a:xfrm>
            <a:off x="3458095" y="4328706"/>
            <a:ext cx="8068888"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54" name="Placeholder 3 - Title"/>
          <p:cNvSpPr>
            <a:spLocks noGrp="1"/>
          </p:cNvSpPr>
          <p:nvPr>
            <p:ph type="body" sz="quarter" idx="45" hasCustomPrompt="1"/>
          </p:nvPr>
        </p:nvSpPr>
        <p:spPr>
          <a:xfrm>
            <a:off x="3458095" y="4635539"/>
            <a:ext cx="8068888"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3</a:t>
            </a:r>
          </a:p>
        </p:txBody>
      </p:sp>
      <p:sp>
        <p:nvSpPr>
          <p:cNvPr id="53" name="Placeholder 3 - Sub-Title"/>
          <p:cNvSpPr>
            <a:spLocks noGrp="1"/>
          </p:cNvSpPr>
          <p:nvPr>
            <p:ph type="body" sz="quarter" idx="44" hasCustomPrompt="1"/>
          </p:nvPr>
        </p:nvSpPr>
        <p:spPr>
          <a:xfrm>
            <a:off x="3458095" y="4804973"/>
            <a:ext cx="8068888"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3</a:t>
            </a:r>
          </a:p>
        </p:txBody>
      </p:sp>
      <p:sp>
        <p:nvSpPr>
          <p:cNvPr id="52" name="Placeholder 3 - Content"/>
          <p:cNvSpPr>
            <a:spLocks noGrp="1"/>
          </p:cNvSpPr>
          <p:nvPr>
            <p:ph sz="quarter" idx="43" hasCustomPrompt="1"/>
          </p:nvPr>
        </p:nvSpPr>
        <p:spPr>
          <a:xfrm>
            <a:off x="3458095" y="4974404"/>
            <a:ext cx="8068888" cy="871369"/>
          </a:xfrm>
          <a:prstGeom prst="rect">
            <a:avLst/>
          </a:prstGeom>
        </p:spPr>
        <p:txBody>
          <a:bodyPr lIns="0"/>
          <a:lstStyle>
            <a:lvl1pPr>
              <a:buClr>
                <a:schemeClr val="accent2"/>
              </a:buClr>
              <a:defRPr baseline="0">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3</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33" name="Placeholder 3 - Source"/>
          <p:cNvSpPr>
            <a:spLocks noGrp="1"/>
          </p:cNvSpPr>
          <p:nvPr>
            <p:ph type="body" sz="quarter" idx="47" hasCustomPrompt="1"/>
          </p:nvPr>
        </p:nvSpPr>
        <p:spPr>
          <a:xfrm>
            <a:off x="3458095" y="5849472"/>
            <a:ext cx="8068888"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26" name="Slide - Footnote"/>
          <p:cNvSpPr>
            <a:spLocks noGrp="1"/>
          </p:cNvSpPr>
          <p:nvPr>
            <p:ph type="ftr" sz="quarter" idx="3"/>
          </p:nvPr>
        </p:nvSpPr>
        <p:spPr>
          <a:xfrm>
            <a:off x="3458095" y="6081864"/>
            <a:ext cx="8068888" cy="270202"/>
          </a:xfrm>
          <a:prstGeom prst="rect">
            <a:avLst/>
          </a:prstGeom>
          <a:noFill/>
        </p:spPr>
        <p:txBody>
          <a:bodyPr lIns="0" anchor="b" anchorCtr="0">
            <a:spAutoFit/>
          </a:bodyPr>
          <a:lstStyle>
            <a:lvl1pPr>
              <a:lnSpc>
                <a:spcPct val="90000"/>
              </a:lnSpc>
              <a:defRPr sz="642" b="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25"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28" name="Slide - Page Number"/>
          <p:cNvSpPr>
            <a:spLocks noGrp="1"/>
          </p:cNvSpPr>
          <p:nvPr>
            <p:ph type="body" sz="quarter" idx="48"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4271033101"/>
      </p:ext>
    </p:extLst>
  </p:cSld>
  <p:clrMapOvr>
    <a:masterClrMapping/>
  </p:clrMapOvr>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KPA - P - 4 Placeholders (2 Columns, 2 Rows)">
    <p:spTree>
      <p:nvGrpSpPr>
        <p:cNvPr id="1" name=""/>
        <p:cNvGrpSpPr/>
        <p:nvPr/>
      </p:nvGrpSpPr>
      <p:grpSpPr>
        <a:xfrm>
          <a:off x="0" y="0"/>
          <a:ext cx="0" cy="0"/>
          <a:chOff x="0" y="0"/>
          <a:chExt cx="0" cy="0"/>
        </a:xfrm>
      </p:grpSpPr>
      <p:sp>
        <p:nvSpPr>
          <p:cNvPr id="36"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30"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35" name="Line - KPA"/>
          <p:cNvSpPr>
            <a:spLocks noChangeShapeType="1"/>
          </p:cNvSpPr>
          <p:nvPr userDrawn="1">
            <p:custDataLst>
              <p:tags r:id="rId1"/>
            </p:custDataLst>
          </p:nvPr>
        </p:nvSpPr>
        <p:spPr bwMode="auto">
          <a:xfrm flipH="1">
            <a:off x="3136669" y="1581374"/>
            <a:ext cx="0" cy="4356848"/>
          </a:xfrm>
          <a:prstGeom prst="line">
            <a:avLst/>
          </a:prstGeom>
          <a:noFill/>
          <a:ln w="6350">
            <a:solidFill>
              <a:schemeClr val="bg2"/>
            </a:solidFill>
            <a:round/>
          </a:ln>
        </p:spPr>
        <p:txBody>
          <a:bodyPr lIns="80571" tIns="40287" rIns="80571" bIns="40287"/>
          <a:lstStyle/>
          <a:p>
            <a:pPr eaLnBrk="0" fontAlgn="base" hangingPunct="0">
              <a:spcBef>
                <a:spcPct val="0"/>
              </a:spcBef>
              <a:spcAft>
                <a:spcPct val="0"/>
              </a:spcAft>
            </a:pPr>
            <a:endParaRPr lang="en-US" sz="2675" dirty="0">
              <a:solidFill>
                <a:srgbClr val="000000"/>
              </a:solidFill>
              <a:latin typeface="+mn-lt"/>
              <a:ea typeface="+mn-ea"/>
            </a:endParaRPr>
          </a:p>
        </p:txBody>
      </p:sp>
      <p:sp>
        <p:nvSpPr>
          <p:cNvPr id="39" name="KPA - Placeholder 1"/>
          <p:cNvSpPr>
            <a:spLocks noGrp="1"/>
          </p:cNvSpPr>
          <p:nvPr>
            <p:ph sz="quarter" idx="47" hasCustomPrompt="1"/>
          </p:nvPr>
        </p:nvSpPr>
        <p:spPr>
          <a:xfrm>
            <a:off x="665020" y="1589443"/>
            <a:ext cx="2216727" cy="4356848"/>
          </a:xfrm>
          <a:prstGeom prst="rect">
            <a:avLst/>
          </a:prstGeom>
        </p:spPr>
        <p:txBody>
          <a:bodyPr tIns="0">
            <a:normAutofit/>
          </a:bodyPr>
          <a:lstStyle>
            <a:lvl1pPr>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1pPr>
            <a:lvl2pPr>
              <a:spcAft>
                <a:spcPts val="353"/>
              </a:spcAft>
              <a:buClr>
                <a:schemeClr val="accent2"/>
              </a:buClr>
              <a:defRPr sz="1177" baseline="0">
                <a:latin typeface="Arial" panose="020B0604020202020204" pitchFamily="34" charset="0"/>
                <a:ea typeface="+mn-ea"/>
                <a:cs typeface="Arial" panose="020B0604020202020204" pitchFamily="34" charset="0"/>
                <a:sym typeface="Arial" panose="020B0604020202020204" pitchFamily="34" charset="0"/>
              </a:defRPr>
            </a:lvl2pPr>
            <a:lvl3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3pPr>
            <a:lvl4pPr>
              <a:spcAft>
                <a:spcPts val="353"/>
              </a:spcAft>
              <a:buClr>
                <a:schemeClr val="accent2"/>
              </a:buClr>
              <a:defRPr sz="1177">
                <a:latin typeface="Arial" panose="020B0604020202020204" pitchFamily="34" charset="0"/>
                <a:ea typeface="+mn-ea"/>
                <a:cs typeface="Arial" panose="020B0604020202020204" pitchFamily="34" charset="0"/>
                <a:sym typeface="Arial" panose="020B0604020202020204" pitchFamily="34" charset="0"/>
              </a:defRPr>
            </a:lvl4pPr>
            <a:lvl5pPr>
              <a:spcAft>
                <a:spcPts val="353"/>
              </a:spcAft>
              <a:buClr>
                <a:schemeClr val="tx2"/>
              </a:buClr>
              <a:defRPr sz="968">
                <a:latin typeface="Arial" panose="020B0604020202020204" pitchFamily="34" charset="0"/>
                <a:ea typeface="Microsoft JhengHei" panose="020B0604030504040204" pitchFamily="34" charset="-120"/>
              </a:defRPr>
            </a:lvl5pPr>
          </a:lstStyle>
          <a:p>
            <a:pPr lvl="0"/>
            <a:r>
              <a:rPr lang="zh-CN" altLang="en-US"/>
              <a:t>重点文字 </a:t>
            </a:r>
            <a:r>
              <a:rPr lang="en-US" altLang="zh-CN"/>
              <a:t>- </a:t>
            </a:r>
            <a:r>
              <a:rPr lang="zh-CN" altLang="en-US"/>
              <a:t>预留位置</a:t>
            </a:r>
            <a:r>
              <a:rPr lang="en-US" altLang="zh-CN"/>
              <a:t>1</a:t>
            </a:r>
            <a:endParaRPr lang="en-US" altLang="zh-TW"/>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18" name="Placeholder 1 - Title"/>
          <p:cNvSpPr>
            <a:spLocks noGrp="1"/>
          </p:cNvSpPr>
          <p:nvPr>
            <p:ph type="body" sz="quarter" idx="13" hasCustomPrompt="1"/>
          </p:nvPr>
        </p:nvSpPr>
        <p:spPr>
          <a:xfrm>
            <a:off x="3458097" y="1589444"/>
            <a:ext cx="3879273"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20" name="Placeholder 1 - Sub-Title"/>
          <p:cNvSpPr>
            <a:spLocks noGrp="1"/>
          </p:cNvSpPr>
          <p:nvPr>
            <p:ph type="body" sz="quarter" idx="14" hasCustomPrompt="1"/>
          </p:nvPr>
        </p:nvSpPr>
        <p:spPr>
          <a:xfrm>
            <a:off x="3458097" y="1758877"/>
            <a:ext cx="3879273"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22" name="Placeholder 1 - Content"/>
          <p:cNvSpPr>
            <a:spLocks noGrp="1"/>
          </p:cNvSpPr>
          <p:nvPr>
            <p:ph sz="quarter" idx="15" hasCustomPrompt="1"/>
          </p:nvPr>
        </p:nvSpPr>
        <p:spPr>
          <a:xfrm>
            <a:off x="3458097" y="1928309"/>
            <a:ext cx="3879273" cy="1613648"/>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42" name="Placeholder 1 - Source"/>
          <p:cNvSpPr>
            <a:spLocks noGrp="1"/>
          </p:cNvSpPr>
          <p:nvPr>
            <p:ph type="body" sz="quarter" idx="44" hasCustomPrompt="1"/>
          </p:nvPr>
        </p:nvSpPr>
        <p:spPr>
          <a:xfrm>
            <a:off x="3458097" y="3546663"/>
            <a:ext cx="3879273"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23" name="Placeholder 2 - Title"/>
          <p:cNvSpPr>
            <a:spLocks noGrp="1"/>
          </p:cNvSpPr>
          <p:nvPr>
            <p:ph type="body" sz="quarter" idx="26" hasCustomPrompt="1"/>
          </p:nvPr>
        </p:nvSpPr>
        <p:spPr>
          <a:xfrm>
            <a:off x="7646942" y="1589444"/>
            <a:ext cx="3879273"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2</a:t>
            </a:r>
          </a:p>
        </p:txBody>
      </p:sp>
      <p:sp>
        <p:nvSpPr>
          <p:cNvPr id="24" name="Placeholder 2 - Sub-Title"/>
          <p:cNvSpPr>
            <a:spLocks noGrp="1"/>
          </p:cNvSpPr>
          <p:nvPr>
            <p:ph type="body" sz="quarter" idx="27" hasCustomPrompt="1"/>
          </p:nvPr>
        </p:nvSpPr>
        <p:spPr>
          <a:xfrm>
            <a:off x="7646942" y="1758877"/>
            <a:ext cx="3879273"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2</a:t>
            </a:r>
          </a:p>
        </p:txBody>
      </p:sp>
      <p:sp>
        <p:nvSpPr>
          <p:cNvPr id="25" name="Placeholder 2 - Content"/>
          <p:cNvSpPr>
            <a:spLocks noGrp="1"/>
          </p:cNvSpPr>
          <p:nvPr>
            <p:ph sz="quarter" idx="28" hasCustomPrompt="1"/>
          </p:nvPr>
        </p:nvSpPr>
        <p:spPr>
          <a:xfrm>
            <a:off x="7646942" y="1928309"/>
            <a:ext cx="3879273" cy="1613648"/>
          </a:xfrm>
          <a:prstGeom prst="rect">
            <a:avLst/>
          </a:prstGeom>
        </p:spPr>
        <p:txBody>
          <a:bodyPr lIns="0"/>
          <a:lstStyle>
            <a:lvl1pPr>
              <a:buClr>
                <a:schemeClr val="accent2"/>
              </a:buClr>
              <a:defRPr baseline="0">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2</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34" name="Placeholder 2 - Source"/>
          <p:cNvSpPr>
            <a:spLocks noGrp="1"/>
          </p:cNvSpPr>
          <p:nvPr>
            <p:ph type="body" sz="quarter" idx="43" hasCustomPrompt="1"/>
          </p:nvPr>
        </p:nvSpPr>
        <p:spPr>
          <a:xfrm>
            <a:off x="7647711" y="3546663"/>
            <a:ext cx="3879273"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16" name="Placeholder 3 - Title"/>
          <p:cNvSpPr>
            <a:spLocks noGrp="1"/>
          </p:cNvSpPr>
          <p:nvPr>
            <p:ph type="body" sz="quarter" idx="30" hasCustomPrompt="1"/>
          </p:nvPr>
        </p:nvSpPr>
        <p:spPr>
          <a:xfrm>
            <a:off x="3458097" y="3888443"/>
            <a:ext cx="3879273"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3</a:t>
            </a:r>
          </a:p>
        </p:txBody>
      </p:sp>
      <p:sp>
        <p:nvSpPr>
          <p:cNvPr id="19" name="Placeholder 3 - Sub-Title"/>
          <p:cNvSpPr>
            <a:spLocks noGrp="1"/>
          </p:cNvSpPr>
          <p:nvPr>
            <p:ph type="body" sz="quarter" idx="31" hasCustomPrompt="1"/>
          </p:nvPr>
        </p:nvSpPr>
        <p:spPr>
          <a:xfrm>
            <a:off x="3458097" y="4058324"/>
            <a:ext cx="3879273"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3</a:t>
            </a:r>
          </a:p>
        </p:txBody>
      </p:sp>
      <p:sp>
        <p:nvSpPr>
          <p:cNvPr id="21" name="Placeholder 3 - Content"/>
          <p:cNvSpPr>
            <a:spLocks noGrp="1"/>
          </p:cNvSpPr>
          <p:nvPr>
            <p:ph sz="quarter" idx="32" hasCustomPrompt="1"/>
          </p:nvPr>
        </p:nvSpPr>
        <p:spPr>
          <a:xfrm>
            <a:off x="3458097" y="4227757"/>
            <a:ext cx="3879273" cy="1613648"/>
          </a:xfrm>
          <a:prstGeom prst="rect">
            <a:avLst/>
          </a:prstGeom>
        </p:spPr>
        <p:txBody>
          <a:bodyPr lIns="0"/>
          <a:lstStyle>
            <a:lvl1pPr>
              <a:buClr>
                <a:schemeClr val="accent2"/>
              </a:buClr>
              <a:defRPr baseline="0">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3</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28" name="Placeholder 3 - Source"/>
          <p:cNvSpPr>
            <a:spLocks noGrp="1"/>
          </p:cNvSpPr>
          <p:nvPr>
            <p:ph type="body" sz="quarter" idx="39" hasCustomPrompt="1"/>
          </p:nvPr>
        </p:nvSpPr>
        <p:spPr>
          <a:xfrm>
            <a:off x="3458097" y="5849472"/>
            <a:ext cx="3879273"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31" name="Placeholder 4 - Title"/>
          <p:cNvSpPr>
            <a:spLocks noGrp="1"/>
          </p:cNvSpPr>
          <p:nvPr>
            <p:ph type="body" sz="quarter" idx="34" hasCustomPrompt="1"/>
          </p:nvPr>
        </p:nvSpPr>
        <p:spPr>
          <a:xfrm>
            <a:off x="7646942" y="3888443"/>
            <a:ext cx="3879273"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4</a:t>
            </a:r>
          </a:p>
        </p:txBody>
      </p:sp>
      <p:sp>
        <p:nvSpPr>
          <p:cNvPr id="32" name="Placeholder 4 - Sub-Title"/>
          <p:cNvSpPr>
            <a:spLocks noGrp="1"/>
          </p:cNvSpPr>
          <p:nvPr>
            <p:ph type="body" sz="quarter" idx="35" hasCustomPrompt="1"/>
          </p:nvPr>
        </p:nvSpPr>
        <p:spPr>
          <a:xfrm>
            <a:off x="7646942" y="4058324"/>
            <a:ext cx="3879273"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4</a:t>
            </a:r>
          </a:p>
        </p:txBody>
      </p:sp>
      <p:sp>
        <p:nvSpPr>
          <p:cNvPr id="33" name="Placeholder 4 - Content"/>
          <p:cNvSpPr>
            <a:spLocks noGrp="1"/>
          </p:cNvSpPr>
          <p:nvPr>
            <p:ph sz="quarter" idx="36" hasCustomPrompt="1"/>
          </p:nvPr>
        </p:nvSpPr>
        <p:spPr>
          <a:xfrm>
            <a:off x="7646942" y="4227757"/>
            <a:ext cx="3879273" cy="1613648"/>
          </a:xfrm>
          <a:prstGeom prst="rect">
            <a:avLst/>
          </a:prstGeom>
        </p:spPr>
        <p:txBody>
          <a:bodyPr lIns="0"/>
          <a:lstStyle>
            <a:lvl1pPr>
              <a:buClr>
                <a:schemeClr val="accent2"/>
              </a:buClr>
              <a:defRPr baseline="0">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4</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26" name="Placeholder 4 - Source"/>
          <p:cNvSpPr>
            <a:spLocks noGrp="1"/>
          </p:cNvSpPr>
          <p:nvPr>
            <p:ph type="body" sz="quarter" idx="42" hasCustomPrompt="1"/>
          </p:nvPr>
        </p:nvSpPr>
        <p:spPr>
          <a:xfrm>
            <a:off x="7647711" y="5849472"/>
            <a:ext cx="3879273" cy="96819"/>
          </a:xfrm>
        </p:spPr>
        <p:txBody>
          <a:bodyPr tIns="18288" rIns="0" bIns="0">
            <a:noAutofit/>
          </a:bodyPr>
          <a:lstStyle>
            <a:lvl1pPr marL="0" indent="0">
              <a:buNone/>
              <a:defRPr sz="642"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资料来源</a:t>
            </a:r>
            <a:r>
              <a:rPr lang="en-US" altLang="zh-TW"/>
              <a:t>: </a:t>
            </a:r>
          </a:p>
        </p:txBody>
      </p:sp>
      <p:sp>
        <p:nvSpPr>
          <p:cNvPr id="38" name="Slide - Footnote"/>
          <p:cNvSpPr>
            <a:spLocks noGrp="1"/>
          </p:cNvSpPr>
          <p:nvPr>
            <p:ph type="ftr" sz="quarter" idx="3"/>
          </p:nvPr>
        </p:nvSpPr>
        <p:spPr>
          <a:xfrm>
            <a:off x="3458095" y="6081864"/>
            <a:ext cx="8068888" cy="270202"/>
          </a:xfrm>
          <a:prstGeom prst="rect">
            <a:avLst/>
          </a:prstGeom>
          <a:noFill/>
        </p:spPr>
        <p:txBody>
          <a:bodyPr lIns="0" anchor="b" anchorCtr="0">
            <a:spAutoFit/>
          </a:bodyPr>
          <a:lstStyle>
            <a:lvl1pPr>
              <a:lnSpc>
                <a:spcPct val="90000"/>
              </a:lnSpc>
              <a:defRPr sz="642" b="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37" name="Slide - Section Title"/>
          <p:cNvSpPr>
            <a:spLocks noGrp="1"/>
          </p:cNvSpPr>
          <p:nvPr>
            <p:ph sz="quarter" idx="49"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29" name="Slide - Page Number"/>
          <p:cNvSpPr>
            <a:spLocks noGrp="1"/>
          </p:cNvSpPr>
          <p:nvPr>
            <p:ph type="body" sz="quarter" idx="48"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3154324305"/>
      </p:ext>
    </p:extLst>
  </p:cSld>
  <p:clrMapOvr>
    <a:masterClrMapping/>
  </p:clrMapOvr>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FW - P - Blank">
    <p:spTree>
      <p:nvGrpSpPr>
        <p:cNvPr id="1" name=""/>
        <p:cNvGrpSpPr/>
        <p:nvPr/>
      </p:nvGrpSpPr>
      <p:grpSpPr>
        <a:xfrm>
          <a:off x="0" y="0"/>
          <a:ext cx="0" cy="0"/>
          <a:chOff x="0" y="0"/>
          <a:chExt cx="0" cy="0"/>
        </a:xfrm>
      </p:grpSpPr>
      <p:sp>
        <p:nvSpPr>
          <p:cNvPr id="9"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8"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21" name="Slide - Footnote"/>
          <p:cNvSpPr>
            <a:spLocks noGrp="1"/>
          </p:cNvSpPr>
          <p:nvPr>
            <p:ph type="ftr" sz="quarter" idx="3"/>
          </p:nvPr>
        </p:nvSpPr>
        <p:spPr>
          <a:xfrm>
            <a:off x="671562" y="6081864"/>
            <a:ext cx="10856189" cy="270202"/>
          </a:xfrm>
          <a:prstGeom prst="rect">
            <a:avLst/>
          </a:prstGeom>
          <a:noFill/>
        </p:spPr>
        <p:txBody>
          <a:bodyPr wrap="square" lIns="0" anchor="b" anchorCtr="0">
            <a:spAutoFit/>
          </a:bodyPr>
          <a:lstStyle>
            <a:lvl1pPr>
              <a:lnSpc>
                <a:spcPct val="90000"/>
              </a:lnSpc>
              <a:defRPr sz="642" b="0"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10"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1"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679349170"/>
      </p:ext>
    </p:extLst>
  </p:cSld>
  <p:clrMapOvr>
    <a:masterClrMapping/>
  </p:clrMapOvr>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FW - P - 1 Placeholder">
    <p:spTree>
      <p:nvGrpSpPr>
        <p:cNvPr id="1" name=""/>
        <p:cNvGrpSpPr/>
        <p:nvPr/>
      </p:nvGrpSpPr>
      <p:grpSpPr>
        <a:xfrm>
          <a:off x="0" y="0"/>
          <a:ext cx="0" cy="0"/>
          <a:chOff x="0" y="0"/>
          <a:chExt cx="0" cy="0"/>
        </a:xfrm>
      </p:grpSpPr>
      <p:sp>
        <p:nvSpPr>
          <p:cNvPr id="21"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19"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18" name="Placeholder 1 - Title"/>
          <p:cNvSpPr>
            <a:spLocks noGrp="1"/>
          </p:cNvSpPr>
          <p:nvPr>
            <p:ph type="body" sz="quarter" idx="13" hasCustomPrompt="1"/>
          </p:nvPr>
        </p:nvSpPr>
        <p:spPr>
          <a:xfrm>
            <a:off x="665018" y="1589444"/>
            <a:ext cx="10861964"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20" name="Placeholder 1 - Sub-Title"/>
          <p:cNvSpPr>
            <a:spLocks noGrp="1"/>
          </p:cNvSpPr>
          <p:nvPr>
            <p:ph type="body" sz="quarter" idx="14" hasCustomPrompt="1"/>
          </p:nvPr>
        </p:nvSpPr>
        <p:spPr>
          <a:xfrm>
            <a:off x="665018" y="1758877"/>
            <a:ext cx="10861964"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22" name="Placeholder 1 - Content"/>
          <p:cNvSpPr>
            <a:spLocks noGrp="1"/>
          </p:cNvSpPr>
          <p:nvPr>
            <p:ph sz="quarter" idx="15" hasCustomPrompt="1"/>
          </p:nvPr>
        </p:nvSpPr>
        <p:spPr>
          <a:xfrm>
            <a:off x="665018" y="1928308"/>
            <a:ext cx="10861964"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11" name="Placeholder 1 - Source"/>
          <p:cNvSpPr>
            <a:spLocks noGrp="1"/>
          </p:cNvSpPr>
          <p:nvPr>
            <p:ph type="body" sz="quarter" idx="25" hasCustomPrompt="1"/>
          </p:nvPr>
        </p:nvSpPr>
        <p:spPr>
          <a:xfrm>
            <a:off x="665018" y="5849472"/>
            <a:ext cx="10861964" cy="96819"/>
          </a:xfrm>
          <a:prstGeom prst="rect">
            <a:avLst/>
          </a:prstGeom>
        </p:spPr>
        <p:txBody>
          <a:bodyPr vert="horz" lIns="0" tIns="18288" rIns="0" bIns="0" rtlCol="0">
            <a:noAutofit/>
          </a:bodyPr>
          <a:lstStyle>
            <a:lvl1pPr marL="0" indent="0">
              <a:buNone/>
              <a:defRPr lang="en-US" sz="530" baseline="0" smtClean="0"/>
            </a:lvl1pPr>
            <a:lvl2pPr marL="303743" indent="-303743" algn="l" defTabSz="805903" rtl="0" eaLnBrk="1" latinLnBrk="0" hangingPunct="1">
              <a:spcBef>
                <a:spcPct val="0"/>
              </a:spcBef>
              <a:spcAft>
                <a:spcPts val="353"/>
              </a:spcAft>
              <a:buFont typeface="Arial" panose="020B0604020202020204" pitchFamily="34" charset="0"/>
              <a:buNone/>
              <a:defRPr lang="en-US" sz="642" kern="1200" baseline="0" smtClean="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stStyle>
          <a:p>
            <a:pPr marL="303743" lvl="1" indent="-303743" algn="l" defTabSz="805903" rtl="0" eaLnBrk="1" latinLnBrk="0" hangingPunct="1">
              <a:spcBef>
                <a:spcPct val="0"/>
              </a:spcBef>
              <a:spcAft>
                <a:spcPts val="353"/>
              </a:spcAft>
              <a:buFont typeface="Arial" panose="020B0604020202020204" pitchFamily="34" charset="0"/>
              <a:buNone/>
            </a:pPr>
            <a:r>
              <a:rPr lang="zh-TW" altLang="en-US"/>
              <a:t>资料来源</a:t>
            </a:r>
            <a:r>
              <a:rPr lang="en-US" altLang="zh-TW"/>
              <a:t>: </a:t>
            </a:r>
          </a:p>
        </p:txBody>
      </p:sp>
      <p:sp>
        <p:nvSpPr>
          <p:cNvPr id="15" name="Slide - Footnote"/>
          <p:cNvSpPr>
            <a:spLocks noGrp="1"/>
          </p:cNvSpPr>
          <p:nvPr>
            <p:ph type="ftr" sz="quarter" idx="3"/>
          </p:nvPr>
        </p:nvSpPr>
        <p:spPr>
          <a:xfrm>
            <a:off x="671562" y="6081864"/>
            <a:ext cx="10856189" cy="270202"/>
          </a:xfrm>
          <a:prstGeom prst="rect">
            <a:avLst/>
          </a:prstGeom>
          <a:noFill/>
        </p:spPr>
        <p:txBody>
          <a:bodyPr wrap="square" lIns="0" anchor="b" anchorCtr="0">
            <a:spAutoFit/>
          </a:bodyPr>
          <a:lstStyle>
            <a:lvl1pPr>
              <a:lnSpc>
                <a:spcPct val="90000"/>
              </a:lnSpc>
              <a:defRPr sz="642" b="0"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14"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2"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1595854647"/>
      </p:ext>
    </p:extLst>
  </p:cSld>
  <p:clrMapOvr>
    <a:masterClrMapping/>
  </p:clrMapOvr>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FW - P - 2 Placeholders (2 Columns)">
    <p:spTree>
      <p:nvGrpSpPr>
        <p:cNvPr id="1" name=""/>
        <p:cNvGrpSpPr/>
        <p:nvPr/>
      </p:nvGrpSpPr>
      <p:grpSpPr>
        <a:xfrm>
          <a:off x="0" y="0"/>
          <a:ext cx="0" cy="0"/>
          <a:chOff x="0" y="0"/>
          <a:chExt cx="0" cy="0"/>
        </a:xfrm>
      </p:grpSpPr>
      <p:sp>
        <p:nvSpPr>
          <p:cNvPr id="31"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28"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43" name="Placeholder 1 - Title"/>
          <p:cNvSpPr>
            <a:spLocks noGrp="1"/>
          </p:cNvSpPr>
          <p:nvPr>
            <p:ph type="body" sz="quarter" idx="13" hasCustomPrompt="1"/>
          </p:nvPr>
        </p:nvSpPr>
        <p:spPr>
          <a:xfrm>
            <a:off x="665019" y="1589444"/>
            <a:ext cx="5275811"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42" name="Placeholder 1 - Sub-Title"/>
          <p:cNvSpPr>
            <a:spLocks noGrp="1"/>
          </p:cNvSpPr>
          <p:nvPr>
            <p:ph type="body" sz="quarter" idx="14" hasCustomPrompt="1"/>
          </p:nvPr>
        </p:nvSpPr>
        <p:spPr>
          <a:xfrm>
            <a:off x="665019" y="1758877"/>
            <a:ext cx="5275811"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41" name="Placeholder 1 - Content"/>
          <p:cNvSpPr>
            <a:spLocks noGrp="1"/>
          </p:cNvSpPr>
          <p:nvPr>
            <p:ph sz="quarter" idx="15" hasCustomPrompt="1"/>
          </p:nvPr>
        </p:nvSpPr>
        <p:spPr>
          <a:xfrm>
            <a:off x="665019" y="1928308"/>
            <a:ext cx="5275811"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40" name="Placeholder 1 - Source"/>
          <p:cNvSpPr>
            <a:spLocks noGrp="1"/>
          </p:cNvSpPr>
          <p:nvPr>
            <p:ph type="body" sz="quarter" idx="25" hasCustomPrompt="1"/>
          </p:nvPr>
        </p:nvSpPr>
        <p:spPr>
          <a:xfrm>
            <a:off x="665019" y="5849472"/>
            <a:ext cx="5275811" cy="96819"/>
          </a:xfrm>
          <a:prstGeom prst="rect">
            <a:avLst/>
          </a:prstGeom>
        </p:spPr>
        <p:txBody>
          <a:bodyPr vert="horz" lIns="0" tIns="18288" rIns="0" bIns="0" rtlCol="0">
            <a:noAutofit/>
          </a:bodyPr>
          <a:lstStyle>
            <a:lvl1pPr marL="0" indent="0">
              <a:buNone/>
              <a:defRPr lang="en-US" sz="530" baseline="0" smtClean="0"/>
            </a:lvl1pPr>
            <a:lvl2pPr marL="303743" indent="-303743" algn="l" defTabSz="805903" rtl="0" eaLnBrk="1" latinLnBrk="0" hangingPunct="1">
              <a:spcBef>
                <a:spcPct val="0"/>
              </a:spcBef>
              <a:spcAft>
                <a:spcPts val="353"/>
              </a:spcAft>
              <a:buFont typeface="Arial" panose="020B0604020202020204" pitchFamily="34" charset="0"/>
              <a:buNone/>
              <a:defRPr lang="en-US" sz="642" kern="1200" baseline="0" smtClean="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stStyle>
          <a:p>
            <a:pPr marL="303743" lvl="1" indent="-303743" algn="l" defTabSz="805903" rtl="0" eaLnBrk="1" latinLnBrk="0" hangingPunct="1">
              <a:spcBef>
                <a:spcPct val="0"/>
              </a:spcBef>
              <a:spcAft>
                <a:spcPts val="353"/>
              </a:spcAft>
              <a:buFont typeface="Arial" panose="020B0604020202020204" pitchFamily="34" charset="0"/>
              <a:buNone/>
            </a:pPr>
            <a:r>
              <a:rPr lang="zh-TW" altLang="en-US"/>
              <a:t>资料来源</a:t>
            </a:r>
            <a:r>
              <a:rPr lang="en-US" altLang="zh-TW"/>
              <a:t>: </a:t>
            </a:r>
          </a:p>
        </p:txBody>
      </p:sp>
      <p:sp>
        <p:nvSpPr>
          <p:cNvPr id="47" name="Placeholder 2 - Title"/>
          <p:cNvSpPr>
            <a:spLocks noGrp="1"/>
          </p:cNvSpPr>
          <p:nvPr>
            <p:ph type="body" sz="quarter" idx="39" hasCustomPrompt="1"/>
          </p:nvPr>
        </p:nvSpPr>
        <p:spPr>
          <a:xfrm>
            <a:off x="6251174" y="1589444"/>
            <a:ext cx="5275811"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2</a:t>
            </a:r>
          </a:p>
        </p:txBody>
      </p:sp>
      <p:sp>
        <p:nvSpPr>
          <p:cNvPr id="46" name="Placeholder 2 - Sub-Title"/>
          <p:cNvSpPr>
            <a:spLocks noGrp="1"/>
          </p:cNvSpPr>
          <p:nvPr>
            <p:ph type="body" sz="quarter" idx="38" hasCustomPrompt="1"/>
          </p:nvPr>
        </p:nvSpPr>
        <p:spPr>
          <a:xfrm>
            <a:off x="6251174" y="1758877"/>
            <a:ext cx="5275811"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2</a:t>
            </a:r>
          </a:p>
        </p:txBody>
      </p:sp>
      <p:sp>
        <p:nvSpPr>
          <p:cNvPr id="45" name="Placeholder 2 - Content"/>
          <p:cNvSpPr>
            <a:spLocks noGrp="1"/>
          </p:cNvSpPr>
          <p:nvPr>
            <p:ph sz="quarter" idx="37" hasCustomPrompt="1"/>
          </p:nvPr>
        </p:nvSpPr>
        <p:spPr>
          <a:xfrm>
            <a:off x="6251174" y="1928308"/>
            <a:ext cx="5275811"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2</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44" name="Placeholder 2 - Source"/>
          <p:cNvSpPr>
            <a:spLocks noGrp="1"/>
          </p:cNvSpPr>
          <p:nvPr>
            <p:ph type="body" sz="quarter" idx="36" hasCustomPrompt="1"/>
          </p:nvPr>
        </p:nvSpPr>
        <p:spPr>
          <a:xfrm>
            <a:off x="6251174" y="5849472"/>
            <a:ext cx="5275811" cy="96819"/>
          </a:xfrm>
          <a:prstGeom prst="rect">
            <a:avLst/>
          </a:prstGeom>
        </p:spPr>
        <p:txBody>
          <a:bodyPr vert="horz" lIns="0" tIns="18288" rIns="0" bIns="0" rtlCol="0">
            <a:noAutofit/>
          </a:bodyPr>
          <a:lstStyle>
            <a:lvl1pPr marL="0" indent="0">
              <a:buNone/>
              <a:defRPr lang="en-US" sz="530" baseline="0" smtClean="0"/>
            </a:lvl1pPr>
            <a:lvl2pPr marL="303743" indent="-303743" algn="l" defTabSz="805903" rtl="0" eaLnBrk="1" latinLnBrk="0" hangingPunct="1">
              <a:spcBef>
                <a:spcPct val="0"/>
              </a:spcBef>
              <a:spcAft>
                <a:spcPts val="353"/>
              </a:spcAft>
              <a:buFont typeface="Arial" panose="020B0604020202020204" pitchFamily="34" charset="0"/>
              <a:buNone/>
              <a:defRPr lang="en-US" sz="642" kern="1200" baseline="0" smtClean="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stStyle>
          <a:p>
            <a:pPr marL="303743" lvl="1" indent="-303743" algn="l" defTabSz="805903" rtl="0" eaLnBrk="1" latinLnBrk="0" hangingPunct="1">
              <a:spcBef>
                <a:spcPct val="0"/>
              </a:spcBef>
              <a:spcAft>
                <a:spcPts val="353"/>
              </a:spcAft>
              <a:buFont typeface="Arial" panose="020B0604020202020204" pitchFamily="34" charset="0"/>
              <a:buNone/>
            </a:pPr>
            <a:r>
              <a:rPr lang="zh-TW" altLang="en-US"/>
              <a:t>资料来源</a:t>
            </a:r>
            <a:r>
              <a:rPr lang="en-US" altLang="zh-TW"/>
              <a:t>: </a:t>
            </a:r>
          </a:p>
        </p:txBody>
      </p:sp>
      <p:sp>
        <p:nvSpPr>
          <p:cNvPr id="21" name="Slide - Footnote"/>
          <p:cNvSpPr>
            <a:spLocks noGrp="1"/>
          </p:cNvSpPr>
          <p:nvPr>
            <p:ph type="ftr" sz="quarter" idx="3"/>
          </p:nvPr>
        </p:nvSpPr>
        <p:spPr>
          <a:xfrm>
            <a:off x="671562" y="6081864"/>
            <a:ext cx="10856189" cy="270202"/>
          </a:xfrm>
          <a:prstGeom prst="rect">
            <a:avLst/>
          </a:prstGeom>
          <a:noFill/>
        </p:spPr>
        <p:txBody>
          <a:bodyPr wrap="square" lIns="0" anchor="b" anchorCtr="0">
            <a:spAutoFit/>
          </a:bodyPr>
          <a:lstStyle>
            <a:lvl1pPr>
              <a:lnSpc>
                <a:spcPct val="90000"/>
              </a:lnSpc>
              <a:defRPr sz="642" b="0"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17"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6"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3199220622"/>
      </p:ext>
    </p:extLst>
  </p:cSld>
  <p:clrMapOvr>
    <a:masterClrMapping/>
  </p:clrMapOvr>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FW - P - 2 Placeholders (2 Rows)">
    <p:spTree>
      <p:nvGrpSpPr>
        <p:cNvPr id="1" name=""/>
        <p:cNvGrpSpPr/>
        <p:nvPr/>
      </p:nvGrpSpPr>
      <p:grpSpPr>
        <a:xfrm>
          <a:off x="0" y="0"/>
          <a:ext cx="0" cy="0"/>
          <a:chOff x="0" y="0"/>
          <a:chExt cx="0" cy="0"/>
        </a:xfrm>
      </p:grpSpPr>
      <p:sp>
        <p:nvSpPr>
          <p:cNvPr id="28"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21"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18" name="Placeholder 1 - Title"/>
          <p:cNvSpPr>
            <a:spLocks noGrp="1"/>
          </p:cNvSpPr>
          <p:nvPr>
            <p:ph type="body" sz="quarter" idx="13" hasCustomPrompt="1"/>
          </p:nvPr>
        </p:nvSpPr>
        <p:spPr>
          <a:xfrm>
            <a:off x="665018" y="1589444"/>
            <a:ext cx="10861964"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20" name="Placeholder 1 - Sub-Title"/>
          <p:cNvSpPr>
            <a:spLocks noGrp="1"/>
          </p:cNvSpPr>
          <p:nvPr>
            <p:ph type="body" sz="quarter" idx="14" hasCustomPrompt="1"/>
          </p:nvPr>
        </p:nvSpPr>
        <p:spPr>
          <a:xfrm>
            <a:off x="665018" y="1758877"/>
            <a:ext cx="10861964"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22" name="Placeholder 1 - Content"/>
          <p:cNvSpPr>
            <a:spLocks noGrp="1"/>
          </p:cNvSpPr>
          <p:nvPr>
            <p:ph sz="quarter" idx="15" hasCustomPrompt="1"/>
          </p:nvPr>
        </p:nvSpPr>
        <p:spPr>
          <a:xfrm>
            <a:off x="665018" y="1928309"/>
            <a:ext cx="10861964" cy="1613648"/>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26" name="Placeholder 1 - Source"/>
          <p:cNvSpPr>
            <a:spLocks noGrp="1"/>
          </p:cNvSpPr>
          <p:nvPr>
            <p:ph type="body" sz="quarter" idx="25" hasCustomPrompt="1"/>
          </p:nvPr>
        </p:nvSpPr>
        <p:spPr>
          <a:xfrm>
            <a:off x="665018" y="3550023"/>
            <a:ext cx="10861964" cy="96819"/>
          </a:xfrm>
          <a:prstGeom prst="rect">
            <a:avLst/>
          </a:prstGeom>
        </p:spPr>
        <p:txBody>
          <a:bodyPr vert="horz" lIns="0" tIns="18288" rIns="0" bIns="0" rtlCol="0">
            <a:noAutofit/>
          </a:bodyPr>
          <a:lstStyle>
            <a:lvl1pPr marL="0" indent="0">
              <a:buNone/>
              <a:defRPr lang="en-US" sz="642" baseline="0" smtClean="0">
                <a:latin typeface="Arial" panose="020B0604020202020204" pitchFamily="34" charset="0"/>
                <a:ea typeface="+mn-ea"/>
                <a:cs typeface="Arial" panose="020B0604020202020204" pitchFamily="34" charset="0"/>
                <a:sym typeface="Arial" panose="020B0604020202020204" pitchFamily="34" charset="0"/>
              </a:defRPr>
            </a:lvl1pPr>
            <a:lvl2pPr marL="0" indent="0">
              <a:defRPr lang="en-US" sz="530" kern="1200" baseline="0" smtClean="0">
                <a:solidFill>
                  <a:schemeClr val="tx1"/>
                </a:solidFill>
                <a:latin typeface="Arial" panose="020B0604020202020204" pitchFamily="34" charset="0"/>
                <a:ea typeface="Microsoft JhengHei" panose="020B0604030504040204" pitchFamily="34" charset="-120"/>
                <a:cs typeface="Arial" panose="020B0604020202020204" pitchFamily="34" charset="0"/>
              </a:defRPr>
            </a:lvl2pPr>
          </a:lstStyle>
          <a:p>
            <a:pPr lvl="0"/>
            <a:r>
              <a:rPr lang="zh-TW" altLang="en-US"/>
              <a:t>资料来源</a:t>
            </a:r>
            <a:r>
              <a:rPr lang="en-US" altLang="zh-TW"/>
              <a:t>: </a:t>
            </a:r>
          </a:p>
        </p:txBody>
      </p:sp>
      <p:sp>
        <p:nvSpPr>
          <p:cNvPr id="23" name="Placeholder 2 - Title"/>
          <p:cNvSpPr>
            <a:spLocks noGrp="1"/>
          </p:cNvSpPr>
          <p:nvPr>
            <p:ph type="body" sz="quarter" idx="26" hasCustomPrompt="1"/>
          </p:nvPr>
        </p:nvSpPr>
        <p:spPr>
          <a:xfrm>
            <a:off x="665018" y="3888443"/>
            <a:ext cx="10861964"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2</a:t>
            </a:r>
          </a:p>
        </p:txBody>
      </p:sp>
      <p:sp>
        <p:nvSpPr>
          <p:cNvPr id="24" name="Placeholder 2 - Sub-Title"/>
          <p:cNvSpPr>
            <a:spLocks noGrp="1"/>
          </p:cNvSpPr>
          <p:nvPr>
            <p:ph type="body" sz="quarter" idx="27" hasCustomPrompt="1"/>
          </p:nvPr>
        </p:nvSpPr>
        <p:spPr>
          <a:xfrm>
            <a:off x="665018" y="4058324"/>
            <a:ext cx="10861964"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2</a:t>
            </a:r>
          </a:p>
        </p:txBody>
      </p:sp>
      <p:sp>
        <p:nvSpPr>
          <p:cNvPr id="25" name="Placeholder 2 - Content"/>
          <p:cNvSpPr>
            <a:spLocks noGrp="1"/>
          </p:cNvSpPr>
          <p:nvPr>
            <p:ph sz="quarter" idx="28" hasCustomPrompt="1"/>
          </p:nvPr>
        </p:nvSpPr>
        <p:spPr>
          <a:xfrm>
            <a:off x="665018" y="4227757"/>
            <a:ext cx="10861964" cy="1613648"/>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2</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30" name="Placeholder 2 - Source"/>
          <p:cNvSpPr>
            <a:spLocks noGrp="1"/>
          </p:cNvSpPr>
          <p:nvPr>
            <p:ph type="body" sz="quarter" idx="29" hasCustomPrompt="1"/>
          </p:nvPr>
        </p:nvSpPr>
        <p:spPr>
          <a:xfrm>
            <a:off x="665017" y="5849933"/>
            <a:ext cx="10861964" cy="96819"/>
          </a:xfrm>
          <a:prstGeom prst="rect">
            <a:avLst/>
          </a:prstGeom>
        </p:spPr>
        <p:txBody>
          <a:bodyPr vert="horz" lIns="0" tIns="18288" rIns="0" bIns="0" rtlCol="0">
            <a:noAutofit/>
          </a:bodyPr>
          <a:lstStyle>
            <a:lvl1pPr marL="0" marR="0" indent="0" algn="l" defTabSz="805903" rtl="0" eaLnBrk="1" fontAlgn="auto" latinLnBrk="0" hangingPunct="1">
              <a:lnSpc>
                <a:spcPct val="100000"/>
              </a:lnSpc>
              <a:spcBef>
                <a:spcPct val="0"/>
              </a:spcBef>
              <a:spcAft>
                <a:spcPts val="353"/>
              </a:spcAft>
              <a:buClrTx/>
              <a:buSzTx/>
              <a:buFont typeface="Arial" panose="020B0604020202020204" pitchFamily="34" charset="0"/>
              <a:buNone/>
              <a:defRPr lang="en-US" sz="642" baseline="0" smtClean="0">
                <a:latin typeface="Arial" panose="020B0604020202020204" pitchFamily="34" charset="0"/>
                <a:ea typeface="+mn-ea"/>
                <a:cs typeface="Arial" panose="020B0604020202020204" pitchFamily="34" charset="0"/>
                <a:sym typeface="Arial" panose="020B0604020202020204" pitchFamily="34" charset="0"/>
              </a:defRPr>
            </a:lvl1pPr>
            <a:lvl2pPr>
              <a:defRPr lang="en-US" sz="530" kern="1200" baseline="0" smtClean="0">
                <a:solidFill>
                  <a:schemeClr val="tx1"/>
                </a:solidFill>
                <a:latin typeface="Arial" panose="020B0604020202020204" pitchFamily="34" charset="0"/>
                <a:ea typeface="Microsoft JhengHei" panose="020B0604030504040204" pitchFamily="34" charset="-120"/>
                <a:cs typeface="Arial" panose="020B0604020202020204" pitchFamily="34" charset="0"/>
              </a:defRPr>
            </a:lvl2pPr>
          </a:lstStyle>
          <a:p>
            <a:pPr lvl="0"/>
            <a:r>
              <a:rPr lang="zh-TW" altLang="en-US"/>
              <a:t>资料来源</a:t>
            </a:r>
            <a:r>
              <a:rPr lang="en-US" altLang="zh-TW"/>
              <a:t>: </a:t>
            </a:r>
          </a:p>
        </p:txBody>
      </p:sp>
      <p:sp>
        <p:nvSpPr>
          <p:cNvPr id="19" name="Slide - Footnote"/>
          <p:cNvSpPr>
            <a:spLocks noGrp="1"/>
          </p:cNvSpPr>
          <p:nvPr>
            <p:ph type="ftr" sz="quarter" idx="3"/>
          </p:nvPr>
        </p:nvSpPr>
        <p:spPr>
          <a:xfrm>
            <a:off x="671562" y="6081864"/>
            <a:ext cx="10856189" cy="270202"/>
          </a:xfrm>
          <a:prstGeom prst="rect">
            <a:avLst/>
          </a:prstGeom>
          <a:noFill/>
        </p:spPr>
        <p:txBody>
          <a:bodyPr wrap="square" lIns="0" anchor="b" anchorCtr="0">
            <a:spAutoFit/>
          </a:bodyPr>
          <a:lstStyle>
            <a:lvl1pPr>
              <a:lnSpc>
                <a:spcPct val="90000"/>
              </a:lnSpc>
              <a:defRPr sz="642" b="0"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16"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7"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3969386214"/>
      </p:ext>
    </p:extLst>
  </p:cSld>
  <p:clrMapOvr>
    <a:masterClrMapping/>
  </p:clrMapOvr>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FW - P - 3 Placeholders (3 Columns)">
    <p:spTree>
      <p:nvGrpSpPr>
        <p:cNvPr id="1" name=""/>
        <p:cNvGrpSpPr/>
        <p:nvPr/>
      </p:nvGrpSpPr>
      <p:grpSpPr>
        <a:xfrm>
          <a:off x="0" y="0"/>
          <a:ext cx="0" cy="0"/>
          <a:chOff x="0" y="0"/>
          <a:chExt cx="0" cy="0"/>
        </a:xfrm>
      </p:grpSpPr>
      <p:sp>
        <p:nvSpPr>
          <p:cNvPr id="34"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33"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39" name="Placeholder 1 - Title"/>
          <p:cNvSpPr>
            <a:spLocks noGrp="1"/>
          </p:cNvSpPr>
          <p:nvPr>
            <p:ph type="body" sz="quarter" idx="13" hasCustomPrompt="1"/>
          </p:nvPr>
        </p:nvSpPr>
        <p:spPr>
          <a:xfrm>
            <a:off x="665019" y="1589444"/>
            <a:ext cx="3413760"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38" name="Placeholder 1 - Sub-Title"/>
          <p:cNvSpPr>
            <a:spLocks noGrp="1"/>
          </p:cNvSpPr>
          <p:nvPr>
            <p:ph type="body" sz="quarter" idx="14" hasCustomPrompt="1"/>
          </p:nvPr>
        </p:nvSpPr>
        <p:spPr>
          <a:xfrm>
            <a:off x="665019" y="1758877"/>
            <a:ext cx="3413760"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37" name="Placeholder 1 - Content"/>
          <p:cNvSpPr>
            <a:spLocks noGrp="1"/>
          </p:cNvSpPr>
          <p:nvPr>
            <p:ph sz="quarter" idx="15" hasCustomPrompt="1"/>
          </p:nvPr>
        </p:nvSpPr>
        <p:spPr>
          <a:xfrm>
            <a:off x="665019" y="1928308"/>
            <a:ext cx="3413760"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36" name="Placeholder 1 - Source"/>
          <p:cNvSpPr>
            <a:spLocks noGrp="1"/>
          </p:cNvSpPr>
          <p:nvPr>
            <p:ph type="body" sz="quarter" idx="25" hasCustomPrompt="1"/>
          </p:nvPr>
        </p:nvSpPr>
        <p:spPr>
          <a:xfrm>
            <a:off x="665019" y="5849472"/>
            <a:ext cx="3413760" cy="96819"/>
          </a:xfrm>
          <a:prstGeom prst="rect">
            <a:avLst/>
          </a:prstGeom>
        </p:spPr>
        <p:txBody>
          <a:bodyPr vert="horz" lIns="0" tIns="18288" rIns="0" bIns="0" rtlCol="0">
            <a:noAutofit/>
          </a:bodyPr>
          <a:lstStyle>
            <a:lvl1pPr marL="0" indent="0">
              <a:buNone/>
              <a:defRPr lang="en-US" sz="642" baseline="0" smtClean="0">
                <a:latin typeface="Arial" panose="020B0604020202020204" pitchFamily="34" charset="0"/>
                <a:ea typeface="+mn-ea"/>
                <a:cs typeface="Arial" panose="020B0604020202020204" pitchFamily="34" charset="0"/>
                <a:sym typeface="Arial" panose="020B0604020202020204" pitchFamily="34" charset="0"/>
              </a:defRPr>
            </a:lvl1pPr>
            <a:lvl2pPr marL="303743" indent="-303743" algn="l" defTabSz="805903" rtl="0" eaLnBrk="1" latinLnBrk="0" hangingPunct="1">
              <a:spcBef>
                <a:spcPct val="0"/>
              </a:spcBef>
              <a:spcAft>
                <a:spcPts val="353"/>
              </a:spcAft>
              <a:buFont typeface="Arial" panose="020B0604020202020204" pitchFamily="34" charset="0"/>
              <a:buNone/>
              <a:defRPr lang="en-US" sz="530" kern="1200" baseline="0" smtClean="0">
                <a:solidFill>
                  <a:schemeClr val="tx1"/>
                </a:solidFill>
                <a:latin typeface="Arial" panose="020B0604020202020204" pitchFamily="34" charset="0"/>
                <a:ea typeface="Microsoft JhengHei" panose="020B0604030504040204" pitchFamily="34" charset="-120"/>
                <a:cs typeface="Arial" panose="020B0604020202020204" pitchFamily="34" charset="0"/>
              </a:defRPr>
            </a:lvl2pPr>
          </a:lstStyle>
          <a:p>
            <a:pPr lvl="0"/>
            <a:r>
              <a:rPr lang="zh-TW" altLang="en-US"/>
              <a:t>资料来源</a:t>
            </a:r>
            <a:r>
              <a:rPr lang="en-US" altLang="zh-TW"/>
              <a:t>: </a:t>
            </a:r>
          </a:p>
        </p:txBody>
      </p:sp>
      <p:sp>
        <p:nvSpPr>
          <p:cNvPr id="47" name="Placeholder 2 - Title"/>
          <p:cNvSpPr>
            <a:spLocks noGrp="1"/>
          </p:cNvSpPr>
          <p:nvPr>
            <p:ph type="body" sz="quarter" idx="43" hasCustomPrompt="1"/>
          </p:nvPr>
        </p:nvSpPr>
        <p:spPr>
          <a:xfrm>
            <a:off x="4388735" y="1589444"/>
            <a:ext cx="3413760"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2</a:t>
            </a:r>
          </a:p>
        </p:txBody>
      </p:sp>
      <p:sp>
        <p:nvSpPr>
          <p:cNvPr id="46" name="Placeholder 2 - Sub-Title"/>
          <p:cNvSpPr>
            <a:spLocks noGrp="1"/>
          </p:cNvSpPr>
          <p:nvPr>
            <p:ph type="body" sz="quarter" idx="42" hasCustomPrompt="1"/>
          </p:nvPr>
        </p:nvSpPr>
        <p:spPr>
          <a:xfrm>
            <a:off x="4388735" y="1758877"/>
            <a:ext cx="3413760"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2</a:t>
            </a:r>
          </a:p>
        </p:txBody>
      </p:sp>
      <p:sp>
        <p:nvSpPr>
          <p:cNvPr id="45" name="Placeholder 2 - Content"/>
          <p:cNvSpPr>
            <a:spLocks noGrp="1"/>
          </p:cNvSpPr>
          <p:nvPr>
            <p:ph sz="quarter" idx="41" hasCustomPrompt="1"/>
          </p:nvPr>
        </p:nvSpPr>
        <p:spPr>
          <a:xfrm>
            <a:off x="4388735" y="1928308"/>
            <a:ext cx="3413760"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2</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44" name="Placeholder 2 - Source"/>
          <p:cNvSpPr>
            <a:spLocks noGrp="1"/>
          </p:cNvSpPr>
          <p:nvPr>
            <p:ph type="body" sz="quarter" idx="40" hasCustomPrompt="1"/>
          </p:nvPr>
        </p:nvSpPr>
        <p:spPr>
          <a:xfrm>
            <a:off x="4388735" y="5849472"/>
            <a:ext cx="3413760" cy="96819"/>
          </a:xfrm>
          <a:prstGeom prst="rect">
            <a:avLst/>
          </a:prstGeom>
        </p:spPr>
        <p:txBody>
          <a:bodyPr vert="horz" lIns="0" tIns="18288" rIns="0" bIns="0" rtlCol="0">
            <a:noAutofit/>
          </a:bodyPr>
          <a:lstStyle>
            <a:lvl1pPr marL="0" indent="0">
              <a:buNone/>
              <a:defRPr lang="en-US" sz="530" baseline="0" smtClean="0"/>
            </a:lvl1pPr>
            <a:lvl2pPr marL="303743" indent="-303743" algn="l" defTabSz="805903" rtl="0" eaLnBrk="1" latinLnBrk="0" hangingPunct="1">
              <a:spcBef>
                <a:spcPct val="0"/>
              </a:spcBef>
              <a:spcAft>
                <a:spcPts val="353"/>
              </a:spcAft>
              <a:buFont typeface="Arial" panose="020B0604020202020204" pitchFamily="34" charset="0"/>
              <a:buNone/>
              <a:defRPr lang="en-US" sz="642" kern="1200" baseline="0" smtClean="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stStyle>
          <a:p>
            <a:pPr marL="303743" lvl="1" indent="-303743" algn="l" defTabSz="805903" rtl="0" eaLnBrk="1" latinLnBrk="0" hangingPunct="1">
              <a:spcBef>
                <a:spcPct val="0"/>
              </a:spcBef>
              <a:spcAft>
                <a:spcPts val="353"/>
              </a:spcAft>
              <a:buFont typeface="Arial" panose="020B0604020202020204" pitchFamily="34" charset="0"/>
              <a:buNone/>
            </a:pPr>
            <a:r>
              <a:rPr lang="zh-TW" altLang="en-US"/>
              <a:t>资料来源</a:t>
            </a:r>
            <a:r>
              <a:rPr lang="en-US" altLang="zh-TW"/>
              <a:t>: </a:t>
            </a:r>
          </a:p>
        </p:txBody>
      </p:sp>
      <p:sp>
        <p:nvSpPr>
          <p:cNvPr id="43" name="Placeholder 3 - Title"/>
          <p:cNvSpPr>
            <a:spLocks noGrp="1"/>
          </p:cNvSpPr>
          <p:nvPr>
            <p:ph type="body" sz="quarter" idx="39" hasCustomPrompt="1"/>
          </p:nvPr>
        </p:nvSpPr>
        <p:spPr>
          <a:xfrm>
            <a:off x="8112452" y="1589444"/>
            <a:ext cx="3413760"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3</a:t>
            </a:r>
          </a:p>
        </p:txBody>
      </p:sp>
      <p:sp>
        <p:nvSpPr>
          <p:cNvPr id="42" name="Placeholder 3 - Sub-Title"/>
          <p:cNvSpPr>
            <a:spLocks noGrp="1"/>
          </p:cNvSpPr>
          <p:nvPr>
            <p:ph type="body" sz="quarter" idx="38" hasCustomPrompt="1"/>
          </p:nvPr>
        </p:nvSpPr>
        <p:spPr>
          <a:xfrm>
            <a:off x="8112452" y="1758877"/>
            <a:ext cx="3413760"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3</a:t>
            </a:r>
          </a:p>
        </p:txBody>
      </p:sp>
      <p:sp>
        <p:nvSpPr>
          <p:cNvPr id="41" name="Placeholder 3 - Content"/>
          <p:cNvSpPr>
            <a:spLocks noGrp="1"/>
          </p:cNvSpPr>
          <p:nvPr>
            <p:ph sz="quarter" idx="37" hasCustomPrompt="1"/>
          </p:nvPr>
        </p:nvSpPr>
        <p:spPr>
          <a:xfrm>
            <a:off x="8112452" y="1928308"/>
            <a:ext cx="3413760" cy="3913094"/>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3</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40" name="Placeholder 3 - Source"/>
          <p:cNvSpPr>
            <a:spLocks noGrp="1"/>
          </p:cNvSpPr>
          <p:nvPr>
            <p:ph type="body" sz="quarter" idx="36" hasCustomPrompt="1"/>
          </p:nvPr>
        </p:nvSpPr>
        <p:spPr>
          <a:xfrm>
            <a:off x="8112452" y="5849472"/>
            <a:ext cx="3413760" cy="96819"/>
          </a:xfrm>
          <a:prstGeom prst="rect">
            <a:avLst/>
          </a:prstGeom>
        </p:spPr>
        <p:txBody>
          <a:bodyPr vert="horz" lIns="0" tIns="18288" rIns="0" bIns="0" rtlCol="0">
            <a:noAutofit/>
          </a:bodyPr>
          <a:lstStyle>
            <a:lvl1pPr marL="0" indent="0">
              <a:buNone/>
              <a:defRPr lang="en-US" sz="530" baseline="0" smtClean="0"/>
            </a:lvl1pPr>
            <a:lvl2pPr marL="303743" indent="-303743" algn="l" defTabSz="805903" rtl="0" eaLnBrk="1" latinLnBrk="0" hangingPunct="1">
              <a:spcBef>
                <a:spcPct val="0"/>
              </a:spcBef>
              <a:spcAft>
                <a:spcPts val="353"/>
              </a:spcAft>
              <a:buFont typeface="Arial" panose="020B0604020202020204" pitchFamily="34" charset="0"/>
              <a:buNone/>
              <a:defRPr lang="en-US" sz="642" kern="1200" baseline="0" smtClean="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stStyle>
          <a:p>
            <a:pPr marL="303743" lvl="1" indent="-303743" algn="l" defTabSz="805903" rtl="0" eaLnBrk="1" latinLnBrk="0" hangingPunct="1">
              <a:spcBef>
                <a:spcPct val="0"/>
              </a:spcBef>
              <a:spcAft>
                <a:spcPts val="353"/>
              </a:spcAft>
              <a:buFont typeface="Arial" panose="020B0604020202020204" pitchFamily="34" charset="0"/>
              <a:buNone/>
            </a:pPr>
            <a:r>
              <a:rPr lang="zh-TW" altLang="en-US"/>
              <a:t>资料来源</a:t>
            </a:r>
            <a:r>
              <a:rPr lang="en-US" altLang="zh-TW"/>
              <a:t>: </a:t>
            </a:r>
          </a:p>
        </p:txBody>
      </p:sp>
      <p:sp>
        <p:nvSpPr>
          <p:cNvPr id="32" name="Slide - Footnote"/>
          <p:cNvSpPr>
            <a:spLocks noGrp="1"/>
          </p:cNvSpPr>
          <p:nvPr>
            <p:ph type="ftr" sz="quarter" idx="3"/>
          </p:nvPr>
        </p:nvSpPr>
        <p:spPr>
          <a:xfrm>
            <a:off x="671562" y="6081864"/>
            <a:ext cx="10856189" cy="270202"/>
          </a:xfrm>
          <a:prstGeom prst="rect">
            <a:avLst/>
          </a:prstGeom>
          <a:noFill/>
        </p:spPr>
        <p:txBody>
          <a:bodyPr wrap="square" lIns="0" anchor="b" anchorCtr="0">
            <a:spAutoFit/>
          </a:bodyPr>
          <a:lstStyle>
            <a:lvl1pPr>
              <a:lnSpc>
                <a:spcPct val="90000"/>
              </a:lnSpc>
              <a:defRPr sz="642" b="0"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21"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9"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4129119148"/>
      </p:ext>
    </p:extLst>
  </p:cSld>
  <p:clrMapOvr>
    <a:masterClrMapping/>
  </p:clrMapOvr>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FW - P - 4 Placeholders (2 Columns, 2 Rows)">
    <p:spTree>
      <p:nvGrpSpPr>
        <p:cNvPr id="1" name=""/>
        <p:cNvGrpSpPr/>
        <p:nvPr/>
      </p:nvGrpSpPr>
      <p:grpSpPr>
        <a:xfrm>
          <a:off x="0" y="0"/>
          <a:ext cx="0" cy="0"/>
          <a:chOff x="0" y="0"/>
          <a:chExt cx="0" cy="0"/>
        </a:xfrm>
      </p:grpSpPr>
      <p:sp>
        <p:nvSpPr>
          <p:cNvPr id="36"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zh-TW" altLang="en-US"/>
              <a:t>幻灯片标题</a:t>
            </a:r>
          </a:p>
        </p:txBody>
      </p:sp>
      <p:sp>
        <p:nvSpPr>
          <p:cNvPr id="35"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CN" altLang="en-US"/>
              <a:t>幻灯片副标题</a:t>
            </a:r>
            <a:endParaRPr lang="zh-TW" altLang="en-US"/>
          </a:p>
        </p:txBody>
      </p:sp>
      <p:sp>
        <p:nvSpPr>
          <p:cNvPr id="18" name="Placeholder 1 - Title"/>
          <p:cNvSpPr>
            <a:spLocks noGrp="1"/>
          </p:cNvSpPr>
          <p:nvPr>
            <p:ph type="body" sz="quarter" idx="13" hasCustomPrompt="1"/>
          </p:nvPr>
        </p:nvSpPr>
        <p:spPr>
          <a:xfrm>
            <a:off x="665020" y="1589444"/>
            <a:ext cx="5275811"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1</a:t>
            </a:r>
          </a:p>
        </p:txBody>
      </p:sp>
      <p:sp>
        <p:nvSpPr>
          <p:cNvPr id="20" name="Placeholder 1 - Sub-Title"/>
          <p:cNvSpPr>
            <a:spLocks noGrp="1"/>
          </p:cNvSpPr>
          <p:nvPr>
            <p:ph type="body" sz="quarter" idx="14" hasCustomPrompt="1"/>
          </p:nvPr>
        </p:nvSpPr>
        <p:spPr>
          <a:xfrm>
            <a:off x="665020" y="1758877"/>
            <a:ext cx="5275811" cy="161365"/>
          </a:xfrm>
          <a:prstGeom prst="rect">
            <a:avLst/>
          </a:prstGeom>
        </p:spPr>
        <p:txBody>
          <a:bodyPr lIns="0" tIns="0" bIns="0">
            <a:noAutofit/>
          </a:bodyPr>
          <a:lstStyle>
            <a:lvl1pPr marL="0" indent="0">
              <a:buNone/>
              <a:tabLst>
                <a:tab pos="9669477" algn="r"/>
              </a:tabLst>
              <a:defRPr sz="856" baseline="0">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1</a:t>
            </a:r>
          </a:p>
        </p:txBody>
      </p:sp>
      <p:sp>
        <p:nvSpPr>
          <p:cNvPr id="22" name="Placeholder 1 - Content"/>
          <p:cNvSpPr>
            <a:spLocks noGrp="1"/>
          </p:cNvSpPr>
          <p:nvPr>
            <p:ph sz="quarter" idx="15" hasCustomPrompt="1"/>
          </p:nvPr>
        </p:nvSpPr>
        <p:spPr>
          <a:xfrm>
            <a:off x="665020" y="1928309"/>
            <a:ext cx="5275811" cy="1613648"/>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26" name="Placeholder 1 - Source"/>
          <p:cNvSpPr>
            <a:spLocks noGrp="1"/>
          </p:cNvSpPr>
          <p:nvPr>
            <p:ph type="body" sz="quarter" idx="25" hasCustomPrompt="1"/>
          </p:nvPr>
        </p:nvSpPr>
        <p:spPr>
          <a:xfrm>
            <a:off x="665020" y="3550023"/>
            <a:ext cx="5275811" cy="96819"/>
          </a:xfrm>
          <a:prstGeom prst="rect">
            <a:avLst/>
          </a:prstGeom>
        </p:spPr>
        <p:txBody>
          <a:bodyPr vert="horz" lIns="0" tIns="18288" rIns="0" bIns="0" rtlCol="0">
            <a:noAutofit/>
          </a:bodyPr>
          <a:lstStyle>
            <a:lvl1pPr marL="0" indent="0">
              <a:buNone/>
              <a:defRPr lang="en-US" sz="642" baseline="0" smtClean="0">
                <a:latin typeface="Arial" panose="020B0604020202020204" pitchFamily="34" charset="0"/>
                <a:ea typeface="+mn-ea"/>
                <a:cs typeface="Arial" panose="020B0604020202020204" pitchFamily="34" charset="0"/>
                <a:sym typeface="Arial" panose="020B0604020202020204" pitchFamily="34" charset="0"/>
              </a:defRPr>
            </a:lvl1pPr>
            <a:lvl2pPr>
              <a:defRPr lang="en-US" sz="530" kern="1200" smtClean="0">
                <a:solidFill>
                  <a:schemeClr val="tx1"/>
                </a:solidFill>
                <a:latin typeface="Arial" panose="020B0604020202020204" pitchFamily="34" charset="0"/>
                <a:ea typeface="Microsoft JhengHei" panose="020B0604030504040204" pitchFamily="34" charset="-120"/>
                <a:cs typeface="Arial" panose="020B0604020202020204" pitchFamily="34" charset="0"/>
              </a:defRPr>
            </a:lvl2pPr>
          </a:lstStyle>
          <a:p>
            <a:pPr lvl="0"/>
            <a:r>
              <a:rPr lang="zh-TW" altLang="en-US"/>
              <a:t>资料来源</a:t>
            </a:r>
            <a:r>
              <a:rPr lang="en-US" altLang="zh-TW"/>
              <a:t>: </a:t>
            </a:r>
          </a:p>
        </p:txBody>
      </p:sp>
      <p:sp>
        <p:nvSpPr>
          <p:cNvPr id="23" name="Placeholder 2 - Title"/>
          <p:cNvSpPr>
            <a:spLocks noGrp="1"/>
          </p:cNvSpPr>
          <p:nvPr>
            <p:ph type="body" sz="quarter" idx="26" hasCustomPrompt="1"/>
          </p:nvPr>
        </p:nvSpPr>
        <p:spPr>
          <a:xfrm>
            <a:off x="6251174" y="1589444"/>
            <a:ext cx="5275811" cy="161365"/>
          </a:xfrm>
          <a:prstGeom prst="rect">
            <a:avLst/>
          </a:prstGeom>
        </p:spPr>
        <p:txBody>
          <a:bodyPr lIns="0" tIns="0" rIns="0" bIns="0">
            <a:noAutofit/>
          </a:bodyPr>
          <a:lstStyle>
            <a:lvl1pPr marL="0" indent="0" algn="l">
              <a:spcAft>
                <a:spcPts val="530"/>
              </a:spcAft>
              <a:buNone/>
              <a:tabLst>
                <a:tab pos="9669477" algn="r"/>
              </a:tabLst>
              <a:defRPr sz="1070" b="1" baseline="0">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2</a:t>
            </a:r>
          </a:p>
        </p:txBody>
      </p:sp>
      <p:sp>
        <p:nvSpPr>
          <p:cNvPr id="24" name="Placeholder 2 - Sub-Title"/>
          <p:cNvSpPr>
            <a:spLocks noGrp="1"/>
          </p:cNvSpPr>
          <p:nvPr>
            <p:ph type="body" sz="quarter" idx="27" hasCustomPrompt="1"/>
          </p:nvPr>
        </p:nvSpPr>
        <p:spPr>
          <a:xfrm>
            <a:off x="6251174" y="1758877"/>
            <a:ext cx="5275811"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2</a:t>
            </a:r>
          </a:p>
        </p:txBody>
      </p:sp>
      <p:sp>
        <p:nvSpPr>
          <p:cNvPr id="25" name="Placeholder 2 - Content"/>
          <p:cNvSpPr>
            <a:spLocks noGrp="1"/>
          </p:cNvSpPr>
          <p:nvPr>
            <p:ph sz="quarter" idx="28" hasCustomPrompt="1"/>
          </p:nvPr>
        </p:nvSpPr>
        <p:spPr>
          <a:xfrm>
            <a:off x="6251174" y="1928309"/>
            <a:ext cx="5275811" cy="1613648"/>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2</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30" name="Placeholder 2 - Source"/>
          <p:cNvSpPr>
            <a:spLocks noGrp="1"/>
          </p:cNvSpPr>
          <p:nvPr>
            <p:ph type="body" sz="quarter" idx="29" hasCustomPrompt="1"/>
          </p:nvPr>
        </p:nvSpPr>
        <p:spPr>
          <a:xfrm>
            <a:off x="6251174" y="3550023"/>
            <a:ext cx="5275811" cy="96819"/>
          </a:xfrm>
          <a:prstGeom prst="rect">
            <a:avLst/>
          </a:prstGeom>
        </p:spPr>
        <p:txBody>
          <a:bodyPr vert="horz" lIns="0" tIns="18288" rIns="0" bIns="0" rtlCol="0">
            <a:noAutofit/>
          </a:bodyPr>
          <a:lstStyle>
            <a:lvl1pPr marL="0" marR="0" indent="0" algn="l" defTabSz="805903" rtl="0" eaLnBrk="1" fontAlgn="auto" latinLnBrk="0" hangingPunct="1">
              <a:lnSpc>
                <a:spcPct val="100000"/>
              </a:lnSpc>
              <a:spcBef>
                <a:spcPct val="0"/>
              </a:spcBef>
              <a:spcAft>
                <a:spcPts val="353"/>
              </a:spcAft>
              <a:buClrTx/>
              <a:buSzTx/>
              <a:buFont typeface="Arial" panose="020B0604020202020204" pitchFamily="34" charset="0"/>
              <a:buNone/>
              <a:defRPr lang="en-US" sz="642" baseline="0" smtClean="0">
                <a:latin typeface="Arial" panose="020B0604020202020204" pitchFamily="34" charset="0"/>
                <a:ea typeface="+mn-ea"/>
                <a:cs typeface="Arial" panose="020B0604020202020204" pitchFamily="34" charset="0"/>
                <a:sym typeface="Arial" panose="020B0604020202020204" pitchFamily="34" charset="0"/>
              </a:defRPr>
            </a:lvl1pPr>
            <a:lvl2pPr>
              <a:defRPr lang="en-US" sz="530" kern="1200" smtClean="0">
                <a:solidFill>
                  <a:schemeClr val="tx1"/>
                </a:solidFill>
                <a:latin typeface="Arial" panose="020B0604020202020204" pitchFamily="34" charset="0"/>
                <a:ea typeface="Microsoft JhengHei" panose="020B0604030504040204" pitchFamily="34" charset="-120"/>
                <a:cs typeface="Arial" panose="020B0604020202020204" pitchFamily="34" charset="0"/>
              </a:defRPr>
            </a:lvl2pPr>
          </a:lstStyle>
          <a:p>
            <a:pPr lvl="0"/>
            <a:r>
              <a:rPr lang="zh-TW" altLang="en-US"/>
              <a:t>资料来源</a:t>
            </a:r>
            <a:r>
              <a:rPr lang="en-US" altLang="zh-TW"/>
              <a:t>: </a:t>
            </a:r>
          </a:p>
        </p:txBody>
      </p:sp>
      <p:sp>
        <p:nvSpPr>
          <p:cNvPr id="16" name="Placeholder 3 - Title"/>
          <p:cNvSpPr>
            <a:spLocks noGrp="1"/>
          </p:cNvSpPr>
          <p:nvPr>
            <p:ph type="body" sz="quarter" idx="30" hasCustomPrompt="1"/>
          </p:nvPr>
        </p:nvSpPr>
        <p:spPr>
          <a:xfrm>
            <a:off x="665020" y="3888443"/>
            <a:ext cx="5275811"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3</a:t>
            </a:r>
          </a:p>
        </p:txBody>
      </p:sp>
      <p:sp>
        <p:nvSpPr>
          <p:cNvPr id="19" name="Placeholder 3 - Sub-Title"/>
          <p:cNvSpPr>
            <a:spLocks noGrp="1"/>
          </p:cNvSpPr>
          <p:nvPr>
            <p:ph type="body" sz="quarter" idx="31" hasCustomPrompt="1"/>
          </p:nvPr>
        </p:nvSpPr>
        <p:spPr>
          <a:xfrm>
            <a:off x="665020" y="4058324"/>
            <a:ext cx="5275811"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3</a:t>
            </a:r>
          </a:p>
        </p:txBody>
      </p:sp>
      <p:sp>
        <p:nvSpPr>
          <p:cNvPr id="21" name="Placeholder 3 - Content"/>
          <p:cNvSpPr>
            <a:spLocks noGrp="1"/>
          </p:cNvSpPr>
          <p:nvPr>
            <p:ph sz="quarter" idx="32" hasCustomPrompt="1"/>
          </p:nvPr>
        </p:nvSpPr>
        <p:spPr>
          <a:xfrm>
            <a:off x="665020" y="4227757"/>
            <a:ext cx="5275811" cy="1613648"/>
          </a:xfrm>
          <a:prstGeom prst="rect">
            <a:avLst/>
          </a:prstGeom>
        </p:spPr>
        <p:txBody>
          <a:bodyPr lIns="0"/>
          <a:lstStyle>
            <a:lvl1pPr>
              <a:buClr>
                <a:schemeClr val="accent2"/>
              </a:buClr>
              <a:defRPr baseline="0">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3</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27" name="Placeholder 3 - Source"/>
          <p:cNvSpPr>
            <a:spLocks noGrp="1"/>
          </p:cNvSpPr>
          <p:nvPr>
            <p:ph type="body" sz="quarter" idx="33" hasCustomPrompt="1"/>
          </p:nvPr>
        </p:nvSpPr>
        <p:spPr>
          <a:xfrm>
            <a:off x="665020" y="5848307"/>
            <a:ext cx="5275811" cy="97984"/>
          </a:xfrm>
          <a:prstGeom prst="rect">
            <a:avLst/>
          </a:prstGeom>
        </p:spPr>
        <p:txBody>
          <a:bodyPr vert="horz" lIns="0" tIns="18288" rIns="0" bIns="0" rtlCol="0">
            <a:noAutofit/>
          </a:bodyPr>
          <a:lstStyle>
            <a:lvl1pPr marL="0" indent="0">
              <a:buNone/>
              <a:defRPr lang="en-US" sz="642" baseline="0" smtClean="0">
                <a:latin typeface="Arial" panose="020B0604020202020204" pitchFamily="34" charset="0"/>
                <a:ea typeface="+mn-ea"/>
                <a:cs typeface="Arial" panose="020B0604020202020204" pitchFamily="34" charset="0"/>
                <a:sym typeface="Arial" panose="020B0604020202020204" pitchFamily="34" charset="0"/>
              </a:defRPr>
            </a:lvl1pPr>
            <a:lvl2pPr marL="303743" indent="-303743" algn="l" defTabSz="805903" rtl="0" eaLnBrk="1" latinLnBrk="0" hangingPunct="1">
              <a:spcBef>
                <a:spcPct val="0"/>
              </a:spcBef>
              <a:spcAft>
                <a:spcPts val="353"/>
              </a:spcAft>
              <a:buFont typeface="Arial" panose="020B0604020202020204" pitchFamily="34" charset="0"/>
              <a:buNone/>
              <a:defRPr lang="en-US" sz="530" kern="1200" baseline="0" smtClean="0">
                <a:solidFill>
                  <a:schemeClr val="tx1"/>
                </a:solidFill>
                <a:latin typeface="Arial" panose="020B0604020202020204" pitchFamily="34" charset="0"/>
                <a:ea typeface="Microsoft JhengHei" panose="020B0604030504040204" pitchFamily="34" charset="-120"/>
                <a:cs typeface="Arial" panose="020B0604020202020204" pitchFamily="34" charset="0"/>
              </a:defRPr>
            </a:lvl2pPr>
          </a:lstStyle>
          <a:p>
            <a:pPr lvl="0"/>
            <a:r>
              <a:rPr lang="zh-TW" altLang="en-US"/>
              <a:t>资料来源</a:t>
            </a:r>
            <a:r>
              <a:rPr lang="en-US" altLang="zh-TW"/>
              <a:t>: </a:t>
            </a:r>
          </a:p>
        </p:txBody>
      </p:sp>
      <p:sp>
        <p:nvSpPr>
          <p:cNvPr id="31" name="Placeholder 4 - Title"/>
          <p:cNvSpPr>
            <a:spLocks noGrp="1"/>
          </p:cNvSpPr>
          <p:nvPr>
            <p:ph type="body" sz="quarter" idx="34" hasCustomPrompt="1"/>
          </p:nvPr>
        </p:nvSpPr>
        <p:spPr>
          <a:xfrm>
            <a:off x="6251174" y="3888443"/>
            <a:ext cx="5275811" cy="161365"/>
          </a:xfrm>
          <a:prstGeom prst="rect">
            <a:avLst/>
          </a:prstGeom>
        </p:spPr>
        <p:txBody>
          <a:bodyPr lIns="0" tIns="0" rIns="0" bIns="0">
            <a:noAutofit/>
          </a:bodyPr>
          <a:lstStyle>
            <a:lvl1pPr marL="0" indent="0" algn="l">
              <a:spcAft>
                <a:spcPts val="530"/>
              </a:spcAft>
              <a:buNone/>
              <a:tabLst>
                <a:tab pos="9669477" algn="r"/>
              </a:tabLst>
              <a:defRPr sz="1070" b="1">
                <a:solidFill>
                  <a:srgbClr val="373545"/>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标题 </a:t>
            </a:r>
            <a:r>
              <a:rPr lang="en-US" altLang="zh-TW"/>
              <a:t>4</a:t>
            </a:r>
          </a:p>
        </p:txBody>
      </p:sp>
      <p:sp>
        <p:nvSpPr>
          <p:cNvPr id="32" name="Placeholder 4 - Sub-Title"/>
          <p:cNvSpPr>
            <a:spLocks noGrp="1"/>
          </p:cNvSpPr>
          <p:nvPr>
            <p:ph type="body" sz="quarter" idx="35" hasCustomPrompt="1"/>
          </p:nvPr>
        </p:nvSpPr>
        <p:spPr>
          <a:xfrm>
            <a:off x="6251174" y="4058324"/>
            <a:ext cx="5275811" cy="161365"/>
          </a:xfrm>
          <a:prstGeom prst="rect">
            <a:avLst/>
          </a:prstGeom>
        </p:spPr>
        <p:txBody>
          <a:bodyPr lIns="0" tIns="0" bIns="0">
            <a:noAutofit/>
          </a:bodyPr>
          <a:lstStyle>
            <a:lvl1pPr marL="0" indent="0">
              <a:buNone/>
              <a:tabLst>
                <a:tab pos="9669477" algn="r"/>
              </a:tabLst>
              <a:defRPr sz="856"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zh-TW" altLang="en-US"/>
              <a:t>副标题 </a:t>
            </a:r>
            <a:r>
              <a:rPr lang="en-US" altLang="zh-TW"/>
              <a:t>4</a:t>
            </a:r>
          </a:p>
        </p:txBody>
      </p:sp>
      <p:sp>
        <p:nvSpPr>
          <p:cNvPr id="33" name="Placeholder 4 - Content"/>
          <p:cNvSpPr>
            <a:spLocks noGrp="1"/>
          </p:cNvSpPr>
          <p:nvPr>
            <p:ph sz="quarter" idx="36" hasCustomPrompt="1"/>
          </p:nvPr>
        </p:nvSpPr>
        <p:spPr>
          <a:xfrm>
            <a:off x="6251174" y="4227757"/>
            <a:ext cx="5275811" cy="1613648"/>
          </a:xfrm>
          <a:prstGeom prst="rect">
            <a:avLst/>
          </a:prstGeom>
        </p:spPr>
        <p:txBody>
          <a:bodyPr lIns="0"/>
          <a:lstStyle>
            <a:lvl1pPr>
              <a:buClr>
                <a:schemeClr val="accent2"/>
              </a:buClr>
              <a:defRPr>
                <a:latin typeface="Arial" panose="020B0604020202020204" pitchFamily="34" charset="0"/>
                <a:ea typeface="+mn-ea"/>
                <a:cs typeface="Arial" panose="020B0604020202020204" pitchFamily="34" charset="0"/>
                <a:sym typeface="Arial" panose="020B0604020202020204" pitchFamily="34" charset="0"/>
              </a:defRPr>
            </a:lvl1pPr>
            <a:lvl2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a:buClr>
                <a:schemeClr val="accent2"/>
              </a:buClr>
              <a:defRPr>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a:buClr>
                <a:schemeClr val="tx2"/>
              </a:buClr>
              <a:defRPr>
                <a:solidFill>
                  <a:schemeClr val="tx1"/>
                </a:solidFill>
                <a:latin typeface="Arial" panose="020B0604020202020204" pitchFamily="34" charset="0"/>
                <a:ea typeface="Microsoft JhengHei" panose="020B0604030504040204" pitchFamily="34" charset="-120"/>
              </a:defRPr>
            </a:lvl5pPr>
          </a:lstStyle>
          <a:p>
            <a:pPr lvl="0"/>
            <a:r>
              <a:rPr lang="zh-TW" altLang="en-US"/>
              <a:t>预留位置 </a:t>
            </a:r>
            <a:r>
              <a:rPr lang="en-US" altLang="zh-TW"/>
              <a:t>4</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34" name="Placeholder 4 - Source"/>
          <p:cNvSpPr>
            <a:spLocks noGrp="1"/>
          </p:cNvSpPr>
          <p:nvPr>
            <p:ph type="body" sz="quarter" idx="37" hasCustomPrompt="1"/>
          </p:nvPr>
        </p:nvSpPr>
        <p:spPr>
          <a:xfrm>
            <a:off x="6251174" y="5849472"/>
            <a:ext cx="5275811" cy="96819"/>
          </a:xfrm>
          <a:prstGeom prst="rect">
            <a:avLst/>
          </a:prstGeom>
        </p:spPr>
        <p:txBody>
          <a:bodyPr vert="horz" lIns="0" tIns="18288" rIns="0" bIns="0" rtlCol="0">
            <a:noAutofit/>
          </a:bodyPr>
          <a:lstStyle>
            <a:lvl1pPr marL="0" indent="0">
              <a:buNone/>
              <a:defRPr lang="en-US" sz="642" baseline="0" smtClean="0">
                <a:latin typeface="Arial" panose="020B0604020202020204" pitchFamily="34" charset="0"/>
                <a:ea typeface="+mn-ea"/>
                <a:cs typeface="Arial" panose="020B0604020202020204" pitchFamily="34" charset="0"/>
                <a:sym typeface="Arial" panose="020B0604020202020204" pitchFamily="34" charset="0"/>
              </a:defRPr>
            </a:lvl1pPr>
            <a:lvl2pPr>
              <a:defRPr lang="en-US" sz="530" kern="1200" smtClean="0">
                <a:solidFill>
                  <a:schemeClr val="tx1"/>
                </a:solidFill>
                <a:latin typeface="Arial" panose="020B0604020202020204" pitchFamily="34" charset="0"/>
                <a:ea typeface="Microsoft JhengHei" panose="020B0604030504040204" pitchFamily="34" charset="-120"/>
                <a:cs typeface="Arial" panose="020B0604020202020204" pitchFamily="34" charset="0"/>
              </a:defRPr>
            </a:lvl2pPr>
          </a:lstStyle>
          <a:p>
            <a:pPr lvl="0"/>
            <a:r>
              <a:rPr lang="zh-TW" altLang="en-US"/>
              <a:t>资料来源</a:t>
            </a:r>
            <a:r>
              <a:rPr lang="en-US" altLang="zh-TW"/>
              <a:t>: </a:t>
            </a:r>
          </a:p>
        </p:txBody>
      </p:sp>
      <p:sp>
        <p:nvSpPr>
          <p:cNvPr id="38" name="Slide - Footnote"/>
          <p:cNvSpPr>
            <a:spLocks noGrp="1"/>
          </p:cNvSpPr>
          <p:nvPr>
            <p:ph type="ftr" sz="quarter" idx="3"/>
          </p:nvPr>
        </p:nvSpPr>
        <p:spPr>
          <a:xfrm>
            <a:off x="671562" y="6081864"/>
            <a:ext cx="10856189" cy="270202"/>
          </a:xfrm>
          <a:prstGeom prst="rect">
            <a:avLst/>
          </a:prstGeom>
          <a:noFill/>
        </p:spPr>
        <p:txBody>
          <a:bodyPr wrap="square" lIns="0" anchor="b" anchorCtr="0">
            <a:spAutoFit/>
          </a:bodyPr>
          <a:lstStyle>
            <a:lvl1pPr>
              <a:lnSpc>
                <a:spcPct val="90000"/>
              </a:lnSpc>
              <a:defRPr sz="642" b="0"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37" name="Slide - Section Title"/>
          <p:cNvSpPr>
            <a:spLocks noGrp="1"/>
          </p:cNvSpPr>
          <p:nvPr>
            <p:ph sz="quarter" idx="42"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29" name="Slide - Page Number"/>
          <p:cNvSpPr>
            <a:spLocks noGrp="1"/>
          </p:cNvSpPr>
          <p:nvPr>
            <p:ph type="body" sz="quarter" idx="41"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3073466655"/>
      </p:ext>
    </p:extLst>
  </p:cSld>
  <p:clrMapOvr>
    <a:masterClrMapping/>
  </p:clrMapOvr>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1_FW - P - Blank">
    <p:spTree>
      <p:nvGrpSpPr>
        <p:cNvPr id="1" name=""/>
        <p:cNvGrpSpPr/>
        <p:nvPr/>
      </p:nvGrpSpPr>
      <p:grpSpPr>
        <a:xfrm>
          <a:off x="0" y="0"/>
          <a:ext cx="0" cy="0"/>
          <a:chOff x="0" y="0"/>
          <a:chExt cx="0" cy="0"/>
        </a:xfrm>
      </p:grpSpPr>
      <p:sp>
        <p:nvSpPr>
          <p:cNvPr id="9" name="Slide - Title"/>
          <p:cNvSpPr>
            <a:spLocks noGrp="1"/>
          </p:cNvSpPr>
          <p:nvPr>
            <p:ph type="title" hasCustomPrompt="1"/>
          </p:nvPr>
        </p:nvSpPr>
        <p:spPr>
          <a:xfrm>
            <a:off x="665787" y="485444"/>
            <a:ext cx="9344538" cy="342900"/>
          </a:xfrm>
          <a:prstGeom prst="rect">
            <a:avLst/>
          </a:prstGeom>
        </p:spPr>
        <p:txBody>
          <a:bodyPr lIns="0" tIns="45720" rIns="45720" bIns="0" anchor="b">
            <a:noAutofit/>
          </a:bodyPr>
          <a:lstStyle>
            <a:lvl1pPr algn="l">
              <a:defRPr lang="en-US" sz="2140" baseline="0">
                <a:solidFill>
                  <a:srgbClr val="082C86"/>
                </a:solidFill>
                <a:latin typeface="Arial" panose="020B0604020202020204" pitchFamily="34" charset="0"/>
                <a:ea typeface="+mj-ea"/>
                <a:cs typeface="Arial" panose="020B0604020202020204" pitchFamily="34" charset="0"/>
                <a:sym typeface="Arial" panose="020B0604020202020204" pitchFamily="34" charset="0"/>
              </a:defRPr>
            </a:lvl1pPr>
          </a:lstStyle>
          <a:p>
            <a:pPr lvl="0" defTabSz="897637" fontAlgn="base">
              <a:spcAft>
                <a:spcPct val="0"/>
              </a:spcAft>
            </a:pPr>
            <a:r>
              <a:rPr lang="en-US" altLang="zh-TW"/>
              <a:t>Color</a:t>
            </a:r>
            <a:endParaRPr lang="zh-TW" altLang="en-US"/>
          </a:p>
        </p:txBody>
      </p:sp>
      <p:sp>
        <p:nvSpPr>
          <p:cNvPr id="8" name="Slide - Sub-Title"/>
          <p:cNvSpPr>
            <a:spLocks noGrp="1"/>
          </p:cNvSpPr>
          <p:nvPr>
            <p:ph type="body" sz="quarter" idx="11" hasCustomPrompt="1"/>
          </p:nvPr>
        </p:nvSpPr>
        <p:spPr>
          <a:xfrm>
            <a:off x="665788" y="908021"/>
            <a:ext cx="10860426" cy="282388"/>
          </a:xfrm>
          <a:prstGeom prst="rect">
            <a:avLst/>
          </a:prstGeom>
        </p:spPr>
        <p:txBody>
          <a:bodyPr vert="horz" lIns="0" tIns="0" rIns="45720" bIns="0" rtlCol="0" anchor="t">
            <a:noAutofit/>
          </a:bodyPr>
          <a:lstStyle>
            <a:lvl1pPr marL="0" indent="0" algn="l">
              <a:spcAft>
                <a:spcPct val="0"/>
              </a:spcAft>
              <a:buNone/>
              <a:defRPr lang="en-US" sz="1498" b="1">
                <a:solidFill>
                  <a:srgbClr val="A6A6A6"/>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ltLang="zh-CN"/>
              <a:t>Color Guideline</a:t>
            </a:r>
          </a:p>
        </p:txBody>
      </p:sp>
      <p:sp>
        <p:nvSpPr>
          <p:cNvPr id="21" name="Slide - Footnote"/>
          <p:cNvSpPr>
            <a:spLocks noGrp="1"/>
          </p:cNvSpPr>
          <p:nvPr>
            <p:ph type="ftr" sz="quarter" idx="3"/>
          </p:nvPr>
        </p:nvSpPr>
        <p:spPr>
          <a:xfrm>
            <a:off x="671562" y="6081864"/>
            <a:ext cx="10856189" cy="270202"/>
          </a:xfrm>
          <a:prstGeom prst="rect">
            <a:avLst/>
          </a:prstGeom>
          <a:noFill/>
        </p:spPr>
        <p:txBody>
          <a:bodyPr wrap="square" lIns="0" anchor="b" anchorCtr="0">
            <a:spAutoFit/>
          </a:bodyPr>
          <a:lstStyle>
            <a:lvl1pPr>
              <a:lnSpc>
                <a:spcPct val="90000"/>
              </a:lnSpc>
              <a:defRPr sz="642" b="0"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zh-TW" altLang="en-US" b="1"/>
              <a:t>注</a:t>
            </a:r>
            <a:r>
              <a:rPr lang="en-US" altLang="zh-TW" b="1"/>
              <a:t>:</a:t>
            </a:r>
          </a:p>
          <a:p>
            <a:pPr marL="99209" indent="-99209">
              <a:buFont typeface="+mj-lt"/>
              <a:buAutoNum type="arabicPeriod"/>
            </a:pPr>
            <a:endParaRPr lang="en-US" dirty="0"/>
          </a:p>
        </p:txBody>
      </p:sp>
      <p:sp>
        <p:nvSpPr>
          <p:cNvPr id="10" name="Slide - Section Title"/>
          <p:cNvSpPr>
            <a:spLocks noGrp="1"/>
          </p:cNvSpPr>
          <p:nvPr>
            <p:ph sz="quarter" idx="34" hasCustomPrompt="1"/>
          </p:nvPr>
        </p:nvSpPr>
        <p:spPr>
          <a:xfrm>
            <a:off x="8118627" y="6422316"/>
            <a:ext cx="3025833" cy="131703"/>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5pPr>
              <a:defRPr/>
            </a:lvl5pPr>
          </a:lstStyle>
          <a:p>
            <a:pPr marL="0" lvl="0" indent="0" algn="r"/>
            <a:r>
              <a:rPr lang="zh-TW" altLang="en-US"/>
              <a:t>章节标题</a:t>
            </a:r>
            <a:endParaRPr lang="en-US"/>
          </a:p>
        </p:txBody>
      </p:sp>
      <p:sp>
        <p:nvSpPr>
          <p:cNvPr id="11"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
        <p:nvSpPr>
          <p:cNvPr id="2" name="TextBox 1"/>
          <p:cNvSpPr txBox="1"/>
          <p:nvPr userDrawn="1">
            <p:custDataLst>
              <p:tags r:id="rId1"/>
            </p:custDataLst>
          </p:nvPr>
        </p:nvSpPr>
        <p:spPr>
          <a:xfrm>
            <a:off x="664666" y="1529747"/>
            <a:ext cx="2134939" cy="573730"/>
          </a:xfrm>
          <a:prstGeom prst="rect">
            <a:avLst/>
          </a:prstGeom>
          <a:noFill/>
        </p:spPr>
        <p:txBody>
          <a:bodyPr wrap="square" lIns="0" tIns="75747" rIns="0" bIns="75747" rtlCol="0">
            <a:spAutoFit/>
          </a:bodyPr>
          <a:lstStyle/>
          <a:p>
            <a:pPr algn="l">
              <a:spcAft>
                <a:spcPts val="214"/>
              </a:spcAft>
            </a:pPr>
            <a:r>
              <a:rPr lang="en-US" sz="856" b="0" i="0" u="none" strike="noStrike" cap="none" baseline="0" dirty="0">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Use </a:t>
            </a:r>
            <a:r>
              <a:rPr lang="en-US" sz="856" b="1" i="0" u="none" strike="noStrike" cap="none" baseline="0" dirty="0">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Theme Colors</a:t>
            </a:r>
            <a:r>
              <a:rPr lang="en-US" sz="856" b="0" i="0" u="none" strike="noStrike" cap="none" baseline="0" dirty="0">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 for font lines and fills to ensure that you are using the proper colors.</a:t>
            </a:r>
          </a:p>
          <a:p>
            <a:pPr algn="l">
              <a:spcAft>
                <a:spcPts val="214"/>
              </a:spcAft>
            </a:pPr>
            <a:r>
              <a:rPr lang="en-US" sz="856" b="1" i="0" u="none" strike="noStrike" cap="none" baseline="0" dirty="0">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Do not enter </a:t>
            </a:r>
            <a:r>
              <a:rPr lang="en-US" sz="856" b="1" i="0" u="none" strike="noStrike" cap="none" baseline="0" dirty="0" err="1">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RGB</a:t>
            </a:r>
            <a:r>
              <a:rPr lang="en-US" sz="856" b="1" i="0" u="none" strike="noStrike" cap="none" baseline="0" dirty="0">
                <a:solidFill>
                  <a:srgbClr val="00000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 colors by number.</a:t>
            </a:r>
          </a:p>
        </p:txBody>
      </p:sp>
      <p:grpSp>
        <p:nvGrpSpPr>
          <p:cNvPr id="3" name="Group 2"/>
          <p:cNvGrpSpPr/>
          <p:nvPr userDrawn="1"/>
        </p:nvGrpSpPr>
        <p:grpSpPr>
          <a:xfrm>
            <a:off x="664467" y="2223363"/>
            <a:ext cx="2158263" cy="2019744"/>
            <a:chOff x="620948" y="2247576"/>
            <a:chExt cx="2016908" cy="1885094"/>
          </a:xfrm>
        </p:grpSpPr>
        <p:grpSp>
          <p:nvGrpSpPr>
            <p:cNvPr id="4" name="Group 3"/>
            <p:cNvGrpSpPr/>
            <p:nvPr/>
          </p:nvGrpSpPr>
          <p:grpSpPr>
            <a:xfrm>
              <a:off x="620948" y="2853276"/>
              <a:ext cx="2015409" cy="1279394"/>
              <a:chOff x="4992688" y="4088321"/>
              <a:chExt cx="1657350" cy="1081087"/>
            </a:xfrm>
          </p:grpSpPr>
          <p:pic>
            <p:nvPicPr>
              <p:cNvPr id="12" name="Picture 2"/>
              <p:cNvPicPr>
                <a:picLocks noChangeAspect="1" noChangeArrowheads="1"/>
              </p:cNvPicPr>
              <p:nvPr/>
            </p:nvPicPr>
            <p:blipFill>
              <a:blip r:embed="rId40">
                <a:extLst>
                  <a:ext uri="{28A0092B-C50C-407E-A947-70E740481C1C}">
                    <a14:useLocalDpi xmlns:a14="http://schemas.microsoft.com/office/drawing/2010/main" val="0"/>
                  </a:ext>
                </a:extLst>
              </a:blip>
              <a:srcRect b="61394"/>
              <a:stretch>
                <a:fillRect/>
              </a:stretch>
            </p:blipFill>
            <p:spPr bwMode="auto">
              <a:xfrm>
                <a:off x="4992688" y="4088321"/>
                <a:ext cx="1657350" cy="1081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3" name="Group 12"/>
              <p:cNvGrpSpPr/>
              <p:nvPr/>
            </p:nvGrpSpPr>
            <p:grpSpPr>
              <a:xfrm>
                <a:off x="5038724" y="4300532"/>
                <a:ext cx="1566486" cy="790060"/>
                <a:chOff x="5038724" y="4300532"/>
                <a:chExt cx="1566486" cy="790060"/>
              </a:xfrm>
            </p:grpSpPr>
            <p:grpSp>
              <p:nvGrpSpPr>
                <p:cNvPr id="14" name="Group 13"/>
                <p:cNvGrpSpPr/>
                <p:nvPr/>
              </p:nvGrpSpPr>
              <p:grpSpPr>
                <a:xfrm>
                  <a:off x="5038724" y="4300532"/>
                  <a:ext cx="1566486" cy="119067"/>
                  <a:chOff x="5038724" y="4300532"/>
                  <a:chExt cx="1566486" cy="119067"/>
                </a:xfrm>
              </p:grpSpPr>
              <p:sp>
                <p:nvSpPr>
                  <p:cNvPr id="77" name="Rectangle 48"/>
                  <p:cNvSpPr>
                    <a:spLocks noChangeAspect="1" noChangeArrowheads="1"/>
                  </p:cNvSpPr>
                  <p:nvPr/>
                </p:nvSpPr>
                <p:spPr bwMode="auto">
                  <a:xfrm>
                    <a:off x="5686172" y="4300532"/>
                    <a:ext cx="109728" cy="119067"/>
                  </a:xfrm>
                  <a:prstGeom prst="rect">
                    <a:avLst/>
                  </a:prstGeom>
                  <a:solidFill>
                    <a:schemeClr val="accent1"/>
                  </a:solidFill>
                  <a:ln w="9525" algn="ctr">
                    <a:noFill/>
                    <a:miter lim="800000"/>
                  </a:ln>
                </p:spPr>
                <p:txBody>
                  <a:bodyPr anchor="ctr"/>
                  <a:lstStyle/>
                  <a:p>
                    <a:pPr algn="ctr"/>
                    <a:endParaRPr lang="en-US" sz="1001" b="1">
                      <a:solidFill>
                        <a:schemeClr val="bg1"/>
                      </a:solidFill>
                      <a:latin typeface="+mn-lt"/>
                      <a:ea typeface="+mn-ea"/>
                    </a:endParaRPr>
                  </a:p>
                </p:txBody>
              </p:sp>
              <p:sp>
                <p:nvSpPr>
                  <p:cNvPr id="78" name="Rectangle 50"/>
                  <p:cNvSpPr>
                    <a:spLocks noChangeAspect="1" noChangeArrowheads="1"/>
                  </p:cNvSpPr>
                  <p:nvPr/>
                </p:nvSpPr>
                <p:spPr bwMode="auto">
                  <a:xfrm>
                    <a:off x="6495482" y="4300532"/>
                    <a:ext cx="109728" cy="119067"/>
                  </a:xfrm>
                  <a:prstGeom prst="rect">
                    <a:avLst/>
                  </a:prstGeom>
                  <a:solidFill>
                    <a:schemeClr val="accent6"/>
                  </a:solidFill>
                  <a:ln w="9525" algn="ctr">
                    <a:noFill/>
                    <a:miter lim="800000"/>
                  </a:ln>
                </p:spPr>
                <p:txBody>
                  <a:bodyPr/>
                  <a:lstStyle/>
                  <a:p>
                    <a:pPr algn="ctr"/>
                    <a:endParaRPr lang="en-US" sz="1001" b="1">
                      <a:solidFill>
                        <a:schemeClr val="bg1"/>
                      </a:solidFill>
                      <a:latin typeface="+mn-lt"/>
                      <a:ea typeface="+mn-ea"/>
                    </a:endParaRPr>
                  </a:p>
                </p:txBody>
              </p:sp>
              <p:sp>
                <p:nvSpPr>
                  <p:cNvPr id="79" name="Rectangle 56"/>
                  <p:cNvSpPr>
                    <a:spLocks noChangeAspect="1" noChangeArrowheads="1"/>
                  </p:cNvSpPr>
                  <p:nvPr/>
                </p:nvSpPr>
                <p:spPr bwMode="auto">
                  <a:xfrm>
                    <a:off x="6171758" y="4300532"/>
                    <a:ext cx="109728" cy="119067"/>
                  </a:xfrm>
                  <a:prstGeom prst="rect">
                    <a:avLst/>
                  </a:prstGeom>
                  <a:solidFill>
                    <a:schemeClr val="accent4"/>
                  </a:solidFill>
                  <a:ln w="9525" algn="ctr">
                    <a:noFill/>
                    <a:miter lim="800000"/>
                  </a:ln>
                </p:spPr>
                <p:txBody>
                  <a:bodyPr/>
                  <a:lstStyle/>
                  <a:p>
                    <a:pPr algn="ctr"/>
                    <a:endParaRPr lang="en-US" sz="1001" b="1">
                      <a:solidFill>
                        <a:schemeClr val="bg1"/>
                      </a:solidFill>
                      <a:latin typeface="+mn-lt"/>
                      <a:ea typeface="+mn-ea"/>
                    </a:endParaRPr>
                  </a:p>
                </p:txBody>
              </p:sp>
              <p:sp>
                <p:nvSpPr>
                  <p:cNvPr id="80" name="Rectangle 57"/>
                  <p:cNvSpPr>
                    <a:spLocks noChangeAspect="1" noChangeArrowheads="1"/>
                  </p:cNvSpPr>
                  <p:nvPr/>
                </p:nvSpPr>
                <p:spPr bwMode="auto">
                  <a:xfrm>
                    <a:off x="5848034" y="4300532"/>
                    <a:ext cx="109728" cy="119067"/>
                  </a:xfrm>
                  <a:prstGeom prst="rect">
                    <a:avLst/>
                  </a:prstGeom>
                  <a:solidFill>
                    <a:schemeClr val="accent2"/>
                  </a:solidFill>
                  <a:ln w="9525" algn="ctr">
                    <a:noFill/>
                    <a:miter lim="800000"/>
                  </a:ln>
                </p:spPr>
                <p:txBody>
                  <a:bodyPr/>
                  <a:lstStyle/>
                  <a:p>
                    <a:pPr algn="ctr"/>
                    <a:endParaRPr lang="en-US" sz="1001" b="1">
                      <a:solidFill>
                        <a:schemeClr val="bg1"/>
                      </a:solidFill>
                      <a:latin typeface="+mn-lt"/>
                      <a:ea typeface="+mn-ea"/>
                    </a:endParaRPr>
                  </a:p>
                </p:txBody>
              </p:sp>
              <p:sp>
                <p:nvSpPr>
                  <p:cNvPr id="81" name="Rectangle 58"/>
                  <p:cNvSpPr>
                    <a:spLocks noChangeAspect="1" noChangeArrowheads="1"/>
                  </p:cNvSpPr>
                  <p:nvPr/>
                </p:nvSpPr>
                <p:spPr bwMode="auto">
                  <a:xfrm>
                    <a:off x="6333620" y="4300532"/>
                    <a:ext cx="109728" cy="119067"/>
                  </a:xfrm>
                  <a:prstGeom prst="rect">
                    <a:avLst/>
                  </a:prstGeom>
                  <a:solidFill>
                    <a:schemeClr val="accent5"/>
                  </a:solidFill>
                  <a:ln w="9525" algn="ctr">
                    <a:noFill/>
                    <a:miter lim="800000"/>
                  </a:ln>
                </p:spPr>
                <p:txBody>
                  <a:bodyPr/>
                  <a:lstStyle/>
                  <a:p>
                    <a:pPr algn="ctr"/>
                    <a:endParaRPr lang="en-US" sz="1001" b="1">
                      <a:solidFill>
                        <a:schemeClr val="bg1"/>
                      </a:solidFill>
                      <a:latin typeface="+mn-lt"/>
                      <a:ea typeface="+mn-ea"/>
                    </a:endParaRPr>
                  </a:p>
                </p:txBody>
              </p:sp>
              <p:sp>
                <p:nvSpPr>
                  <p:cNvPr id="82" name="Rectangle 59"/>
                  <p:cNvSpPr>
                    <a:spLocks noChangeAspect="1" noChangeArrowheads="1"/>
                  </p:cNvSpPr>
                  <p:nvPr/>
                </p:nvSpPr>
                <p:spPr bwMode="auto">
                  <a:xfrm>
                    <a:off x="6009896" y="4300532"/>
                    <a:ext cx="109728" cy="119067"/>
                  </a:xfrm>
                  <a:prstGeom prst="rect">
                    <a:avLst/>
                  </a:prstGeom>
                  <a:solidFill>
                    <a:schemeClr val="accent3"/>
                  </a:solidFill>
                  <a:ln w="9525" algn="ctr">
                    <a:noFill/>
                    <a:miter lim="800000"/>
                  </a:ln>
                </p:spPr>
                <p:txBody>
                  <a:bodyPr/>
                  <a:lstStyle/>
                  <a:p>
                    <a:pPr algn="ctr"/>
                    <a:endParaRPr lang="en-US" sz="1001" b="1">
                      <a:solidFill>
                        <a:schemeClr val="bg1"/>
                      </a:solidFill>
                      <a:latin typeface="+mn-lt"/>
                      <a:ea typeface="+mn-ea"/>
                    </a:endParaRPr>
                  </a:p>
                </p:txBody>
              </p:sp>
              <p:sp>
                <p:nvSpPr>
                  <p:cNvPr id="83" name="Rectangle 48"/>
                  <p:cNvSpPr>
                    <a:spLocks noChangeAspect="1" noChangeArrowheads="1"/>
                  </p:cNvSpPr>
                  <p:nvPr/>
                </p:nvSpPr>
                <p:spPr bwMode="auto">
                  <a:xfrm>
                    <a:off x="5038724" y="4300532"/>
                    <a:ext cx="109728" cy="119067"/>
                  </a:xfrm>
                  <a:prstGeom prst="rect">
                    <a:avLst/>
                  </a:prstGeom>
                  <a:solidFill>
                    <a:schemeClr val="bg1"/>
                  </a:solidFill>
                  <a:ln w="9525" algn="ctr">
                    <a:noFill/>
                    <a:miter lim="800000"/>
                  </a:ln>
                </p:spPr>
                <p:txBody>
                  <a:bodyPr anchor="ctr"/>
                  <a:lstStyle/>
                  <a:p>
                    <a:pPr algn="ctr"/>
                    <a:endParaRPr lang="en-US" sz="1001" b="1">
                      <a:solidFill>
                        <a:schemeClr val="bg1"/>
                      </a:solidFill>
                      <a:latin typeface="+mn-lt"/>
                      <a:ea typeface="+mn-ea"/>
                    </a:endParaRPr>
                  </a:p>
                </p:txBody>
              </p:sp>
              <p:sp>
                <p:nvSpPr>
                  <p:cNvPr id="84" name="Rectangle 48"/>
                  <p:cNvSpPr>
                    <a:spLocks noChangeAspect="1" noChangeArrowheads="1"/>
                  </p:cNvSpPr>
                  <p:nvPr/>
                </p:nvSpPr>
                <p:spPr bwMode="auto">
                  <a:xfrm>
                    <a:off x="5200586" y="4300532"/>
                    <a:ext cx="109728" cy="119067"/>
                  </a:xfrm>
                  <a:prstGeom prst="rect">
                    <a:avLst/>
                  </a:prstGeom>
                  <a:solidFill>
                    <a:schemeClr val="tx1"/>
                  </a:solidFill>
                  <a:ln w="9525" algn="ctr">
                    <a:noFill/>
                    <a:miter lim="800000"/>
                  </a:ln>
                </p:spPr>
                <p:txBody>
                  <a:bodyPr anchor="ctr"/>
                  <a:lstStyle/>
                  <a:p>
                    <a:pPr algn="ctr"/>
                    <a:endParaRPr lang="en-US" sz="1001" b="1">
                      <a:solidFill>
                        <a:schemeClr val="bg1"/>
                      </a:solidFill>
                      <a:latin typeface="+mn-lt"/>
                      <a:ea typeface="+mn-ea"/>
                    </a:endParaRPr>
                  </a:p>
                </p:txBody>
              </p:sp>
              <p:sp>
                <p:nvSpPr>
                  <p:cNvPr id="85" name="Rectangle 84"/>
                  <p:cNvSpPr>
                    <a:spLocks noChangeAspect="1" noChangeArrowheads="1"/>
                  </p:cNvSpPr>
                  <p:nvPr/>
                </p:nvSpPr>
                <p:spPr bwMode="auto">
                  <a:xfrm>
                    <a:off x="5362448" y="4300532"/>
                    <a:ext cx="109728" cy="119067"/>
                  </a:xfrm>
                  <a:prstGeom prst="rect">
                    <a:avLst/>
                  </a:prstGeom>
                  <a:solidFill>
                    <a:schemeClr val="bg2"/>
                  </a:solidFill>
                  <a:ln w="9525" algn="ctr">
                    <a:noFill/>
                    <a:miter lim="800000"/>
                  </a:ln>
                </p:spPr>
                <p:txBody>
                  <a:bodyPr anchor="ctr"/>
                  <a:lstStyle/>
                  <a:p>
                    <a:pPr algn="ctr"/>
                    <a:endParaRPr lang="en-US" sz="1001" b="1">
                      <a:solidFill>
                        <a:schemeClr val="bg1"/>
                      </a:solidFill>
                      <a:latin typeface="+mn-lt"/>
                      <a:ea typeface="+mn-ea"/>
                    </a:endParaRPr>
                  </a:p>
                </p:txBody>
              </p:sp>
              <p:sp>
                <p:nvSpPr>
                  <p:cNvPr id="86" name="Rectangle 85"/>
                  <p:cNvSpPr>
                    <a:spLocks noChangeAspect="1" noChangeArrowheads="1"/>
                  </p:cNvSpPr>
                  <p:nvPr/>
                </p:nvSpPr>
                <p:spPr bwMode="auto">
                  <a:xfrm>
                    <a:off x="5524310" y="4300532"/>
                    <a:ext cx="109728" cy="119067"/>
                  </a:xfrm>
                  <a:prstGeom prst="rect">
                    <a:avLst/>
                  </a:prstGeom>
                  <a:solidFill>
                    <a:schemeClr val="tx2"/>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15" name="Group 14"/>
                <p:cNvGrpSpPr/>
                <p:nvPr/>
              </p:nvGrpSpPr>
              <p:grpSpPr>
                <a:xfrm>
                  <a:off x="5038724" y="4475508"/>
                  <a:ext cx="1566486" cy="615084"/>
                  <a:chOff x="5038724" y="4475508"/>
                  <a:chExt cx="1566486" cy="615084"/>
                </a:xfrm>
              </p:grpSpPr>
              <p:grpSp>
                <p:nvGrpSpPr>
                  <p:cNvPr id="16" name="Group 15"/>
                  <p:cNvGrpSpPr/>
                  <p:nvPr/>
                </p:nvGrpSpPr>
                <p:grpSpPr>
                  <a:xfrm>
                    <a:off x="5038724" y="4475508"/>
                    <a:ext cx="109728" cy="612703"/>
                    <a:chOff x="5038724" y="4477889"/>
                    <a:chExt cx="109728" cy="612703"/>
                  </a:xfrm>
                </p:grpSpPr>
                <p:sp>
                  <p:nvSpPr>
                    <p:cNvPr id="72" name="Rectangle 48"/>
                    <p:cNvSpPr>
                      <a:spLocks noChangeAspect="1" noChangeArrowheads="1"/>
                    </p:cNvSpPr>
                    <p:nvPr/>
                  </p:nvSpPr>
                  <p:spPr bwMode="auto">
                    <a:xfrm>
                      <a:off x="5038724" y="4477889"/>
                      <a:ext cx="109728" cy="128016"/>
                    </a:xfrm>
                    <a:prstGeom prst="rect">
                      <a:avLst/>
                    </a:prstGeom>
                    <a:solidFill>
                      <a:schemeClr val="bg1">
                        <a:lumMod val="9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73" name="Rectangle 48"/>
                    <p:cNvSpPr>
                      <a:spLocks noChangeAspect="1" noChangeArrowheads="1"/>
                    </p:cNvSpPr>
                    <p:nvPr/>
                  </p:nvSpPr>
                  <p:spPr bwMode="auto">
                    <a:xfrm>
                      <a:off x="5038724" y="4599064"/>
                      <a:ext cx="109728" cy="127995"/>
                    </a:xfrm>
                    <a:prstGeom prst="rect">
                      <a:avLst/>
                    </a:prstGeom>
                    <a:solidFill>
                      <a:schemeClr val="bg1">
                        <a:lumMod val="8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74" name="Rectangle 48"/>
                    <p:cNvSpPr>
                      <a:spLocks noChangeAspect="1" noChangeArrowheads="1"/>
                    </p:cNvSpPr>
                    <p:nvPr/>
                  </p:nvSpPr>
                  <p:spPr bwMode="auto">
                    <a:xfrm>
                      <a:off x="5038724" y="4720239"/>
                      <a:ext cx="109728" cy="128003"/>
                    </a:xfrm>
                    <a:prstGeom prst="rect">
                      <a:avLst/>
                    </a:prstGeom>
                    <a:solidFill>
                      <a:schemeClr val="bg1">
                        <a:lumMod val="7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75" name="Rectangle 48"/>
                    <p:cNvSpPr>
                      <a:spLocks noChangeAspect="1" noChangeArrowheads="1"/>
                    </p:cNvSpPr>
                    <p:nvPr/>
                  </p:nvSpPr>
                  <p:spPr bwMode="auto">
                    <a:xfrm>
                      <a:off x="5038724" y="4841414"/>
                      <a:ext cx="109728" cy="128003"/>
                    </a:xfrm>
                    <a:prstGeom prst="rect">
                      <a:avLst/>
                    </a:prstGeom>
                    <a:solidFill>
                      <a:schemeClr val="bg1">
                        <a:lumMod val="6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76" name="Rectangle 48"/>
                    <p:cNvSpPr>
                      <a:spLocks noChangeAspect="1" noChangeArrowheads="1"/>
                    </p:cNvSpPr>
                    <p:nvPr/>
                  </p:nvSpPr>
                  <p:spPr bwMode="auto">
                    <a:xfrm>
                      <a:off x="5038724" y="4962589"/>
                      <a:ext cx="109728" cy="128003"/>
                    </a:xfrm>
                    <a:prstGeom prst="rect">
                      <a:avLst/>
                    </a:prstGeom>
                    <a:solidFill>
                      <a:schemeClr val="bg1">
                        <a:lumMod val="50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17" name="Group 16"/>
                  <p:cNvGrpSpPr/>
                  <p:nvPr/>
                </p:nvGrpSpPr>
                <p:grpSpPr>
                  <a:xfrm>
                    <a:off x="5198470" y="4477889"/>
                    <a:ext cx="109728" cy="612703"/>
                    <a:chOff x="5038724" y="4477889"/>
                    <a:chExt cx="109728" cy="612703"/>
                  </a:xfrm>
                </p:grpSpPr>
                <p:sp>
                  <p:nvSpPr>
                    <p:cNvPr id="67" name="Rectangle 48"/>
                    <p:cNvSpPr>
                      <a:spLocks noChangeAspect="1" noChangeArrowheads="1"/>
                    </p:cNvSpPr>
                    <p:nvPr/>
                  </p:nvSpPr>
                  <p:spPr bwMode="auto">
                    <a:xfrm>
                      <a:off x="5038724" y="4477889"/>
                      <a:ext cx="109728" cy="128016"/>
                    </a:xfrm>
                    <a:prstGeom prst="rect">
                      <a:avLst/>
                    </a:prstGeom>
                    <a:solidFill>
                      <a:schemeClr val="tx1">
                        <a:lumMod val="50000"/>
                        <a:lumOff val="5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68" name="Rectangle 48"/>
                    <p:cNvSpPr>
                      <a:spLocks noChangeAspect="1" noChangeArrowheads="1"/>
                    </p:cNvSpPr>
                    <p:nvPr/>
                  </p:nvSpPr>
                  <p:spPr bwMode="auto">
                    <a:xfrm>
                      <a:off x="5038724" y="4599064"/>
                      <a:ext cx="109728" cy="127995"/>
                    </a:xfrm>
                    <a:prstGeom prst="rect">
                      <a:avLst/>
                    </a:prstGeom>
                    <a:solidFill>
                      <a:schemeClr val="tx1">
                        <a:lumMod val="65000"/>
                        <a:lumOff val="3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69" name="Rectangle 48"/>
                    <p:cNvSpPr>
                      <a:spLocks noChangeAspect="1" noChangeArrowheads="1"/>
                    </p:cNvSpPr>
                    <p:nvPr/>
                  </p:nvSpPr>
                  <p:spPr bwMode="auto">
                    <a:xfrm>
                      <a:off x="5038724" y="4720239"/>
                      <a:ext cx="109728" cy="128003"/>
                    </a:xfrm>
                    <a:prstGeom prst="rect">
                      <a:avLst/>
                    </a:prstGeom>
                    <a:solidFill>
                      <a:schemeClr val="tx1">
                        <a:lumMod val="75000"/>
                        <a:lumOff val="2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70" name="Rectangle 48"/>
                    <p:cNvSpPr>
                      <a:spLocks noChangeAspect="1" noChangeArrowheads="1"/>
                    </p:cNvSpPr>
                    <p:nvPr/>
                  </p:nvSpPr>
                  <p:spPr bwMode="auto">
                    <a:xfrm>
                      <a:off x="5038724" y="4841414"/>
                      <a:ext cx="109728" cy="128003"/>
                    </a:xfrm>
                    <a:prstGeom prst="rect">
                      <a:avLst/>
                    </a:prstGeom>
                    <a:solidFill>
                      <a:schemeClr val="tx1">
                        <a:lumMod val="85000"/>
                        <a:lumOff val="1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71" name="Rectangle 48"/>
                    <p:cNvSpPr>
                      <a:spLocks noChangeAspect="1" noChangeArrowheads="1"/>
                    </p:cNvSpPr>
                    <p:nvPr/>
                  </p:nvSpPr>
                  <p:spPr bwMode="auto">
                    <a:xfrm>
                      <a:off x="5038724" y="4962589"/>
                      <a:ext cx="109728" cy="128003"/>
                    </a:xfrm>
                    <a:prstGeom prst="rect">
                      <a:avLst/>
                    </a:prstGeom>
                    <a:solidFill>
                      <a:schemeClr val="tx1">
                        <a:lumMod val="95000"/>
                        <a:lumOff val="5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18" name="Group 17"/>
                  <p:cNvGrpSpPr/>
                  <p:nvPr/>
                </p:nvGrpSpPr>
                <p:grpSpPr>
                  <a:xfrm>
                    <a:off x="5360597" y="4477889"/>
                    <a:ext cx="109728" cy="612703"/>
                    <a:chOff x="5038724" y="4477889"/>
                    <a:chExt cx="109728" cy="612703"/>
                  </a:xfrm>
                </p:grpSpPr>
                <p:sp>
                  <p:nvSpPr>
                    <p:cNvPr id="62" name="Rectangle 48"/>
                    <p:cNvSpPr>
                      <a:spLocks noChangeAspect="1" noChangeArrowheads="1"/>
                    </p:cNvSpPr>
                    <p:nvPr/>
                  </p:nvSpPr>
                  <p:spPr bwMode="auto">
                    <a:xfrm>
                      <a:off x="5038724" y="4477889"/>
                      <a:ext cx="109728" cy="128016"/>
                    </a:xfrm>
                    <a:prstGeom prst="rect">
                      <a:avLst/>
                    </a:prstGeom>
                    <a:solidFill>
                      <a:schemeClr val="bg2">
                        <a:lumMod val="20000"/>
                        <a:lumOff val="8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63" name="Rectangle 48"/>
                    <p:cNvSpPr>
                      <a:spLocks noChangeAspect="1" noChangeArrowheads="1"/>
                    </p:cNvSpPr>
                    <p:nvPr/>
                  </p:nvSpPr>
                  <p:spPr bwMode="auto">
                    <a:xfrm>
                      <a:off x="5038724" y="4599064"/>
                      <a:ext cx="109728" cy="127995"/>
                    </a:xfrm>
                    <a:prstGeom prst="rect">
                      <a:avLst/>
                    </a:prstGeom>
                    <a:solidFill>
                      <a:schemeClr val="bg2">
                        <a:lumMod val="40000"/>
                        <a:lumOff val="6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64" name="Rectangle 48"/>
                    <p:cNvSpPr>
                      <a:spLocks noChangeAspect="1" noChangeArrowheads="1"/>
                    </p:cNvSpPr>
                    <p:nvPr/>
                  </p:nvSpPr>
                  <p:spPr bwMode="auto">
                    <a:xfrm>
                      <a:off x="5038724" y="4720239"/>
                      <a:ext cx="109728" cy="128003"/>
                    </a:xfrm>
                    <a:prstGeom prst="rect">
                      <a:avLst/>
                    </a:prstGeom>
                    <a:solidFill>
                      <a:schemeClr val="bg2">
                        <a:lumMod val="60000"/>
                        <a:lumOff val="4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65" name="Rectangle 48"/>
                    <p:cNvSpPr>
                      <a:spLocks noChangeAspect="1" noChangeArrowheads="1"/>
                    </p:cNvSpPr>
                    <p:nvPr/>
                  </p:nvSpPr>
                  <p:spPr bwMode="auto">
                    <a:xfrm>
                      <a:off x="5038724" y="4841414"/>
                      <a:ext cx="109728" cy="128003"/>
                    </a:xfrm>
                    <a:prstGeom prst="rect">
                      <a:avLst/>
                    </a:prstGeom>
                    <a:solidFill>
                      <a:schemeClr val="bg2">
                        <a:lumMod val="7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66" name="Rectangle 48"/>
                    <p:cNvSpPr>
                      <a:spLocks noChangeAspect="1" noChangeArrowheads="1"/>
                    </p:cNvSpPr>
                    <p:nvPr/>
                  </p:nvSpPr>
                  <p:spPr bwMode="auto">
                    <a:xfrm>
                      <a:off x="5038724" y="4962589"/>
                      <a:ext cx="109728" cy="128003"/>
                    </a:xfrm>
                    <a:prstGeom prst="rect">
                      <a:avLst/>
                    </a:prstGeom>
                    <a:solidFill>
                      <a:schemeClr val="bg2">
                        <a:lumMod val="50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19" name="Group 18"/>
                  <p:cNvGrpSpPr/>
                  <p:nvPr/>
                </p:nvGrpSpPr>
                <p:grpSpPr>
                  <a:xfrm>
                    <a:off x="5522724" y="4477889"/>
                    <a:ext cx="109728" cy="612703"/>
                    <a:chOff x="5038724" y="4477889"/>
                    <a:chExt cx="109728" cy="612703"/>
                  </a:xfrm>
                </p:grpSpPr>
                <p:sp>
                  <p:nvSpPr>
                    <p:cNvPr id="57" name="Rectangle 48"/>
                    <p:cNvSpPr>
                      <a:spLocks noChangeAspect="1" noChangeArrowheads="1"/>
                    </p:cNvSpPr>
                    <p:nvPr/>
                  </p:nvSpPr>
                  <p:spPr bwMode="auto">
                    <a:xfrm>
                      <a:off x="5038724" y="4477889"/>
                      <a:ext cx="109728" cy="128016"/>
                    </a:xfrm>
                    <a:prstGeom prst="rect">
                      <a:avLst/>
                    </a:prstGeom>
                    <a:solidFill>
                      <a:schemeClr val="tx2">
                        <a:lumMod val="20000"/>
                        <a:lumOff val="8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58" name="Rectangle 48"/>
                    <p:cNvSpPr>
                      <a:spLocks noChangeAspect="1" noChangeArrowheads="1"/>
                    </p:cNvSpPr>
                    <p:nvPr/>
                  </p:nvSpPr>
                  <p:spPr bwMode="auto">
                    <a:xfrm>
                      <a:off x="5038724" y="4599064"/>
                      <a:ext cx="109728" cy="127995"/>
                    </a:xfrm>
                    <a:prstGeom prst="rect">
                      <a:avLst/>
                    </a:prstGeom>
                    <a:solidFill>
                      <a:schemeClr val="tx2">
                        <a:lumMod val="40000"/>
                        <a:lumOff val="6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59" name="Rectangle 48"/>
                    <p:cNvSpPr>
                      <a:spLocks noChangeAspect="1" noChangeArrowheads="1"/>
                    </p:cNvSpPr>
                    <p:nvPr/>
                  </p:nvSpPr>
                  <p:spPr bwMode="auto">
                    <a:xfrm>
                      <a:off x="5038724" y="4720239"/>
                      <a:ext cx="109728" cy="128003"/>
                    </a:xfrm>
                    <a:prstGeom prst="rect">
                      <a:avLst/>
                    </a:prstGeom>
                    <a:solidFill>
                      <a:schemeClr val="tx2">
                        <a:lumMod val="60000"/>
                        <a:lumOff val="4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60" name="Rectangle 48"/>
                    <p:cNvSpPr>
                      <a:spLocks noChangeAspect="1" noChangeArrowheads="1"/>
                    </p:cNvSpPr>
                    <p:nvPr/>
                  </p:nvSpPr>
                  <p:spPr bwMode="auto">
                    <a:xfrm>
                      <a:off x="5038724" y="4841414"/>
                      <a:ext cx="109728" cy="128003"/>
                    </a:xfrm>
                    <a:prstGeom prst="rect">
                      <a:avLst/>
                    </a:prstGeom>
                    <a:solidFill>
                      <a:schemeClr val="tx2">
                        <a:lumMod val="7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61" name="Rectangle 48"/>
                    <p:cNvSpPr>
                      <a:spLocks noChangeAspect="1" noChangeArrowheads="1"/>
                    </p:cNvSpPr>
                    <p:nvPr/>
                  </p:nvSpPr>
                  <p:spPr bwMode="auto">
                    <a:xfrm>
                      <a:off x="5038724" y="4962589"/>
                      <a:ext cx="109728" cy="128003"/>
                    </a:xfrm>
                    <a:prstGeom prst="rect">
                      <a:avLst/>
                    </a:prstGeom>
                    <a:solidFill>
                      <a:schemeClr val="tx2">
                        <a:lumMod val="50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20" name="Group 19"/>
                  <p:cNvGrpSpPr/>
                  <p:nvPr/>
                </p:nvGrpSpPr>
                <p:grpSpPr>
                  <a:xfrm>
                    <a:off x="5684851" y="4477889"/>
                    <a:ext cx="109728" cy="612703"/>
                    <a:chOff x="5038724" y="4477889"/>
                    <a:chExt cx="109728" cy="612703"/>
                  </a:xfrm>
                </p:grpSpPr>
                <p:sp>
                  <p:nvSpPr>
                    <p:cNvPr id="52" name="Rectangle 51"/>
                    <p:cNvSpPr>
                      <a:spLocks noChangeAspect="1" noChangeArrowheads="1"/>
                    </p:cNvSpPr>
                    <p:nvPr/>
                  </p:nvSpPr>
                  <p:spPr bwMode="auto">
                    <a:xfrm>
                      <a:off x="5038724" y="4477889"/>
                      <a:ext cx="109728" cy="128016"/>
                    </a:xfrm>
                    <a:prstGeom prst="rect">
                      <a:avLst/>
                    </a:prstGeom>
                    <a:solidFill>
                      <a:schemeClr val="accent1">
                        <a:lumMod val="20000"/>
                        <a:lumOff val="8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53" name="Rectangle 52"/>
                    <p:cNvSpPr>
                      <a:spLocks noChangeAspect="1" noChangeArrowheads="1"/>
                    </p:cNvSpPr>
                    <p:nvPr/>
                  </p:nvSpPr>
                  <p:spPr bwMode="auto">
                    <a:xfrm>
                      <a:off x="5038724" y="4599064"/>
                      <a:ext cx="109728" cy="127995"/>
                    </a:xfrm>
                    <a:prstGeom prst="rect">
                      <a:avLst/>
                    </a:prstGeom>
                    <a:solidFill>
                      <a:schemeClr val="accent1">
                        <a:lumMod val="40000"/>
                        <a:lumOff val="6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54" name="Rectangle 48"/>
                    <p:cNvSpPr>
                      <a:spLocks noChangeAspect="1" noChangeArrowheads="1"/>
                    </p:cNvSpPr>
                    <p:nvPr/>
                  </p:nvSpPr>
                  <p:spPr bwMode="auto">
                    <a:xfrm>
                      <a:off x="5038724" y="4720239"/>
                      <a:ext cx="109728" cy="128003"/>
                    </a:xfrm>
                    <a:prstGeom prst="rect">
                      <a:avLst/>
                    </a:prstGeom>
                    <a:solidFill>
                      <a:schemeClr val="accent1">
                        <a:lumMod val="60000"/>
                        <a:lumOff val="4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55" name="Rectangle 48"/>
                    <p:cNvSpPr>
                      <a:spLocks noChangeAspect="1" noChangeArrowheads="1"/>
                    </p:cNvSpPr>
                    <p:nvPr/>
                  </p:nvSpPr>
                  <p:spPr bwMode="auto">
                    <a:xfrm>
                      <a:off x="5038724" y="4841414"/>
                      <a:ext cx="109728" cy="128003"/>
                    </a:xfrm>
                    <a:prstGeom prst="rect">
                      <a:avLst/>
                    </a:prstGeom>
                    <a:solidFill>
                      <a:schemeClr val="accent1">
                        <a:lumMod val="7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56" name="Rectangle 48"/>
                    <p:cNvSpPr>
                      <a:spLocks noChangeAspect="1" noChangeArrowheads="1"/>
                    </p:cNvSpPr>
                    <p:nvPr/>
                  </p:nvSpPr>
                  <p:spPr bwMode="auto">
                    <a:xfrm>
                      <a:off x="5038724" y="4962589"/>
                      <a:ext cx="109728" cy="128003"/>
                    </a:xfrm>
                    <a:prstGeom prst="rect">
                      <a:avLst/>
                    </a:prstGeom>
                    <a:solidFill>
                      <a:schemeClr val="accent1">
                        <a:lumMod val="50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22" name="Group 21"/>
                  <p:cNvGrpSpPr/>
                  <p:nvPr/>
                </p:nvGrpSpPr>
                <p:grpSpPr>
                  <a:xfrm>
                    <a:off x="5846978" y="4477889"/>
                    <a:ext cx="109728" cy="612703"/>
                    <a:chOff x="5038724" y="4477889"/>
                    <a:chExt cx="109728" cy="612703"/>
                  </a:xfrm>
                </p:grpSpPr>
                <p:sp>
                  <p:nvSpPr>
                    <p:cNvPr id="47" name="Rectangle 46"/>
                    <p:cNvSpPr>
                      <a:spLocks noChangeAspect="1" noChangeArrowheads="1"/>
                    </p:cNvSpPr>
                    <p:nvPr/>
                  </p:nvSpPr>
                  <p:spPr bwMode="auto">
                    <a:xfrm>
                      <a:off x="5038724" y="4477889"/>
                      <a:ext cx="109728" cy="128016"/>
                    </a:xfrm>
                    <a:prstGeom prst="rect">
                      <a:avLst/>
                    </a:prstGeom>
                    <a:solidFill>
                      <a:schemeClr val="accent2">
                        <a:lumMod val="20000"/>
                        <a:lumOff val="8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48" name="Rectangle 48"/>
                    <p:cNvSpPr>
                      <a:spLocks noChangeAspect="1" noChangeArrowheads="1"/>
                    </p:cNvSpPr>
                    <p:nvPr/>
                  </p:nvSpPr>
                  <p:spPr bwMode="auto">
                    <a:xfrm>
                      <a:off x="5038724" y="4599064"/>
                      <a:ext cx="109728" cy="127995"/>
                    </a:xfrm>
                    <a:prstGeom prst="rect">
                      <a:avLst/>
                    </a:prstGeom>
                    <a:solidFill>
                      <a:schemeClr val="accent2">
                        <a:lumMod val="40000"/>
                        <a:lumOff val="6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49" name="Rectangle 48"/>
                    <p:cNvSpPr>
                      <a:spLocks noChangeAspect="1" noChangeArrowheads="1"/>
                    </p:cNvSpPr>
                    <p:nvPr/>
                  </p:nvSpPr>
                  <p:spPr bwMode="auto">
                    <a:xfrm>
                      <a:off x="5038724" y="4720239"/>
                      <a:ext cx="109728" cy="128003"/>
                    </a:xfrm>
                    <a:prstGeom prst="rect">
                      <a:avLst/>
                    </a:prstGeom>
                    <a:solidFill>
                      <a:schemeClr val="accent2">
                        <a:lumMod val="60000"/>
                        <a:lumOff val="4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50" name="Rectangle 48"/>
                    <p:cNvSpPr>
                      <a:spLocks noChangeAspect="1" noChangeArrowheads="1"/>
                    </p:cNvSpPr>
                    <p:nvPr/>
                  </p:nvSpPr>
                  <p:spPr bwMode="auto">
                    <a:xfrm>
                      <a:off x="5038724" y="4841414"/>
                      <a:ext cx="109728" cy="128003"/>
                    </a:xfrm>
                    <a:prstGeom prst="rect">
                      <a:avLst/>
                    </a:prstGeom>
                    <a:solidFill>
                      <a:schemeClr val="accent2">
                        <a:lumMod val="7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51" name="Rectangle 48"/>
                    <p:cNvSpPr>
                      <a:spLocks noChangeAspect="1" noChangeArrowheads="1"/>
                    </p:cNvSpPr>
                    <p:nvPr/>
                  </p:nvSpPr>
                  <p:spPr bwMode="auto">
                    <a:xfrm>
                      <a:off x="5038724" y="4962589"/>
                      <a:ext cx="109728" cy="128003"/>
                    </a:xfrm>
                    <a:prstGeom prst="rect">
                      <a:avLst/>
                    </a:prstGeom>
                    <a:solidFill>
                      <a:schemeClr val="accent2">
                        <a:lumMod val="50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23" name="Group 22"/>
                  <p:cNvGrpSpPr/>
                  <p:nvPr/>
                </p:nvGrpSpPr>
                <p:grpSpPr>
                  <a:xfrm>
                    <a:off x="6009105" y="4477889"/>
                    <a:ext cx="109728" cy="612703"/>
                    <a:chOff x="5038724" y="4477889"/>
                    <a:chExt cx="109728" cy="612703"/>
                  </a:xfrm>
                </p:grpSpPr>
                <p:sp>
                  <p:nvSpPr>
                    <p:cNvPr id="42" name="Rectangle 48"/>
                    <p:cNvSpPr>
                      <a:spLocks noChangeAspect="1" noChangeArrowheads="1"/>
                    </p:cNvSpPr>
                    <p:nvPr/>
                  </p:nvSpPr>
                  <p:spPr bwMode="auto">
                    <a:xfrm>
                      <a:off x="5038724" y="4477889"/>
                      <a:ext cx="109728" cy="128016"/>
                    </a:xfrm>
                    <a:prstGeom prst="rect">
                      <a:avLst/>
                    </a:prstGeom>
                    <a:solidFill>
                      <a:schemeClr val="accent3">
                        <a:lumMod val="20000"/>
                        <a:lumOff val="8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43" name="Rectangle 48"/>
                    <p:cNvSpPr>
                      <a:spLocks noChangeAspect="1" noChangeArrowheads="1"/>
                    </p:cNvSpPr>
                    <p:nvPr/>
                  </p:nvSpPr>
                  <p:spPr bwMode="auto">
                    <a:xfrm>
                      <a:off x="5038724" y="4599064"/>
                      <a:ext cx="109728" cy="127995"/>
                    </a:xfrm>
                    <a:prstGeom prst="rect">
                      <a:avLst/>
                    </a:prstGeom>
                    <a:solidFill>
                      <a:schemeClr val="accent3">
                        <a:lumMod val="40000"/>
                        <a:lumOff val="6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44" name="Rectangle 48"/>
                    <p:cNvSpPr>
                      <a:spLocks noChangeAspect="1" noChangeArrowheads="1"/>
                    </p:cNvSpPr>
                    <p:nvPr/>
                  </p:nvSpPr>
                  <p:spPr bwMode="auto">
                    <a:xfrm>
                      <a:off x="5038724" y="4720239"/>
                      <a:ext cx="109728" cy="128003"/>
                    </a:xfrm>
                    <a:prstGeom prst="rect">
                      <a:avLst/>
                    </a:prstGeom>
                    <a:solidFill>
                      <a:schemeClr val="accent3">
                        <a:lumMod val="60000"/>
                        <a:lumOff val="4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45" name="Rectangle 44"/>
                    <p:cNvSpPr>
                      <a:spLocks noChangeAspect="1" noChangeArrowheads="1"/>
                    </p:cNvSpPr>
                    <p:nvPr/>
                  </p:nvSpPr>
                  <p:spPr bwMode="auto">
                    <a:xfrm>
                      <a:off x="5038724" y="4841414"/>
                      <a:ext cx="109728" cy="128003"/>
                    </a:xfrm>
                    <a:prstGeom prst="rect">
                      <a:avLst/>
                    </a:prstGeom>
                    <a:solidFill>
                      <a:schemeClr val="accent3">
                        <a:lumMod val="7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46" name="Rectangle 48"/>
                    <p:cNvSpPr>
                      <a:spLocks noChangeAspect="1" noChangeArrowheads="1"/>
                    </p:cNvSpPr>
                    <p:nvPr/>
                  </p:nvSpPr>
                  <p:spPr bwMode="auto">
                    <a:xfrm>
                      <a:off x="5038724" y="4962589"/>
                      <a:ext cx="109728" cy="128003"/>
                    </a:xfrm>
                    <a:prstGeom prst="rect">
                      <a:avLst/>
                    </a:prstGeom>
                    <a:solidFill>
                      <a:schemeClr val="accent3">
                        <a:lumMod val="50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24" name="Group 23"/>
                  <p:cNvGrpSpPr/>
                  <p:nvPr/>
                </p:nvGrpSpPr>
                <p:grpSpPr>
                  <a:xfrm>
                    <a:off x="6171232" y="4477889"/>
                    <a:ext cx="109728" cy="612703"/>
                    <a:chOff x="5038724" y="4477889"/>
                    <a:chExt cx="109728" cy="612703"/>
                  </a:xfrm>
                </p:grpSpPr>
                <p:sp>
                  <p:nvSpPr>
                    <p:cNvPr id="37" name="Rectangle 36"/>
                    <p:cNvSpPr>
                      <a:spLocks noChangeAspect="1" noChangeArrowheads="1"/>
                    </p:cNvSpPr>
                    <p:nvPr/>
                  </p:nvSpPr>
                  <p:spPr bwMode="auto">
                    <a:xfrm>
                      <a:off x="5038724" y="4477889"/>
                      <a:ext cx="109728" cy="128016"/>
                    </a:xfrm>
                    <a:prstGeom prst="rect">
                      <a:avLst/>
                    </a:prstGeom>
                    <a:solidFill>
                      <a:schemeClr val="accent4">
                        <a:lumMod val="20000"/>
                        <a:lumOff val="8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38" name="Rectangle 48"/>
                    <p:cNvSpPr>
                      <a:spLocks noChangeAspect="1" noChangeArrowheads="1"/>
                    </p:cNvSpPr>
                    <p:nvPr/>
                  </p:nvSpPr>
                  <p:spPr bwMode="auto">
                    <a:xfrm>
                      <a:off x="5038724" y="4599064"/>
                      <a:ext cx="109728" cy="127995"/>
                    </a:xfrm>
                    <a:prstGeom prst="rect">
                      <a:avLst/>
                    </a:prstGeom>
                    <a:solidFill>
                      <a:schemeClr val="accent4">
                        <a:lumMod val="40000"/>
                        <a:lumOff val="6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39" name="Rectangle 48"/>
                    <p:cNvSpPr>
                      <a:spLocks noChangeAspect="1" noChangeArrowheads="1"/>
                    </p:cNvSpPr>
                    <p:nvPr/>
                  </p:nvSpPr>
                  <p:spPr bwMode="auto">
                    <a:xfrm>
                      <a:off x="5038724" y="4720239"/>
                      <a:ext cx="109728" cy="128003"/>
                    </a:xfrm>
                    <a:prstGeom prst="rect">
                      <a:avLst/>
                    </a:prstGeom>
                    <a:solidFill>
                      <a:schemeClr val="accent4">
                        <a:lumMod val="60000"/>
                        <a:lumOff val="4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40" name="Rectangle 48"/>
                    <p:cNvSpPr>
                      <a:spLocks noChangeAspect="1" noChangeArrowheads="1"/>
                    </p:cNvSpPr>
                    <p:nvPr/>
                  </p:nvSpPr>
                  <p:spPr bwMode="auto">
                    <a:xfrm>
                      <a:off x="5038724" y="4841414"/>
                      <a:ext cx="109728" cy="128003"/>
                    </a:xfrm>
                    <a:prstGeom prst="rect">
                      <a:avLst/>
                    </a:prstGeom>
                    <a:solidFill>
                      <a:schemeClr val="accent4">
                        <a:lumMod val="7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41" name="Rectangle 48"/>
                    <p:cNvSpPr>
                      <a:spLocks noChangeAspect="1" noChangeArrowheads="1"/>
                    </p:cNvSpPr>
                    <p:nvPr/>
                  </p:nvSpPr>
                  <p:spPr bwMode="auto">
                    <a:xfrm>
                      <a:off x="5038724" y="4962589"/>
                      <a:ext cx="109728" cy="128003"/>
                    </a:xfrm>
                    <a:prstGeom prst="rect">
                      <a:avLst/>
                    </a:prstGeom>
                    <a:solidFill>
                      <a:schemeClr val="accent4">
                        <a:lumMod val="50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25" name="Group 24"/>
                  <p:cNvGrpSpPr/>
                  <p:nvPr/>
                </p:nvGrpSpPr>
                <p:grpSpPr>
                  <a:xfrm>
                    <a:off x="6333359" y="4477889"/>
                    <a:ext cx="109728" cy="612703"/>
                    <a:chOff x="5038724" y="4477889"/>
                    <a:chExt cx="109728" cy="612703"/>
                  </a:xfrm>
                </p:grpSpPr>
                <p:sp>
                  <p:nvSpPr>
                    <p:cNvPr id="32" name="Rectangle 48"/>
                    <p:cNvSpPr>
                      <a:spLocks noChangeAspect="1" noChangeArrowheads="1"/>
                    </p:cNvSpPr>
                    <p:nvPr/>
                  </p:nvSpPr>
                  <p:spPr bwMode="auto">
                    <a:xfrm>
                      <a:off x="5038724" y="4477889"/>
                      <a:ext cx="109728" cy="128016"/>
                    </a:xfrm>
                    <a:prstGeom prst="rect">
                      <a:avLst/>
                    </a:prstGeom>
                    <a:solidFill>
                      <a:schemeClr val="accent5">
                        <a:lumMod val="20000"/>
                        <a:lumOff val="8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33" name="Rectangle 48"/>
                    <p:cNvSpPr>
                      <a:spLocks noChangeAspect="1" noChangeArrowheads="1"/>
                    </p:cNvSpPr>
                    <p:nvPr/>
                  </p:nvSpPr>
                  <p:spPr bwMode="auto">
                    <a:xfrm>
                      <a:off x="5038724" y="4599064"/>
                      <a:ext cx="109728" cy="127995"/>
                    </a:xfrm>
                    <a:prstGeom prst="rect">
                      <a:avLst/>
                    </a:prstGeom>
                    <a:solidFill>
                      <a:schemeClr val="accent5">
                        <a:lumMod val="40000"/>
                        <a:lumOff val="6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34" name="Rectangle 48"/>
                    <p:cNvSpPr>
                      <a:spLocks noChangeAspect="1" noChangeArrowheads="1"/>
                    </p:cNvSpPr>
                    <p:nvPr/>
                  </p:nvSpPr>
                  <p:spPr bwMode="auto">
                    <a:xfrm>
                      <a:off x="5038724" y="4720239"/>
                      <a:ext cx="109728" cy="128003"/>
                    </a:xfrm>
                    <a:prstGeom prst="rect">
                      <a:avLst/>
                    </a:prstGeom>
                    <a:solidFill>
                      <a:schemeClr val="accent5">
                        <a:lumMod val="60000"/>
                        <a:lumOff val="4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35" name="Rectangle 48"/>
                    <p:cNvSpPr>
                      <a:spLocks noChangeAspect="1" noChangeArrowheads="1"/>
                    </p:cNvSpPr>
                    <p:nvPr/>
                  </p:nvSpPr>
                  <p:spPr bwMode="auto">
                    <a:xfrm>
                      <a:off x="5038724" y="4841414"/>
                      <a:ext cx="109728" cy="128003"/>
                    </a:xfrm>
                    <a:prstGeom prst="rect">
                      <a:avLst/>
                    </a:prstGeom>
                    <a:solidFill>
                      <a:schemeClr val="accent5">
                        <a:lumMod val="7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36" name="Rectangle 48"/>
                    <p:cNvSpPr>
                      <a:spLocks noChangeAspect="1" noChangeArrowheads="1"/>
                    </p:cNvSpPr>
                    <p:nvPr/>
                  </p:nvSpPr>
                  <p:spPr bwMode="auto">
                    <a:xfrm>
                      <a:off x="5038724" y="4962589"/>
                      <a:ext cx="109728" cy="128003"/>
                    </a:xfrm>
                    <a:prstGeom prst="rect">
                      <a:avLst/>
                    </a:prstGeom>
                    <a:solidFill>
                      <a:schemeClr val="accent5">
                        <a:lumMod val="50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nvGrpSpPr>
                  <p:cNvPr id="26" name="Group 25"/>
                  <p:cNvGrpSpPr/>
                  <p:nvPr/>
                </p:nvGrpSpPr>
                <p:grpSpPr>
                  <a:xfrm>
                    <a:off x="6495482" y="4477889"/>
                    <a:ext cx="109728" cy="612703"/>
                    <a:chOff x="5038724" y="4477889"/>
                    <a:chExt cx="109728" cy="612703"/>
                  </a:xfrm>
                </p:grpSpPr>
                <p:sp>
                  <p:nvSpPr>
                    <p:cNvPr id="27" name="Rectangle 48"/>
                    <p:cNvSpPr>
                      <a:spLocks noChangeAspect="1" noChangeArrowheads="1"/>
                    </p:cNvSpPr>
                    <p:nvPr/>
                  </p:nvSpPr>
                  <p:spPr bwMode="auto">
                    <a:xfrm>
                      <a:off x="5038724" y="4477889"/>
                      <a:ext cx="109728" cy="128016"/>
                    </a:xfrm>
                    <a:prstGeom prst="rect">
                      <a:avLst/>
                    </a:prstGeom>
                    <a:solidFill>
                      <a:schemeClr val="accent6">
                        <a:lumMod val="20000"/>
                        <a:lumOff val="8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28" name="Rectangle 48"/>
                    <p:cNvSpPr>
                      <a:spLocks noChangeAspect="1" noChangeArrowheads="1"/>
                    </p:cNvSpPr>
                    <p:nvPr/>
                  </p:nvSpPr>
                  <p:spPr bwMode="auto">
                    <a:xfrm>
                      <a:off x="5038724" y="4599064"/>
                      <a:ext cx="109728" cy="127995"/>
                    </a:xfrm>
                    <a:prstGeom prst="rect">
                      <a:avLst/>
                    </a:prstGeom>
                    <a:solidFill>
                      <a:schemeClr val="accent6">
                        <a:lumMod val="40000"/>
                        <a:lumOff val="6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29" name="Rectangle 48"/>
                    <p:cNvSpPr>
                      <a:spLocks noChangeAspect="1" noChangeArrowheads="1"/>
                    </p:cNvSpPr>
                    <p:nvPr/>
                  </p:nvSpPr>
                  <p:spPr bwMode="auto">
                    <a:xfrm>
                      <a:off x="5038724" y="4720239"/>
                      <a:ext cx="109728" cy="128003"/>
                    </a:xfrm>
                    <a:prstGeom prst="rect">
                      <a:avLst/>
                    </a:prstGeom>
                    <a:solidFill>
                      <a:schemeClr val="accent6">
                        <a:lumMod val="60000"/>
                        <a:lumOff val="40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30" name="Rectangle 48"/>
                    <p:cNvSpPr>
                      <a:spLocks noChangeAspect="1" noChangeArrowheads="1"/>
                    </p:cNvSpPr>
                    <p:nvPr/>
                  </p:nvSpPr>
                  <p:spPr bwMode="auto">
                    <a:xfrm>
                      <a:off x="5038724" y="4841414"/>
                      <a:ext cx="109728" cy="128003"/>
                    </a:xfrm>
                    <a:prstGeom prst="rect">
                      <a:avLst/>
                    </a:prstGeom>
                    <a:solidFill>
                      <a:schemeClr val="accent6">
                        <a:lumMod val="75000"/>
                      </a:schemeClr>
                    </a:solidFill>
                    <a:ln w="9525" algn="ctr">
                      <a:noFill/>
                      <a:miter lim="800000"/>
                    </a:ln>
                  </p:spPr>
                  <p:txBody>
                    <a:bodyPr anchor="ctr"/>
                    <a:lstStyle/>
                    <a:p>
                      <a:pPr algn="ctr"/>
                      <a:endParaRPr lang="en-US" sz="1001" b="1">
                        <a:solidFill>
                          <a:schemeClr val="bg1"/>
                        </a:solidFill>
                        <a:latin typeface="+mn-lt"/>
                        <a:ea typeface="+mn-ea"/>
                      </a:endParaRPr>
                    </a:p>
                  </p:txBody>
                </p:sp>
                <p:sp>
                  <p:nvSpPr>
                    <p:cNvPr id="31" name="Rectangle 48"/>
                    <p:cNvSpPr>
                      <a:spLocks noChangeAspect="1" noChangeArrowheads="1"/>
                    </p:cNvSpPr>
                    <p:nvPr/>
                  </p:nvSpPr>
                  <p:spPr bwMode="auto">
                    <a:xfrm>
                      <a:off x="5038724" y="4962589"/>
                      <a:ext cx="109728" cy="128003"/>
                    </a:xfrm>
                    <a:prstGeom prst="rect">
                      <a:avLst/>
                    </a:prstGeom>
                    <a:solidFill>
                      <a:schemeClr val="accent6">
                        <a:lumMod val="50000"/>
                      </a:schemeClr>
                    </a:solidFill>
                    <a:ln w="9525" algn="ctr">
                      <a:noFill/>
                      <a:miter lim="800000"/>
                    </a:ln>
                  </p:spPr>
                  <p:txBody>
                    <a:bodyPr anchor="ctr"/>
                    <a:lstStyle/>
                    <a:p>
                      <a:pPr algn="ctr"/>
                      <a:endParaRPr lang="en-US" sz="1001" b="1">
                        <a:solidFill>
                          <a:schemeClr val="bg1"/>
                        </a:solidFill>
                        <a:latin typeface="+mn-lt"/>
                        <a:ea typeface="+mn-ea"/>
                      </a:endParaRPr>
                    </a:p>
                  </p:txBody>
                </p:sp>
              </p:grpSp>
            </p:grpSp>
          </p:grpSp>
        </p:grpSp>
        <p:cxnSp>
          <p:nvCxnSpPr>
            <p:cNvPr id="5" name="Straight Connector 4"/>
            <p:cNvCxnSpPr/>
            <p:nvPr/>
          </p:nvCxnSpPr>
          <p:spPr>
            <a:xfrm flipH="1" flipV="1">
              <a:off x="1432262" y="2673293"/>
              <a:ext cx="3123" cy="641010"/>
            </a:xfrm>
            <a:prstGeom prst="lin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sp>
          <p:nvSpPr>
            <p:cNvPr id="6" name="Rectangle 5"/>
            <p:cNvSpPr/>
            <p:nvPr/>
          </p:nvSpPr>
          <p:spPr>
            <a:xfrm>
              <a:off x="1254760" y="3304540"/>
              <a:ext cx="1336040" cy="4394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297" tIns="45649" rIns="91297" bIns="45649" rtlCol="0" anchor="ctr"/>
            <a:lstStyle/>
            <a:p>
              <a:pPr algn="ctr"/>
              <a:endParaRPr lang="en-US" sz="1332">
                <a:latin typeface="+mn-lt"/>
                <a:ea typeface="+mn-ea"/>
              </a:endParaRPr>
            </a:p>
          </p:txBody>
        </p:sp>
        <p:sp>
          <p:nvSpPr>
            <p:cNvPr id="7" name="TextBox 6"/>
            <p:cNvSpPr txBox="1"/>
            <p:nvPr>
              <p:custDataLst>
                <p:tags r:id="rId38"/>
              </p:custDataLst>
            </p:nvPr>
          </p:nvSpPr>
          <p:spPr>
            <a:xfrm>
              <a:off x="622991" y="2247576"/>
              <a:ext cx="2014865" cy="435438"/>
            </a:xfrm>
            <a:prstGeom prst="rect">
              <a:avLst/>
            </a:prstGeom>
            <a:solidFill>
              <a:schemeClr val="tx2">
                <a:lumMod val="20000"/>
                <a:lumOff val="80000"/>
              </a:schemeClr>
            </a:solidFill>
          </p:spPr>
          <p:txBody>
            <a:bodyPr wrap="square" lIns="141573" tIns="70786" rIns="141573" bIns="70786" rtlCol="0">
              <a:noAutofit/>
            </a:bodyPr>
            <a:lstStyle/>
            <a:p>
              <a:r>
                <a:rPr lang="en-US" sz="963" b="0" i="0" u="none" strike="noStrike" cap="none" baseline="0">
                  <a:solidFill>
                    <a:srgbClr val="000000"/>
                  </a:solidFill>
                  <a:effectLst/>
                  <a:uFill>
                    <a:solidFill>
                      <a:prstClr val="black">
                        <a:alpha val="0"/>
                      </a:prstClr>
                    </a:solidFill>
                  </a:uFill>
                  <a:latin typeface="楷体" panose="02010609060101010101" charset="-122"/>
                  <a:ea typeface="楷体" panose="02010609060101010101" charset="-122"/>
                  <a:cs typeface="楷体" panose="02010609060101010101" charset="-122"/>
                </a:rPr>
                <a:t>Use lighter shade of theme color for larger shaded areas</a:t>
              </a:r>
            </a:p>
          </p:txBody>
        </p:sp>
      </p:grpSp>
      <p:sp>
        <p:nvSpPr>
          <p:cNvPr id="87" name="Color_6"/>
          <p:cNvSpPr/>
          <p:nvPr userDrawn="1">
            <p:custDataLst>
              <p:tags r:id="rId2"/>
            </p:custDataLst>
          </p:nvPr>
        </p:nvSpPr>
        <p:spPr>
          <a:xfrm>
            <a:off x="10165097" y="1529747"/>
            <a:ext cx="1362442" cy="2635773"/>
          </a:xfrm>
          <a:prstGeom prst="round2SameRect">
            <a:avLst>
              <a:gd name="adj1" fmla="val 7091"/>
              <a:gd name="adj2" fmla="val 0"/>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264" tIns="40312" rIns="41264" bIns="40312" numCol="1" spcCol="0" rtlCol="0" fromWordArt="0" anchor="t" anchorCtr="0" forceAA="0" compatLnSpc="1">
            <a:noAutofit/>
          </a:bodyPr>
          <a:lstStyle/>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191</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191</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191</a:t>
            </a:r>
            <a:endParaRPr lang="en-US" sz="963" baseline="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88" name="Color_5"/>
          <p:cNvSpPr/>
          <p:nvPr userDrawn="1">
            <p:custDataLst>
              <p:tags r:id="rId3"/>
            </p:custDataLst>
          </p:nvPr>
        </p:nvSpPr>
        <p:spPr>
          <a:xfrm>
            <a:off x="8802901" y="1529747"/>
            <a:ext cx="1362442" cy="2635773"/>
          </a:xfrm>
          <a:prstGeom prst="round2SameRect">
            <a:avLst>
              <a:gd name="adj1" fmla="val 7091"/>
              <a:gd name="adj2" fmla="val 0"/>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264" tIns="40312" rIns="41264" bIns="40312" numCol="1" spcCol="0" rtlCol="0" fromWordArt="0" anchor="t" anchorCtr="0" forceAA="0" compatLnSpc="1">
            <a:noAutofit/>
          </a:bodyPr>
          <a:lstStyle/>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254</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140</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26</a:t>
            </a:r>
            <a:endParaRPr lang="en-US" sz="963" baseline="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89" name="Color_4"/>
          <p:cNvSpPr/>
          <p:nvPr userDrawn="1">
            <p:custDataLst>
              <p:tags r:id="rId4"/>
            </p:custDataLst>
          </p:nvPr>
        </p:nvSpPr>
        <p:spPr>
          <a:xfrm>
            <a:off x="7440706" y="1529747"/>
            <a:ext cx="1362442" cy="2635773"/>
          </a:xfrm>
          <a:prstGeom prst="round2SameRect">
            <a:avLst>
              <a:gd name="adj1" fmla="val 7091"/>
              <a:gd name="adj2" fmla="val 0"/>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264" tIns="40312" rIns="41264" bIns="40312" numCol="1" spcCol="0" rtlCol="0" fromWordArt="0" anchor="t" anchorCtr="0" forceAA="0" compatLnSpc="1">
            <a:noAutofit/>
          </a:bodyPr>
          <a:lstStyle/>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246</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209</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26</a:t>
            </a:r>
            <a:endParaRPr lang="en-US" sz="963" baseline="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90" name="Color_3"/>
          <p:cNvSpPr/>
          <p:nvPr userDrawn="1">
            <p:custDataLst>
              <p:tags r:id="rId5"/>
            </p:custDataLst>
          </p:nvPr>
        </p:nvSpPr>
        <p:spPr>
          <a:xfrm>
            <a:off x="6078510" y="1529747"/>
            <a:ext cx="1362442" cy="2635773"/>
          </a:xfrm>
          <a:prstGeom prst="round2SameRect">
            <a:avLst>
              <a:gd name="adj1" fmla="val 7091"/>
              <a:gd name="adj2" fmla="val 0"/>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264" tIns="40312" rIns="41264" bIns="40312" numCol="1" spcCol="0" rtlCol="0" fromWordArt="0" anchor="t" anchorCtr="0" forceAA="0" compatLnSpc="1">
            <a:noAutofit/>
          </a:bodyPr>
          <a:lstStyle/>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0</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79</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138</a:t>
            </a:r>
            <a:endParaRPr lang="en-US" sz="963" baseline="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91" name="Color_2"/>
          <p:cNvSpPr/>
          <p:nvPr userDrawn="1">
            <p:custDataLst>
              <p:tags r:id="rId6"/>
            </p:custDataLst>
          </p:nvPr>
        </p:nvSpPr>
        <p:spPr>
          <a:xfrm>
            <a:off x="4716313" y="1529747"/>
            <a:ext cx="1362442" cy="2635773"/>
          </a:xfrm>
          <a:prstGeom prst="round2SameRect">
            <a:avLst>
              <a:gd name="adj1" fmla="val 7091"/>
              <a:gd name="adj2" fmla="val 0"/>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264" tIns="40312" rIns="41264" bIns="40312" numCol="1" spcCol="0" rtlCol="0" fromWordArt="0" anchor="t" anchorCtr="0" forceAA="0" compatLnSpc="1">
            <a:noAutofit/>
          </a:bodyPr>
          <a:lstStyle/>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41</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99</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243</a:t>
            </a:r>
            <a:endParaRPr lang="en-US" sz="963" baseline="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
        <p:nvSpPr>
          <p:cNvPr id="92" name="Color_1"/>
          <p:cNvSpPr/>
          <p:nvPr userDrawn="1">
            <p:custDataLst>
              <p:tags r:id="rId7"/>
            </p:custDataLst>
          </p:nvPr>
        </p:nvSpPr>
        <p:spPr>
          <a:xfrm>
            <a:off x="3354117" y="1529746"/>
            <a:ext cx="1362442" cy="2635774"/>
          </a:xfrm>
          <a:prstGeom prst="round2SameRect">
            <a:avLst>
              <a:gd name="adj1" fmla="val 7091"/>
              <a:gd name="adj2" fmla="val 0"/>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1264" tIns="40312" rIns="41264" bIns="40312" numCol="1" spcCol="0" rtlCol="0" fromWordArt="0" anchor="t" anchorCtr="0" forceAA="0" compatLnSpc="1">
            <a:noAutofit/>
          </a:bodyPr>
          <a:lstStyle/>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34</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226</a:t>
            </a:r>
          </a:p>
          <a:p>
            <a:pPr>
              <a:spcBef>
                <a:spcPts val="353"/>
              </a:spcBef>
            </a:pPr>
            <a:r>
              <a:rPr lang="en-US" sz="963"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212</a:t>
            </a:r>
            <a:endParaRPr lang="en-US" sz="963" baseline="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grpSp>
        <p:nvGrpSpPr>
          <p:cNvPr id="93" name="Group 92"/>
          <p:cNvGrpSpPr/>
          <p:nvPr userDrawn="1"/>
        </p:nvGrpSpPr>
        <p:grpSpPr>
          <a:xfrm>
            <a:off x="3354118" y="4208948"/>
            <a:ext cx="8173421" cy="1713185"/>
            <a:chOff x="3134440" y="4140740"/>
            <a:chExt cx="7638105" cy="1509085"/>
          </a:xfrm>
        </p:grpSpPr>
        <p:sp>
          <p:nvSpPr>
            <p:cNvPr id="94" name="Color_6"/>
            <p:cNvSpPr/>
            <p:nvPr>
              <p:custDataLst>
                <p:tags r:id="rId8"/>
              </p:custDataLst>
            </p:nvPr>
          </p:nvSpPr>
          <p:spPr>
            <a:xfrm>
              <a:off x="9499336" y="4140740"/>
              <a:ext cx="1273209" cy="304800"/>
            </a:xfrm>
            <a:prstGeom prst="rect">
              <a:avLst/>
            </a:prstGeom>
            <a:solidFill>
              <a:schemeClr val="accent6">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95" name="Color_5"/>
            <p:cNvSpPr/>
            <p:nvPr>
              <p:custDataLst>
                <p:tags r:id="rId9"/>
              </p:custDataLst>
            </p:nvPr>
          </p:nvSpPr>
          <p:spPr>
            <a:xfrm>
              <a:off x="8226357" y="4140740"/>
              <a:ext cx="1273209" cy="304800"/>
            </a:xfrm>
            <a:prstGeom prst="rect">
              <a:avLst/>
            </a:prstGeom>
            <a:solidFill>
              <a:schemeClr val="accent5">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96" name="Color_4"/>
            <p:cNvSpPr/>
            <p:nvPr>
              <p:custDataLst>
                <p:tags r:id="rId10"/>
              </p:custDataLst>
            </p:nvPr>
          </p:nvSpPr>
          <p:spPr>
            <a:xfrm>
              <a:off x="6953378" y="4140740"/>
              <a:ext cx="1273209" cy="3048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97" name="Color_3"/>
            <p:cNvSpPr/>
            <p:nvPr>
              <p:custDataLst>
                <p:tags r:id="rId11"/>
              </p:custDataLst>
            </p:nvPr>
          </p:nvSpPr>
          <p:spPr>
            <a:xfrm>
              <a:off x="5680399" y="4140740"/>
              <a:ext cx="1273209" cy="304800"/>
            </a:xfrm>
            <a:prstGeom prst="rect">
              <a:avLst/>
            </a:prstGeom>
            <a:solidFill>
              <a:schemeClr val="accent3">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98" name="Color_2"/>
            <p:cNvSpPr/>
            <p:nvPr>
              <p:custDataLst>
                <p:tags r:id="rId12"/>
              </p:custDataLst>
            </p:nvPr>
          </p:nvSpPr>
          <p:spPr>
            <a:xfrm>
              <a:off x="4407419" y="4140740"/>
              <a:ext cx="1273209" cy="304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99" name="Color_1"/>
            <p:cNvSpPr/>
            <p:nvPr>
              <p:custDataLst>
                <p:tags r:id="rId13"/>
              </p:custDataLst>
            </p:nvPr>
          </p:nvSpPr>
          <p:spPr>
            <a:xfrm>
              <a:off x="3134440" y="4140740"/>
              <a:ext cx="1273209" cy="3048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0" name="Color_6"/>
            <p:cNvSpPr/>
            <p:nvPr>
              <p:custDataLst>
                <p:tags r:id="rId14"/>
              </p:custDataLst>
            </p:nvPr>
          </p:nvSpPr>
          <p:spPr>
            <a:xfrm>
              <a:off x="9499336" y="4441811"/>
              <a:ext cx="1273209" cy="304800"/>
            </a:xfrm>
            <a:prstGeom prst="rect">
              <a:avLst/>
            </a:prstGeom>
            <a:solidFill>
              <a:schemeClr val="accent6">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1" name="Color_5"/>
            <p:cNvSpPr/>
            <p:nvPr>
              <p:custDataLst>
                <p:tags r:id="rId15"/>
              </p:custDataLst>
            </p:nvPr>
          </p:nvSpPr>
          <p:spPr>
            <a:xfrm>
              <a:off x="8226357" y="4441811"/>
              <a:ext cx="1273209" cy="304800"/>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2" name="Color_4"/>
            <p:cNvSpPr/>
            <p:nvPr>
              <p:custDataLst>
                <p:tags r:id="rId16"/>
              </p:custDataLst>
            </p:nvPr>
          </p:nvSpPr>
          <p:spPr>
            <a:xfrm>
              <a:off x="6953378" y="4441811"/>
              <a:ext cx="1273209" cy="304800"/>
            </a:xfrm>
            <a:prstGeom prst="rect">
              <a:avLst/>
            </a:prstGeom>
            <a:solidFill>
              <a:schemeClr val="accent4">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3" name="Color_3"/>
            <p:cNvSpPr/>
            <p:nvPr>
              <p:custDataLst>
                <p:tags r:id="rId17"/>
              </p:custDataLst>
            </p:nvPr>
          </p:nvSpPr>
          <p:spPr>
            <a:xfrm>
              <a:off x="5680399" y="4441811"/>
              <a:ext cx="1273209" cy="304800"/>
            </a:xfrm>
            <a:prstGeom prst="rect">
              <a:avLst/>
            </a:prstGeom>
            <a:solidFill>
              <a:schemeClr val="accent3">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4" name="Color_2"/>
            <p:cNvSpPr/>
            <p:nvPr>
              <p:custDataLst>
                <p:tags r:id="rId18"/>
              </p:custDataLst>
            </p:nvPr>
          </p:nvSpPr>
          <p:spPr>
            <a:xfrm>
              <a:off x="4407419" y="4441811"/>
              <a:ext cx="1273209" cy="3048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5" name="Color_1"/>
            <p:cNvSpPr/>
            <p:nvPr>
              <p:custDataLst>
                <p:tags r:id="rId19"/>
              </p:custDataLst>
            </p:nvPr>
          </p:nvSpPr>
          <p:spPr>
            <a:xfrm>
              <a:off x="3134440" y="4441811"/>
              <a:ext cx="1273209" cy="304800"/>
            </a:xfrm>
            <a:prstGeom prst="rect">
              <a:avLst/>
            </a:prstGeom>
            <a:solidFill>
              <a:schemeClr val="accent1">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6" name="Color_6"/>
            <p:cNvSpPr/>
            <p:nvPr>
              <p:custDataLst>
                <p:tags r:id="rId20"/>
              </p:custDataLst>
            </p:nvPr>
          </p:nvSpPr>
          <p:spPr>
            <a:xfrm>
              <a:off x="9499336" y="4742882"/>
              <a:ext cx="1273209" cy="304800"/>
            </a:xfrm>
            <a:prstGeom prst="rect">
              <a:avLst/>
            </a:prstGeom>
            <a:solidFill>
              <a:schemeClr val="accent6">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7" name="Color_5"/>
            <p:cNvSpPr/>
            <p:nvPr>
              <p:custDataLst>
                <p:tags r:id="rId21"/>
              </p:custDataLst>
            </p:nvPr>
          </p:nvSpPr>
          <p:spPr>
            <a:xfrm>
              <a:off x="8226357" y="4742882"/>
              <a:ext cx="1273209" cy="304800"/>
            </a:xfrm>
            <a:prstGeom prst="rect">
              <a:avLst/>
            </a:prstGeom>
            <a:solidFill>
              <a:schemeClr val="accent5">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8" name="Color_4"/>
            <p:cNvSpPr/>
            <p:nvPr>
              <p:custDataLst>
                <p:tags r:id="rId22"/>
              </p:custDataLst>
            </p:nvPr>
          </p:nvSpPr>
          <p:spPr>
            <a:xfrm>
              <a:off x="6953378" y="4742882"/>
              <a:ext cx="1273209" cy="304800"/>
            </a:xfrm>
            <a:prstGeom prst="rect">
              <a:avLst/>
            </a:pr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09" name="Color_3"/>
            <p:cNvSpPr/>
            <p:nvPr>
              <p:custDataLst>
                <p:tags r:id="rId23"/>
              </p:custDataLst>
            </p:nvPr>
          </p:nvSpPr>
          <p:spPr>
            <a:xfrm>
              <a:off x="5680399" y="4742882"/>
              <a:ext cx="1273209" cy="304800"/>
            </a:xfrm>
            <a:prstGeom prst="rect">
              <a:avLst/>
            </a:prstGeom>
            <a:solidFill>
              <a:schemeClr val="accent3">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0" name="Color_2"/>
            <p:cNvSpPr/>
            <p:nvPr>
              <p:custDataLst>
                <p:tags r:id="rId24"/>
              </p:custDataLst>
            </p:nvPr>
          </p:nvSpPr>
          <p:spPr>
            <a:xfrm>
              <a:off x="4407419" y="4742882"/>
              <a:ext cx="1273209" cy="304800"/>
            </a:xfrm>
            <a:prstGeom prst="rect">
              <a:avLst/>
            </a:prstGeom>
            <a:solidFill>
              <a:schemeClr val="accent2">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1" name="Color_1"/>
            <p:cNvSpPr/>
            <p:nvPr>
              <p:custDataLst>
                <p:tags r:id="rId25"/>
              </p:custDataLst>
            </p:nvPr>
          </p:nvSpPr>
          <p:spPr>
            <a:xfrm>
              <a:off x="3134440" y="4742882"/>
              <a:ext cx="1273209" cy="304800"/>
            </a:xfrm>
            <a:prstGeom prst="rect">
              <a:avLst/>
            </a:prstGeom>
            <a:solidFill>
              <a:schemeClr val="accent1">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2" name="Color_6"/>
            <p:cNvSpPr/>
            <p:nvPr>
              <p:custDataLst>
                <p:tags r:id="rId26"/>
              </p:custDataLst>
            </p:nvPr>
          </p:nvSpPr>
          <p:spPr>
            <a:xfrm>
              <a:off x="9499336" y="5043953"/>
              <a:ext cx="1273209" cy="304800"/>
            </a:xfrm>
            <a:prstGeom prst="rect">
              <a:avLst/>
            </a:prstGeom>
            <a:solidFill>
              <a:schemeClr val="accent6">
                <a:lumMod val="2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3" name="Color_5"/>
            <p:cNvSpPr/>
            <p:nvPr>
              <p:custDataLst>
                <p:tags r:id="rId27"/>
              </p:custDataLst>
            </p:nvPr>
          </p:nvSpPr>
          <p:spPr>
            <a:xfrm>
              <a:off x="8226357" y="5043953"/>
              <a:ext cx="1273209" cy="304800"/>
            </a:xfrm>
            <a:prstGeom prst="rect">
              <a:avLst/>
            </a:prstGeom>
            <a:solidFill>
              <a:schemeClr val="accent5">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4" name="Color_4"/>
            <p:cNvSpPr/>
            <p:nvPr>
              <p:custDataLst>
                <p:tags r:id="rId28"/>
              </p:custDataLst>
            </p:nvPr>
          </p:nvSpPr>
          <p:spPr>
            <a:xfrm>
              <a:off x="6953378" y="5043953"/>
              <a:ext cx="1273209" cy="304800"/>
            </a:xfrm>
            <a:prstGeom prst="rect">
              <a:avLst/>
            </a:prstGeom>
            <a:solidFill>
              <a:schemeClr val="accent4">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5" name="Color_3"/>
            <p:cNvSpPr/>
            <p:nvPr>
              <p:custDataLst>
                <p:tags r:id="rId29"/>
              </p:custDataLst>
            </p:nvPr>
          </p:nvSpPr>
          <p:spPr>
            <a:xfrm>
              <a:off x="5680399" y="5043953"/>
              <a:ext cx="1273209" cy="304800"/>
            </a:xfrm>
            <a:prstGeom prst="rect">
              <a:avLst/>
            </a:prstGeom>
            <a:solidFill>
              <a:schemeClr val="accent3">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6" name="Color_2"/>
            <p:cNvSpPr/>
            <p:nvPr>
              <p:custDataLst>
                <p:tags r:id="rId30"/>
              </p:custDataLst>
            </p:nvPr>
          </p:nvSpPr>
          <p:spPr>
            <a:xfrm>
              <a:off x="4407419" y="5043953"/>
              <a:ext cx="1273209" cy="304800"/>
            </a:xfrm>
            <a:prstGeom prst="rect">
              <a:avLst/>
            </a:prstGeom>
            <a:solidFill>
              <a:schemeClr val="accent2">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7" name="Color_1"/>
            <p:cNvSpPr/>
            <p:nvPr>
              <p:custDataLst>
                <p:tags r:id="rId31"/>
              </p:custDataLst>
            </p:nvPr>
          </p:nvSpPr>
          <p:spPr>
            <a:xfrm>
              <a:off x="3134440" y="5043953"/>
              <a:ext cx="1273209" cy="304800"/>
            </a:xfrm>
            <a:prstGeom prst="rect">
              <a:avLst/>
            </a:prstGeom>
            <a:solidFill>
              <a:schemeClr val="accent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8" name="Color_6"/>
            <p:cNvSpPr/>
            <p:nvPr>
              <p:custDataLst>
                <p:tags r:id="rId32"/>
              </p:custDataLst>
            </p:nvPr>
          </p:nvSpPr>
          <p:spPr>
            <a:xfrm>
              <a:off x="9499336" y="5345025"/>
              <a:ext cx="1273209" cy="304800"/>
            </a:xfrm>
            <a:prstGeom prst="rect">
              <a:avLst/>
            </a:prstGeom>
            <a:solidFill>
              <a:schemeClr val="accent6">
                <a:lumMod val="1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19" name="Color_5"/>
            <p:cNvSpPr/>
            <p:nvPr>
              <p:custDataLst>
                <p:tags r:id="rId33"/>
              </p:custDataLst>
            </p:nvPr>
          </p:nvSpPr>
          <p:spPr>
            <a:xfrm>
              <a:off x="8226357" y="5345025"/>
              <a:ext cx="1273209" cy="304800"/>
            </a:xfrm>
            <a:prstGeom prst="rect">
              <a:avLst/>
            </a:prstGeom>
            <a:solidFill>
              <a:schemeClr val="accent5">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20" name="Color_4"/>
            <p:cNvSpPr/>
            <p:nvPr>
              <p:custDataLst>
                <p:tags r:id="rId34"/>
              </p:custDataLst>
            </p:nvPr>
          </p:nvSpPr>
          <p:spPr>
            <a:xfrm>
              <a:off x="6953378" y="5345025"/>
              <a:ext cx="1273209" cy="304800"/>
            </a:xfrm>
            <a:prstGeom prst="rect">
              <a:avLst/>
            </a:prstGeom>
            <a:solidFill>
              <a:schemeClr val="accent4">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21" name="Color_3"/>
            <p:cNvSpPr/>
            <p:nvPr>
              <p:custDataLst>
                <p:tags r:id="rId35"/>
              </p:custDataLst>
            </p:nvPr>
          </p:nvSpPr>
          <p:spPr>
            <a:xfrm>
              <a:off x="5680399" y="5345025"/>
              <a:ext cx="1273209" cy="304800"/>
            </a:xfrm>
            <a:prstGeom prst="rect">
              <a:avLst/>
            </a:prstGeom>
            <a:solidFill>
              <a:schemeClr val="accent3">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22" name="Color_2"/>
            <p:cNvSpPr/>
            <p:nvPr>
              <p:custDataLst>
                <p:tags r:id="rId36"/>
              </p:custDataLst>
            </p:nvPr>
          </p:nvSpPr>
          <p:spPr>
            <a:xfrm>
              <a:off x="4407419" y="5345025"/>
              <a:ext cx="1273209" cy="304800"/>
            </a:xfrm>
            <a:prstGeom prst="rect">
              <a:avLst/>
            </a:prstGeom>
            <a:solidFill>
              <a:schemeClr val="accent2">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sp>
          <p:nvSpPr>
            <p:cNvPr id="123" name="Color_1"/>
            <p:cNvSpPr/>
            <p:nvPr>
              <p:custDataLst>
                <p:tags r:id="rId37"/>
              </p:custDataLst>
            </p:nvPr>
          </p:nvSpPr>
          <p:spPr>
            <a:xfrm>
              <a:off x="3134440" y="5345025"/>
              <a:ext cx="1273209" cy="304800"/>
            </a:xfrm>
            <a:prstGeom prst="rect">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8561" tIns="37672" rIns="38561" bIns="37672" numCol="1" spcCol="0" rtlCol="0" fromWordArt="0" anchor="ctr" anchorCtr="0" forceAA="0" compatLnSpc="1">
              <a:noAutofit/>
            </a:bodyPr>
            <a:lstStyle/>
            <a:p>
              <a:pPr algn="ctr">
                <a:spcBef>
                  <a:spcPts val="353"/>
                </a:spcBef>
              </a:pPr>
              <a:endParaRPr lang="en-US" sz="915" b="1">
                <a:solidFill>
                  <a:schemeClr val="bg1"/>
                </a:solidFill>
                <a:latin typeface="+mn-lt"/>
                <a:ea typeface="+mn-ea"/>
              </a:endParaRPr>
            </a:p>
          </p:txBody>
        </p:sp>
      </p:grpSp>
      <p:sp>
        <p:nvSpPr>
          <p:cNvPr id="124" name="TextBox 123"/>
          <p:cNvSpPr txBox="1"/>
          <p:nvPr userDrawn="1"/>
        </p:nvSpPr>
        <p:spPr>
          <a:xfrm>
            <a:off x="0" y="0"/>
            <a:ext cx="12192000" cy="270000"/>
          </a:xfrm>
          <a:prstGeom prst="rect">
            <a:avLst/>
          </a:prstGeom>
          <a:solidFill>
            <a:schemeClr val="tx1"/>
          </a:solidFill>
        </p:spPr>
        <p:txBody>
          <a:bodyPr wrap="square" lIns="0" tIns="0" rIns="0" bIns="0" rtlCol="0" anchor="ctr">
            <a:noAutofit/>
          </a:bodyPr>
          <a:lstStyle/>
          <a:p>
            <a:pPr algn="ctr">
              <a:lnSpc>
                <a:spcPts val="1819"/>
              </a:lnSpc>
            </a:pPr>
            <a:r>
              <a:rPr lang="en-US" sz="1712" b="0" i="0" u="none" strike="noStrike" cap="none" baseline="0">
                <a:solidFill>
                  <a:srgbClr val="FFFFFF"/>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Do NOT delete this slide. This is for future reference.</a:t>
            </a:r>
            <a:endParaRPr lang="en-GB" sz="1712">
              <a:solidFill>
                <a:schemeClr val="bg1"/>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943236339"/>
      </p:ext>
    </p:extLst>
  </p:cSld>
  <p:clrMapOvr>
    <a:masterClrMapping/>
  </p:clrMapOvr>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DISC - Legal Disclaimer">
    <p:spTree>
      <p:nvGrpSpPr>
        <p:cNvPr id="1" name=""/>
        <p:cNvGrpSpPr/>
        <p:nvPr/>
      </p:nvGrpSpPr>
      <p:grpSpPr>
        <a:xfrm>
          <a:off x="0" y="0"/>
          <a:ext cx="0" cy="0"/>
          <a:chOff x="0" y="0"/>
          <a:chExt cx="0" cy="0"/>
        </a:xfrm>
      </p:grpSpPr>
      <p:sp>
        <p:nvSpPr>
          <p:cNvPr id="7" name="Legal Disclaimer - Title"/>
          <p:cNvSpPr txBox="1"/>
          <p:nvPr userDrawn="1"/>
        </p:nvSpPr>
        <p:spPr>
          <a:xfrm>
            <a:off x="665018" y="485444"/>
            <a:ext cx="9344538" cy="342900"/>
          </a:xfrm>
          <a:prstGeom prst="rect">
            <a:avLst/>
          </a:prstGeom>
          <a:noFill/>
        </p:spPr>
        <p:style>
          <a:lnRef idx="0">
            <a:scrgbClr r="0" g="0" b="0"/>
          </a:lnRef>
          <a:fillRef idx="0">
            <a:scrgbClr r="0" g="0" b="0"/>
          </a:fillRef>
          <a:effectRef idx="0">
            <a:scrgbClr r="0" g="0" b="0"/>
          </a:effectRef>
          <a:fontRef idx="minor">
            <a:schemeClr val="tx1"/>
          </a:fontRef>
        </p:style>
        <p:txBody>
          <a:bodyPr wrap="square" lIns="0" tIns="48924" rIns="48924" bIns="0" rtlCol="0" anchor="b">
            <a:noAutofit/>
          </a:bodyPr>
          <a:lstStyle/>
          <a:p>
            <a:pPr algn="l">
              <a:lnSpc>
                <a:spcPct val="80000"/>
              </a:lnSpc>
              <a:spcBef>
                <a:spcPct val="0"/>
              </a:spcBef>
              <a:spcAft>
                <a:spcPct val="0"/>
              </a:spcAft>
            </a:pPr>
            <a:r>
              <a:rPr lang="en-US" sz="2140" b="1" i="0" u="none" strike="noStrike" cap="none" baseline="0">
                <a:solidFill>
                  <a:srgbClr val="082C86"/>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Disclaimer</a:t>
            </a:r>
            <a:endParaRPr lang="en-US" sz="2140" b="1" baseline="0">
              <a:solidFill>
                <a:schemeClr val="accent2">
                  <a:lumMod val="50000"/>
                </a:schemeClr>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17" name="Legal Disclaimer - Content"/>
          <p:cNvSpPr>
            <a:spLocks noGrp="1"/>
          </p:cNvSpPr>
          <p:nvPr>
            <p:ph type="body" sz="quarter" idx="36" hasCustomPrompt="1"/>
          </p:nvPr>
        </p:nvSpPr>
        <p:spPr>
          <a:xfrm>
            <a:off x="665405" y="979715"/>
            <a:ext cx="10861191" cy="4966577"/>
          </a:xfrm>
        </p:spPr>
        <p:txBody>
          <a:bodyPr>
            <a:noAutofit/>
          </a:bodyPr>
          <a:lstStyle>
            <a:lvl1pPr marL="0" indent="0">
              <a:buNone/>
              <a:defRPr sz="696" baseline="0">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This presentation has been prepared by Nanjing IASO Biotechnology Co., Ltd. (the “Company” or “us”) for a limited number of recipients solely for use at this presentation to research analysts and for information purposes only and not for public dissemination. You must hold this document and any oral information provided in connection with this presentation in strict confidence and may not communicate, reproduce, distribute or disclose it to any other person (whether within or outside your organization/firm), or refer to it publicly, in whole or in part at any time except with our prior written consent. The document is not prepared by Morgan Stanley Asia Limited and CCB International Capital Limited (the “Joint Sponsors”), nor any of its affiliates, controlling persons, directors, officers, partners, employees, agents, advisors or representatives. The use of registered trademarks, commercial trademarks and logos or photographic materials in this presentation are exclusively for illustrative purposes and are not meant to violate the rights of the creators and/or applicable intellectual property laws.</a:t>
            </a:r>
          </a:p>
          <a:p>
            <a:pPr lvl="0"/>
            <a:r>
              <a:rPr lang="en-US"/>
              <a:t>By attending this meeting or receiving this presentation, you shall be deemed to have agreed and undertaken that you (i) have read and will comply with the contents of this notice, (ii) will maintain absolute confidentiality regarding this presentation and the information disclosed in this document, (iii) have not obtained and will not seek from the Company or its advisers, whether directly or indirectly, any material information, including forward looking information, whether qualitative or quantitative, concerning the Company that is not reasonably expected to be included in the prospectus or publicly available, (iv) have read, and agreed to, the restrictions and observations set out in the guidelines (the “Research Report Guidelines”) dated [November [•]], 2025 titled “Project Cure – Syndicate Analysts’ Research Report Guidelines” from Paul Hastings and are deemed to have agreed to and represented to the Joint Sponsors the matters set out in the Research Report Guidelines, (v) will be solely responsible for your own assessment of the market and the market position of the Company and that you have conducted and will conduct your own analysis and be solely responsible for forming your own view of the potential future performance of the business of the Company, and (vi) you undertake to treat and handle this document with the strictest confidence, and shall indemnify and keep indemnified the Company and the Joint Sponsors and their respective affiliates, controlling persons, directors, officers, partners, employees, agents, advisors and representatives against all losses, damages, expenses and costs that any of them may sustain or incur as a result, whether directly or indirectly, of any breach of any provision in this disclaimer by you. </a:t>
            </a:r>
          </a:p>
          <a:p>
            <a:pPr lvl="0"/>
            <a:r>
              <a:rPr lang="en-US"/>
              <a:t>The information in this document has not been independently verified. The contents of this document have not been reviewed by any regulatory authority in any jurisdiction. This document does not purport to provide a complete description of the matters to which it relates. No reliance shall be made in relation to the information contained in this document. Some of the information contained in this presentation is still in draft form and may not be finalized until the time of publication of the Company’s prospectus and international offering circular relating to the proposed global offering. No representation, warranty or undertaking, express or implied, is or will be made in, or in relation to, and no responsibility or liability (including, without limitation, any liability in negligence) is or will be accepted by us, the Joint Sponsors or our or its affiliates, or our or its officers, employees or agents, as to, or in relation to, this document or the accuracy, fairness, reasonableness, correctness, or completeness of the information contained herein or any other information, whether written or oral, made available to you or your advisers and any liability therefore is hereby expressly disclaimed. In particular, the slides forming part of this presentation have been prepared for the purposes of providing background information about the Company. Certain statements set forth in this document with respect to the Company or other events, including but not limited to opinions and forward-looking statements with respect to the future financial condition and results of operations of the Company and certain plans and objects of the management of the Company, are based on a number of assumptions, including but not limited to the present business strategies of the Company and other matters beyond the control of the Company, such as the political, social, legal and economic environment in which the Company will operate in the future. Such statements are subject to known and unknown risks, uncertainties and other factors which may cause the actual performance or results of operations of the Company to differ materially from such opinions or forward-looking statements or the views, expressed or implied, contained in this document. None of the Company, the Joint Sponsors, nor any of its respective affiliates, advisors or representatives shall be obliged in any way to update such opinions or forward-looking statements for any event or circumstances that may occur. No representation or warranty is given as to the achievement or reasonableness of, and no reliance should be placed on, any forward-looking statements, assumptions, projections, targets, estimates or forecasts contained in this document. In all cases, you should conduct your own investigation and analysis of the Company and the data regarding the global economy and healthcare market and industry contained in this document. None of us, the Joint Sponsors or our or its affiliates, or our or its officers, employees or agents undertakes any obligation to provide the recipient with access to any additional information or to update this presentation or any additional information or to correct any inaccuracies in any such information which may become apparent. </a:t>
            </a:r>
          </a:p>
          <a:p>
            <a:pPr lvl="0"/>
            <a:r>
              <a:rPr lang="en-US"/>
              <a:t>This document does not constitute or form part of, and should not be construed as, an offer or an invitation to sell or issue or a solicitation of an offer to purchase or subscribe any securities nor shall there be any sale of such securities in any state, country or jurisdiction, in which such offer, solicitation or sale would be unlawful prior to registration or qualification under the securities laws of any such state, country or jurisdiction. No securities of the Company have been, or will be, registered under the US Securities Act of 1933, as amended (the “US Securities Act”) or the securities laws of any state or other jurisdiction of the United States and may not be offered or sold within the United States, except pursuant to a registered offering in compliance with or pursuant to an exemption from, or in a transaction not subject to, the registration requirements of the US Securities Act and the applicable securities laws of any state or other jurisdiction of the United States. There will be no public offer of the Company’s securities in the United States. </a:t>
            </a:r>
          </a:p>
          <a:p>
            <a:pPr lvl="0"/>
            <a:r>
              <a:rPr lang="en-US"/>
              <a:t>This document and the information contained herein as well as information presented orally or otherwise are strictly confidential and must be treated as such. No part of this document or its contents may be copied or reproduced, or redistributed or passed on, directly or indirectly, to any other person in any manner or published, in whole or in part, for any other purpose. By accessing this document, you are deemed to represent to the Company and the Joint Sponsors and its respective affiliates, controlling persons, directors, offices, partners, employees, agents, representatives or advisers that you are, and any customers you represent are, either (i) a person outside the United States within the meaning of Regulation S under the U.S. Securities Act; or (ii) a qualified institutional buyer as defined in Rule 144A under the U.S. Securities Act. You also represent that you are, and any customers you represent are “professional investors” described in Part I of Schedule 1 to the Securities and Futures Ordinance and any subsidiary legislation thereunder (including but not limited to the Securities and Futures (Professional Investor) Rules (Chapter 571D of the Laws of Hong Kong)). To the extent you purchase the shares of the Company, you will be doing so pursuant to either Rule 144A or Regulation S or another exemption from registration under the U.S. Securities Act. Neither this document nor any copy of it may be taken or transmitted into or distributed, directly or indirectly, in the United States. Neither this document nor any copy of it may be taken or transmitted into Canada or distributed or redistributed in Japan or to any resident thereof. Upon request, the recipient will promptly return this document and all information made available, without retaining any copies.</a:t>
            </a:r>
          </a:p>
          <a:p>
            <a:pPr lvl="0"/>
            <a:r>
              <a:rPr lang="en-US"/>
              <a:t>In Hong Kong, no securities of the Company may be offered to the public unless a prospectus in connection with the offering for sale or subscription of such securities has been authorized by The Stock Exchange of Hong Kong Limited for registration by the Registrar of Companies in Hong Kong under the provisions of the Companies (Winding Up and Miscellaneous Provisions) Ordinance (Cap.32 of the Laws of Hong Kong) (the “Companies Ordinance”), and has been so registered. This document contains no information or material which may result in it being deemed (1) to be a prospectus within the meaning of section 2(1) of Companies Ordinance, or an advertisement in relation to a prospectus or proposed prospectus or extract from or abridged version of a prospectus within the meaning of section 38B of the Companies Ordinance or an advertisement, invitation or document containing an advertisement or invitation falling within the meaning of section 103 of the Securities and Futures Ordinance (Chapter 571 of the Laws of Hong Kong) or (2) in Hong Kong to have effected an offer to the public without compliance with the laws of Hong Kong or being able to invoke any exemption available under the laws of Hong Kong, and is subject to material change without notice. No part of this document shall form the basis of or be relied upon in connection with any contract, commitment or investment decision in relation there to. The recipients and readers of this document should not construe the contents of this document as legal, tax, accounting or investment advice and should consult their own financial, tax, accounting or legal advisers or other consultants in case of doubt. </a:t>
            </a:r>
          </a:p>
          <a:p>
            <a:pPr lvl="0"/>
            <a:r>
              <a:rPr lang="en-US"/>
              <a:t>The distribution of this document in certain jurisdictions may be restricted by law, and the recipients into whose possession this document comes should inform themselves about, and observe such restrictions. Neither this document nor any copy of it may be taken or transmitted into United States, Japan or Canada or distributed or redistributed in Japan or to any resident thereof. Upon request, the recipient will promptly return this document and all information made available to you, without retaining any copies. </a:t>
            </a:r>
          </a:p>
          <a:p>
            <a:pPr lvl="0"/>
            <a:r>
              <a:rPr lang="en-US"/>
              <a:t>You hereby accept the foregoing by attending this meeting or accepting delivery of the information contained herein. If you do not accept these conditions and give the acknowledgements and representations set out above, please immediately return this document to the Company. Any breach of the foregoing may constitute a breach of securities laws. </a:t>
            </a:r>
          </a:p>
        </p:txBody>
      </p:sp>
      <p:sp>
        <p:nvSpPr>
          <p:cNvPr id="6" name="Slide - Page Number"/>
          <p:cNvSpPr>
            <a:spLocks noGrp="1"/>
          </p:cNvSpPr>
          <p:nvPr>
            <p:ph type="body" sz="quarter" idx="35" hasCustomPrompt="1"/>
          </p:nvPr>
        </p:nvSpPr>
        <p:spPr>
          <a:xfrm>
            <a:off x="11271134" y="6422317"/>
            <a:ext cx="277091" cy="112955"/>
          </a:xfrm>
        </p:spPr>
        <p:txBody>
          <a:bodyPr lIns="0" tIns="0" rIns="0" bIns="0" anchor="t" anchorCtr="0">
            <a:noAutofit/>
          </a:bodyPr>
          <a:lstStyle>
            <a:lvl1pPr marL="0" indent="0" algn="r">
              <a:buNone/>
              <a:defRPr sz="856" baseline="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639313549"/>
      </p:ext>
    </p:extLst>
  </p:cSld>
  <p:clrMapOvr>
    <a:masterClrMapping/>
  </p:clrMapOvr>
  <p:transition/>
  <p:hf hdr="0" dt="0"/>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userDrawn="1">
  <p:cSld name="2_FW - P - Blank">
    <p:spTree>
      <p:nvGrpSpPr>
        <p:cNvPr id="1" name=""/>
        <p:cNvGrpSpPr/>
        <p:nvPr/>
      </p:nvGrpSpPr>
      <p:grpSpPr>
        <a:xfrm>
          <a:off x="0" y="0"/>
          <a:ext cx="0" cy="0"/>
          <a:chOff x="0" y="0"/>
          <a:chExt cx="0" cy="0"/>
        </a:xfrm>
      </p:grpSpPr>
      <p:sp>
        <p:nvSpPr>
          <p:cNvPr id="21" name="Slide - Footnote"/>
          <p:cNvSpPr>
            <a:spLocks noGrp="1"/>
          </p:cNvSpPr>
          <p:nvPr>
            <p:ph type="ftr" sz="quarter" idx="3"/>
          </p:nvPr>
        </p:nvSpPr>
        <p:spPr>
          <a:xfrm>
            <a:off x="671562" y="6081864"/>
            <a:ext cx="10856189" cy="270202"/>
          </a:xfrm>
          <a:prstGeom prst="rect">
            <a:avLst/>
          </a:prstGeom>
          <a:noFill/>
        </p:spPr>
        <p:txBody>
          <a:bodyPr wrap="square" lIns="0" anchor="b" anchorCtr="0">
            <a:spAutoFit/>
          </a:bodyPr>
          <a:lstStyle>
            <a:lvl1pPr>
              <a:lnSpc>
                <a:spcPct val="90000"/>
              </a:lnSpc>
              <a:defRPr sz="642" b="0">
                <a:solidFill>
                  <a:schemeClr val="tx1"/>
                </a:solidFill>
                <a:latin typeface="Arial" panose="020B0604020202020204" pitchFamily="34" charset="0"/>
                <a:cs typeface="Arial" panose="020B0604020202020204" pitchFamily="34" charset="0"/>
                <a:sym typeface="Arial" panose="020B0604020202020204" pitchFamily="34" charset="0"/>
              </a:defRPr>
            </a:lvl1pPr>
          </a:lstStyle>
          <a:p>
            <a:r>
              <a:rPr lang="en-US" b="1"/>
              <a:t>Notes:</a:t>
            </a:r>
          </a:p>
          <a:p>
            <a:pPr marL="94452" indent="-94452">
              <a:buFont typeface="+mj-lt"/>
              <a:buAutoNum type="arabicPeriod"/>
            </a:pPr>
            <a:endParaRPr lang="en-US"/>
          </a:p>
        </p:txBody>
      </p:sp>
      <p:sp>
        <p:nvSpPr>
          <p:cNvPr id="9" name="Slide - Section Title"/>
          <p:cNvSpPr>
            <a:spLocks noGrp="1"/>
          </p:cNvSpPr>
          <p:nvPr>
            <p:ph sz="quarter" idx="34" hasCustomPrompt="1"/>
          </p:nvPr>
        </p:nvSpPr>
        <p:spPr>
          <a:xfrm>
            <a:off x="8118627" y="6422319"/>
            <a:ext cx="3025833" cy="131905"/>
          </a:xfrm>
          <a:prstGeom prst="rect">
            <a:avLst/>
          </a:prstGeom>
        </p:spPr>
        <p:txBody>
          <a:bodyPr tIns="0" bIns="0" anchor="t" anchorCtr="0">
            <a:spAutoFit/>
          </a:bodyPr>
          <a:lstStyle>
            <a:lvl1pPr marL="0" indent="0" algn="r">
              <a:buNone/>
              <a:defRPr sz="856" cap="all" baseline="0">
                <a:solidFill>
                  <a:schemeClr val="tx1"/>
                </a:solidFill>
                <a:latin typeface="Arial" panose="020B0604020202020204" pitchFamily="34" charset="0"/>
                <a:cs typeface="Arial" panose="020B0604020202020204" pitchFamily="34" charset="0"/>
                <a:sym typeface="Arial" panose="020B0604020202020204" pitchFamily="34" charset="0"/>
              </a:defRPr>
            </a:lvl1pPr>
            <a:lvl5pPr>
              <a:defRPr/>
            </a:lvl5pPr>
          </a:lstStyle>
          <a:p>
            <a:pPr lvl="0"/>
            <a:r>
              <a:rPr lang="en-US"/>
              <a:t>SECTION TITLE</a:t>
            </a:r>
          </a:p>
        </p:txBody>
      </p:sp>
      <p:sp>
        <p:nvSpPr>
          <p:cNvPr id="8" name="Slide - Page Number"/>
          <p:cNvSpPr>
            <a:spLocks noGrp="1"/>
          </p:cNvSpPr>
          <p:nvPr>
            <p:ph type="body" sz="quarter" idx="35" hasCustomPrompt="1"/>
          </p:nvPr>
        </p:nvSpPr>
        <p:spPr>
          <a:xfrm>
            <a:off x="11271134" y="6422318"/>
            <a:ext cx="277091" cy="112955"/>
          </a:xfrm>
        </p:spPr>
        <p:txBody>
          <a:bodyPr tIns="0" bIns="0" anchor="t" anchorCtr="0">
            <a:noAutofit/>
          </a:bodyPr>
          <a:lstStyle>
            <a:lvl1pPr marL="0" indent="0" algn="r">
              <a:buNone/>
              <a:defRPr sz="856">
                <a:latin typeface="Arial" panose="020B0604020202020204" pitchFamily="34" charset="0"/>
                <a:cs typeface="Arial" panose="020B0604020202020204" pitchFamily="34" charset="0"/>
                <a:sym typeface="Arial" panose="020B0604020202020204" pitchFamily="34" charset="0"/>
              </a:defRPr>
            </a:lvl1pPr>
          </a:lstStyle>
          <a:p>
            <a:pPr lvl="0"/>
            <a:r>
              <a:rPr lang="en-US"/>
              <a:t>#</a:t>
            </a:r>
          </a:p>
        </p:txBody>
      </p:sp>
    </p:spTree>
    <p:extLst>
      <p:ext uri="{BB962C8B-B14F-4D97-AF65-F5344CB8AC3E}">
        <p14:creationId xmlns:p14="http://schemas.microsoft.com/office/powerpoint/2010/main" val="3011189686"/>
      </p:ext>
    </p:extLst>
  </p:cSld>
  <p:clrMapOvr>
    <a:masterClrMapping/>
  </p:clrMapOvr>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1_FW - P - 2 Placeholders (2 Columns)">
    <p:spTree>
      <p:nvGrpSpPr>
        <p:cNvPr id="1" name=""/>
        <p:cNvGrpSpPr/>
        <p:nvPr/>
      </p:nvGrpSpPr>
      <p:grpSpPr>
        <a:xfrm>
          <a:off x="0" y="0"/>
          <a:ext cx="0" cy="0"/>
          <a:chOff x="0" y="0"/>
          <a:chExt cx="0" cy="0"/>
        </a:xfrm>
      </p:grpSpPr>
      <p:sp>
        <p:nvSpPr>
          <p:cNvPr id="18" name="Placeholder 1 - Title"/>
          <p:cNvSpPr>
            <a:spLocks noGrp="1"/>
          </p:cNvSpPr>
          <p:nvPr>
            <p:ph type="body" sz="quarter" idx="13" hasCustomPrompt="1"/>
          </p:nvPr>
        </p:nvSpPr>
        <p:spPr>
          <a:xfrm>
            <a:off x="665021" y="1589444"/>
            <a:ext cx="5275811" cy="161365"/>
          </a:xfrm>
          <a:prstGeom prst="rect">
            <a:avLst/>
          </a:prstGeom>
        </p:spPr>
        <p:txBody>
          <a:bodyPr lIns="0" tIns="0" rIns="0" bIns="0">
            <a:noAutofit/>
          </a:bodyPr>
          <a:lstStyle>
            <a:lvl1pPr marL="0" indent="0" defTabSz="1000923">
              <a:spcAft>
                <a:spcPts val="498"/>
              </a:spcAft>
              <a:buNone/>
              <a:tabLst>
                <a:tab pos="9091211" algn="r"/>
              </a:tabLst>
              <a:defRPr sz="1070" b="1">
                <a:solidFill>
                  <a:schemeClr val="tx2"/>
                </a:solidFill>
              </a:defRPr>
            </a:lvl1pPr>
          </a:lstStyle>
          <a:p>
            <a:pPr lvl="0"/>
            <a:r>
              <a:rPr lang="en-US" dirty="0"/>
              <a:t>Title 1</a:t>
            </a:r>
          </a:p>
        </p:txBody>
      </p:sp>
      <p:sp>
        <p:nvSpPr>
          <p:cNvPr id="20" name="Placeholder 1 - Sub-Title"/>
          <p:cNvSpPr>
            <a:spLocks noGrp="1"/>
          </p:cNvSpPr>
          <p:nvPr>
            <p:ph type="body" sz="quarter" idx="14" hasCustomPrompt="1"/>
          </p:nvPr>
        </p:nvSpPr>
        <p:spPr>
          <a:xfrm>
            <a:off x="665021" y="1758877"/>
            <a:ext cx="5275811" cy="161365"/>
          </a:xfrm>
          <a:prstGeom prst="rect">
            <a:avLst/>
          </a:prstGeom>
        </p:spPr>
        <p:txBody>
          <a:bodyPr lIns="0" tIns="0" rIns="0" bIns="0">
            <a:noAutofit/>
          </a:bodyPr>
          <a:lstStyle>
            <a:lvl1pPr marL="0" indent="0">
              <a:buNone/>
              <a:tabLst>
                <a:tab pos="9091211" algn="r"/>
              </a:tabLst>
              <a:defRPr sz="856" baseline="0">
                <a:solidFill>
                  <a:schemeClr val="tx1"/>
                </a:solidFill>
              </a:defRPr>
            </a:lvl1pPr>
          </a:lstStyle>
          <a:p>
            <a:pPr lvl="0"/>
            <a:r>
              <a:rPr lang="en-US" dirty="0"/>
              <a:t>Sub-Title 1</a:t>
            </a:r>
          </a:p>
        </p:txBody>
      </p:sp>
      <p:sp>
        <p:nvSpPr>
          <p:cNvPr id="22" name="Placeholder 1 - Content"/>
          <p:cNvSpPr>
            <a:spLocks noGrp="1"/>
          </p:cNvSpPr>
          <p:nvPr>
            <p:ph sz="quarter" idx="15" hasCustomPrompt="1"/>
          </p:nvPr>
        </p:nvSpPr>
        <p:spPr>
          <a:xfrm>
            <a:off x="665021" y="1928308"/>
            <a:ext cx="5275811" cy="3913094"/>
          </a:xfrm>
          <a:prstGeom prst="rect">
            <a:avLst/>
          </a:prstGeom>
        </p:spPr>
        <p:txBody>
          <a:bodyPr lIns="0"/>
          <a:lstStyle>
            <a:lvl1pPr>
              <a:buClr>
                <a:schemeClr val="accent2"/>
              </a:buClr>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dirty="0"/>
              <a:t>Placeholder 1</a:t>
            </a:r>
          </a:p>
          <a:p>
            <a:pPr lvl="1"/>
            <a:r>
              <a:rPr lang="en-US" dirty="0"/>
              <a:t>Second level</a:t>
            </a:r>
          </a:p>
          <a:p>
            <a:pPr lvl="2"/>
            <a:r>
              <a:rPr lang="en-US" dirty="0"/>
              <a:t>Third level</a:t>
            </a:r>
          </a:p>
          <a:p>
            <a:pPr lvl="3"/>
            <a:r>
              <a:rPr lang="en-US" dirty="0"/>
              <a:t>Fourth level</a:t>
            </a:r>
          </a:p>
        </p:txBody>
      </p:sp>
      <p:sp>
        <p:nvSpPr>
          <p:cNvPr id="26" name="Placeholder 1 - Source"/>
          <p:cNvSpPr>
            <a:spLocks noGrp="1"/>
          </p:cNvSpPr>
          <p:nvPr>
            <p:ph type="body" sz="quarter" idx="25" hasCustomPrompt="1"/>
          </p:nvPr>
        </p:nvSpPr>
        <p:spPr>
          <a:xfrm>
            <a:off x="665021" y="5849473"/>
            <a:ext cx="5275811" cy="96819"/>
          </a:xfrm>
          <a:prstGeom prst="rect">
            <a:avLst/>
          </a:prstGeom>
        </p:spPr>
        <p:txBody>
          <a:bodyPr vert="horz" lIns="0" tIns="18288" rIns="0" bIns="0" rtlCol="0">
            <a:noAutofit/>
          </a:bodyPr>
          <a:lstStyle>
            <a:lvl1pPr marL="0" indent="0">
              <a:buNone/>
              <a:defRPr lang="en-US" sz="498" baseline="0" dirty="0" smtClean="0"/>
            </a:lvl1pPr>
            <a:lvl2pPr>
              <a:defRPr lang="en-US" sz="642" kern="1200" baseline="0" dirty="0" smtClean="0">
                <a:solidFill>
                  <a:schemeClr val="tx1"/>
                </a:solidFill>
                <a:latin typeface="Arial" panose="020B0604020202020204" pitchFamily="34" charset="0"/>
                <a:ea typeface="+mn-ea"/>
                <a:cs typeface="Arial" panose="020B0604020202020204" pitchFamily="34" charset="0"/>
              </a:defRPr>
            </a:lvl2pPr>
          </a:lstStyle>
          <a:p>
            <a:pPr marL="285396" lvl="1" indent="-285396" algn="l" defTabSz="757658" rtl="0" eaLnBrk="1" latinLnBrk="0" hangingPunct="1">
              <a:spcBef>
                <a:spcPts val="0"/>
              </a:spcBef>
              <a:spcAft>
                <a:spcPts val="332"/>
              </a:spcAft>
              <a:buFont typeface="Arial" panose="020B0604020202020204" pitchFamily="34" charset="0"/>
              <a:buNone/>
            </a:pPr>
            <a:r>
              <a:rPr lang="en-US" dirty="0"/>
              <a:t>Source 1</a:t>
            </a:r>
          </a:p>
        </p:txBody>
      </p:sp>
      <p:sp>
        <p:nvSpPr>
          <p:cNvPr id="23" name="Placeholder 2 - Title"/>
          <p:cNvSpPr>
            <a:spLocks noGrp="1"/>
          </p:cNvSpPr>
          <p:nvPr>
            <p:ph type="body" sz="quarter" idx="26" hasCustomPrompt="1"/>
          </p:nvPr>
        </p:nvSpPr>
        <p:spPr>
          <a:xfrm>
            <a:off x="6251175" y="1589444"/>
            <a:ext cx="5275811" cy="161365"/>
          </a:xfrm>
          <a:prstGeom prst="rect">
            <a:avLst/>
          </a:prstGeom>
        </p:spPr>
        <p:txBody>
          <a:bodyPr lIns="0" tIns="0" rIns="0" bIns="0">
            <a:noAutofit/>
          </a:bodyPr>
          <a:lstStyle>
            <a:lvl1pPr marL="0" indent="0">
              <a:spcAft>
                <a:spcPts val="498"/>
              </a:spcAft>
              <a:buNone/>
              <a:tabLst>
                <a:tab pos="9091211" algn="r"/>
              </a:tabLst>
              <a:defRPr sz="1070" b="1" baseline="0">
                <a:solidFill>
                  <a:schemeClr val="tx2"/>
                </a:solidFill>
              </a:defRPr>
            </a:lvl1pPr>
          </a:lstStyle>
          <a:p>
            <a:pPr lvl="0"/>
            <a:r>
              <a:rPr lang="en-US" dirty="0"/>
              <a:t>Title 2</a:t>
            </a:r>
          </a:p>
        </p:txBody>
      </p:sp>
      <p:sp>
        <p:nvSpPr>
          <p:cNvPr id="24" name="Placeholder 2 - Sub-Title"/>
          <p:cNvSpPr>
            <a:spLocks noGrp="1"/>
          </p:cNvSpPr>
          <p:nvPr>
            <p:ph type="body" sz="quarter" idx="27" hasCustomPrompt="1"/>
          </p:nvPr>
        </p:nvSpPr>
        <p:spPr>
          <a:xfrm>
            <a:off x="6251175" y="1758877"/>
            <a:ext cx="5275811" cy="161365"/>
          </a:xfrm>
          <a:prstGeom prst="rect">
            <a:avLst/>
          </a:prstGeom>
        </p:spPr>
        <p:txBody>
          <a:bodyPr lIns="0" tIns="0" rIns="0" bIns="0">
            <a:noAutofit/>
          </a:bodyPr>
          <a:lstStyle>
            <a:lvl1pPr marL="0" indent="0">
              <a:buNone/>
              <a:tabLst>
                <a:tab pos="9091211" algn="r"/>
              </a:tabLst>
              <a:defRPr sz="856" baseline="0">
                <a:solidFill>
                  <a:schemeClr val="tx1"/>
                </a:solidFill>
              </a:defRPr>
            </a:lvl1pPr>
          </a:lstStyle>
          <a:p>
            <a:pPr lvl="0"/>
            <a:r>
              <a:rPr lang="en-US" dirty="0"/>
              <a:t>Sub-Title 2</a:t>
            </a:r>
          </a:p>
        </p:txBody>
      </p:sp>
      <p:sp>
        <p:nvSpPr>
          <p:cNvPr id="25" name="Placeholder 2 - Content"/>
          <p:cNvSpPr>
            <a:spLocks noGrp="1"/>
          </p:cNvSpPr>
          <p:nvPr>
            <p:ph sz="quarter" idx="28" hasCustomPrompt="1"/>
          </p:nvPr>
        </p:nvSpPr>
        <p:spPr>
          <a:xfrm>
            <a:off x="6251175" y="1928308"/>
            <a:ext cx="5275811" cy="3913094"/>
          </a:xfrm>
          <a:prstGeom prst="rect">
            <a:avLst/>
          </a:prstGeom>
        </p:spPr>
        <p:txBody>
          <a:bodyPr lIns="0"/>
          <a:lstStyle>
            <a:lvl1pPr>
              <a:buClr>
                <a:schemeClr val="accent2"/>
              </a:buClr>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dirty="0"/>
              <a:t>Placeholder 2</a:t>
            </a:r>
          </a:p>
          <a:p>
            <a:pPr lvl="1"/>
            <a:r>
              <a:rPr lang="en-US" dirty="0"/>
              <a:t>Second level</a:t>
            </a:r>
          </a:p>
          <a:p>
            <a:pPr lvl="2"/>
            <a:r>
              <a:rPr lang="en-US" dirty="0"/>
              <a:t>Third level</a:t>
            </a:r>
          </a:p>
          <a:p>
            <a:pPr lvl="3"/>
            <a:r>
              <a:rPr lang="en-US" dirty="0"/>
              <a:t>Fourth level</a:t>
            </a:r>
          </a:p>
        </p:txBody>
      </p:sp>
      <p:sp>
        <p:nvSpPr>
          <p:cNvPr id="30" name="Placeholder 2 - Source"/>
          <p:cNvSpPr>
            <a:spLocks noGrp="1"/>
          </p:cNvSpPr>
          <p:nvPr>
            <p:ph type="body" sz="quarter" idx="29" hasCustomPrompt="1"/>
          </p:nvPr>
        </p:nvSpPr>
        <p:spPr>
          <a:xfrm>
            <a:off x="6251175" y="5849473"/>
            <a:ext cx="5275811" cy="96819"/>
          </a:xfrm>
          <a:prstGeom prst="rect">
            <a:avLst/>
          </a:prstGeom>
        </p:spPr>
        <p:txBody>
          <a:bodyPr vert="horz" lIns="0" tIns="18288" rIns="0" bIns="0" rtlCol="0">
            <a:noAutofit/>
          </a:bodyPr>
          <a:lstStyle>
            <a:lvl1pPr marL="0" marR="0" indent="0" algn="l" defTabSz="757658" rtl="0" eaLnBrk="1" fontAlgn="auto" latinLnBrk="0" hangingPunct="1">
              <a:lnSpc>
                <a:spcPct val="100000"/>
              </a:lnSpc>
              <a:spcBef>
                <a:spcPts val="0"/>
              </a:spcBef>
              <a:spcAft>
                <a:spcPts val="332"/>
              </a:spcAft>
              <a:buClrTx/>
              <a:buSzTx/>
              <a:buFont typeface="Arial" panose="020B0604020202020204" pitchFamily="34" charset="0"/>
              <a:buNone/>
              <a:defRPr lang="en-US" sz="498" baseline="0" dirty="0" smtClean="0"/>
            </a:lvl1pPr>
            <a:lvl2pPr marL="0" indent="0">
              <a:defRPr lang="en-US" sz="642" kern="1200" baseline="0" dirty="0" smtClean="0">
                <a:solidFill>
                  <a:schemeClr val="tx1"/>
                </a:solidFill>
                <a:latin typeface="Arial" panose="020B0604020202020204" pitchFamily="34" charset="0"/>
                <a:ea typeface="+mn-ea"/>
                <a:cs typeface="Arial" panose="020B0604020202020204" pitchFamily="34" charset="0"/>
              </a:defRPr>
            </a:lvl2pPr>
          </a:lstStyle>
          <a:p>
            <a:pPr marL="285396" marR="0" lvl="1" indent="-285396" algn="l" defTabSz="757658" rtl="0" eaLnBrk="1" fontAlgn="auto" latinLnBrk="0" hangingPunct="1">
              <a:lnSpc>
                <a:spcPct val="100000"/>
              </a:lnSpc>
              <a:spcBef>
                <a:spcPts val="0"/>
              </a:spcBef>
              <a:spcAft>
                <a:spcPts val="332"/>
              </a:spcAft>
              <a:buClrTx/>
              <a:buSzTx/>
              <a:buFont typeface="Arial" panose="020B0604020202020204" pitchFamily="34" charset="0"/>
              <a:buNone/>
              <a:defRPr/>
            </a:pPr>
            <a:r>
              <a:rPr lang="en-US" dirty="0"/>
              <a:t>Source 2</a:t>
            </a:r>
          </a:p>
        </p:txBody>
      </p:sp>
      <p:sp>
        <p:nvSpPr>
          <p:cNvPr id="29" name="Slide - Footnote"/>
          <p:cNvSpPr>
            <a:spLocks noGrp="1"/>
          </p:cNvSpPr>
          <p:nvPr>
            <p:ph type="ftr" sz="quarter" idx="3"/>
          </p:nvPr>
        </p:nvSpPr>
        <p:spPr>
          <a:xfrm>
            <a:off x="671565" y="6081864"/>
            <a:ext cx="10856189" cy="270202"/>
          </a:xfrm>
          <a:prstGeom prst="rect">
            <a:avLst/>
          </a:prstGeom>
          <a:noFill/>
        </p:spPr>
        <p:txBody>
          <a:bodyPr wrap="square" lIns="0" anchor="b" anchorCtr="0">
            <a:spAutoFit/>
          </a:bodyPr>
          <a:lstStyle>
            <a:lvl1pPr>
              <a:lnSpc>
                <a:spcPct val="90000"/>
              </a:lnSpc>
              <a:defRPr sz="642" b="0">
                <a:solidFill>
                  <a:schemeClr val="tx1"/>
                </a:solidFill>
              </a:defRPr>
            </a:lvl1pPr>
          </a:lstStyle>
          <a:p>
            <a:r>
              <a:rPr lang="en-US" b="1"/>
              <a:t>Notes:</a:t>
            </a:r>
          </a:p>
          <a:p>
            <a:pPr marL="94452" indent="-94452">
              <a:buFont typeface="+mj-lt"/>
              <a:buAutoNum type="arabicPeriod"/>
            </a:pPr>
            <a:endParaRPr lang="en-US" dirty="0"/>
          </a:p>
        </p:txBody>
      </p:sp>
      <p:sp>
        <p:nvSpPr>
          <p:cNvPr id="19" name="Slide - Section Title"/>
          <p:cNvSpPr>
            <a:spLocks noGrp="1"/>
          </p:cNvSpPr>
          <p:nvPr>
            <p:ph sz="quarter" idx="34" hasCustomPrompt="1"/>
          </p:nvPr>
        </p:nvSpPr>
        <p:spPr>
          <a:xfrm>
            <a:off x="8118627" y="6422319"/>
            <a:ext cx="3025833" cy="131905"/>
          </a:xfrm>
          <a:prstGeom prst="rect">
            <a:avLst/>
          </a:prstGeom>
        </p:spPr>
        <p:txBody>
          <a:bodyPr tIns="0" bIns="0" anchor="t" anchorCtr="0">
            <a:spAutoFit/>
          </a:bodyPr>
          <a:lstStyle>
            <a:lvl1pPr marL="0" indent="0" algn="r">
              <a:buNone/>
              <a:defRPr sz="856" cap="all" baseline="0">
                <a:solidFill>
                  <a:schemeClr val="tx1"/>
                </a:solidFill>
              </a:defRPr>
            </a:lvl1pPr>
            <a:lvl5pPr>
              <a:defRPr/>
            </a:lvl5pPr>
          </a:lstStyle>
          <a:p>
            <a:pPr lvl="0"/>
            <a:r>
              <a:rPr lang="en-US" dirty="0"/>
              <a:t>SECTION TITLE</a:t>
            </a:r>
          </a:p>
        </p:txBody>
      </p:sp>
      <p:sp>
        <p:nvSpPr>
          <p:cNvPr id="16" name="Slide - Page Number"/>
          <p:cNvSpPr>
            <a:spLocks noGrp="1"/>
          </p:cNvSpPr>
          <p:nvPr>
            <p:ph type="body" sz="quarter" idx="35" hasCustomPrompt="1"/>
          </p:nvPr>
        </p:nvSpPr>
        <p:spPr>
          <a:xfrm>
            <a:off x="11271134" y="6422318"/>
            <a:ext cx="277091" cy="112955"/>
          </a:xfrm>
        </p:spPr>
        <p:txBody>
          <a:bodyPr tIns="0" bIns="0" anchor="t" anchorCtr="0">
            <a:noAutofit/>
          </a:bodyPr>
          <a:lstStyle>
            <a:lvl1pPr marL="0" indent="0" algn="r">
              <a:buNone/>
              <a:defRPr sz="856"/>
            </a:lvl1pPr>
          </a:lstStyle>
          <a:p>
            <a:pPr lvl="0"/>
            <a:r>
              <a:rPr lang="en-US" dirty="0"/>
              <a:t>#</a:t>
            </a:r>
          </a:p>
        </p:txBody>
      </p:sp>
      <p:sp>
        <p:nvSpPr>
          <p:cNvPr id="17" name="Slide - Sub-Title"/>
          <p:cNvSpPr>
            <a:spLocks noGrp="1"/>
          </p:cNvSpPr>
          <p:nvPr>
            <p:ph type="body" sz="quarter" idx="11" hasCustomPrompt="1"/>
          </p:nvPr>
        </p:nvSpPr>
        <p:spPr>
          <a:xfrm>
            <a:off x="665790" y="923269"/>
            <a:ext cx="10803191" cy="282388"/>
          </a:xfrm>
          <a:prstGeom prst="rect">
            <a:avLst/>
          </a:prstGeom>
        </p:spPr>
        <p:txBody>
          <a:bodyPr vert="horz" lIns="0" tIns="0" rIns="45720" bIns="0" rtlCol="0">
            <a:noAutofit/>
          </a:bodyPr>
          <a:lstStyle>
            <a:lvl1pPr marL="0" indent="0">
              <a:spcAft>
                <a:spcPts val="0"/>
              </a:spcAft>
              <a:buNone/>
              <a:defRPr lang="en-US" sz="1498" b="1" dirty="0">
                <a:solidFill>
                  <a:schemeClr val="bg1">
                    <a:lumMod val="65000"/>
                  </a:schemeClr>
                </a:solidFill>
              </a:defRPr>
            </a:lvl1pPr>
          </a:lstStyle>
          <a:p>
            <a:pPr lvl="0"/>
            <a:r>
              <a:rPr lang="en-US" dirty="0"/>
              <a:t>Slide Sub-Title</a:t>
            </a:r>
          </a:p>
        </p:txBody>
      </p:sp>
      <p:sp>
        <p:nvSpPr>
          <p:cNvPr id="27" name="Slide - Title"/>
          <p:cNvSpPr>
            <a:spLocks noGrp="1"/>
          </p:cNvSpPr>
          <p:nvPr>
            <p:ph type="title"/>
          </p:nvPr>
        </p:nvSpPr>
        <p:spPr>
          <a:xfrm>
            <a:off x="665021" y="489478"/>
            <a:ext cx="10809948" cy="338866"/>
          </a:xfrm>
          <a:prstGeom prst="rect">
            <a:avLst/>
          </a:prstGeom>
        </p:spPr>
        <p:txBody>
          <a:bodyPr vert="horz" lIns="0" tIns="45720" rIns="45720" bIns="0" rtlCol="0" anchor="b" anchorCtr="0">
            <a:noAutofit/>
          </a:bodyPr>
          <a:lstStyle>
            <a:lvl1pPr>
              <a:defRPr lang="en-US" dirty="0"/>
            </a:lvl1pPr>
          </a:lstStyle>
          <a:p>
            <a:pPr lvl="0"/>
            <a:r>
              <a:rPr lang="en-US"/>
              <a:t>Click to edit Master title style</a:t>
            </a:r>
            <a:endParaRPr lang="en-US" dirty="0"/>
          </a:p>
        </p:txBody>
      </p:sp>
    </p:spTree>
    <p:extLst>
      <p:ext uri="{BB962C8B-B14F-4D97-AF65-F5344CB8AC3E}">
        <p14:creationId xmlns:p14="http://schemas.microsoft.com/office/powerpoint/2010/main" val="312711569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tags" Target="../tags/tag8.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oleObject" Target="../embeddings/oleObject1.bin"/><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ags" Target="../tags/tag21.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theme" Target="../theme/theme2.xml"/><Relationship Id="rId5" Type="http://schemas.openxmlformats.org/officeDocument/2006/relationships/slideLayout" Target="../slideLayouts/slideLayout12.xml"/><Relationship Id="rId15" Type="http://schemas.openxmlformats.org/officeDocument/2006/relationships/image" Target="../media/image10.png"/><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heme" Target="../theme/theme3.xml"/><Relationship Id="rId1" Type="http://schemas.openxmlformats.org/officeDocument/2006/relationships/slideLayout" Target="../slideLayouts/slideLayout18.xml"/><Relationship Id="rId6" Type="http://schemas.openxmlformats.org/officeDocument/2006/relationships/tags" Target="../tags/tag32.xml"/><Relationship Id="rId5" Type="http://schemas.openxmlformats.org/officeDocument/2006/relationships/tags" Target="../tags/tag31.xml"/><Relationship Id="rId10" Type="http://schemas.openxmlformats.org/officeDocument/2006/relationships/image" Target="../media/image1.png"/><Relationship Id="rId4" Type="http://schemas.openxmlformats.org/officeDocument/2006/relationships/tags" Target="../tags/tag30.xml"/><Relationship Id="rId9" Type="http://schemas.openxmlformats.org/officeDocument/2006/relationships/tags" Target="../tags/tag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image" Target="../media/image10.pn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image" Target="../media/image3.emf"/><Relationship Id="rId2" Type="http://schemas.openxmlformats.org/officeDocument/2006/relationships/slideLayout" Target="../slideLayouts/slideLayout20.xml"/><Relationship Id="rId16" Type="http://schemas.openxmlformats.org/officeDocument/2006/relationships/oleObject" Target="../embeddings/oleObject2.bin"/><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tags" Target="../tags/tag37.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tags" Target="../tags/tag48.xml"/><Relationship Id="rId18" Type="http://schemas.openxmlformats.org/officeDocument/2006/relationships/tags" Target="../tags/tag53.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ags" Target="../tags/tag47.xml"/><Relationship Id="rId17" Type="http://schemas.openxmlformats.org/officeDocument/2006/relationships/tags" Target="../tags/tag52.xml"/><Relationship Id="rId2" Type="http://schemas.openxmlformats.org/officeDocument/2006/relationships/slideLayout" Target="../slideLayouts/slideLayout33.xml"/><Relationship Id="rId16" Type="http://schemas.openxmlformats.org/officeDocument/2006/relationships/tags" Target="../tags/tag51.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theme" Target="../theme/theme5.xml"/><Relationship Id="rId5" Type="http://schemas.openxmlformats.org/officeDocument/2006/relationships/slideLayout" Target="../slideLayouts/slideLayout36.xml"/><Relationship Id="rId15" Type="http://schemas.openxmlformats.org/officeDocument/2006/relationships/tags" Target="../tags/tag50.xml"/><Relationship Id="rId10" Type="http://schemas.openxmlformats.org/officeDocument/2006/relationships/slideLayout" Target="../slideLayouts/slideLayout41.xml"/><Relationship Id="rId19" Type="http://schemas.openxmlformats.org/officeDocument/2006/relationships/image" Target="../media/image1.png"/><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tags" Target="../tags/tag4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theme" Target="../theme/theme6.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10.png"/><Relationship Id="rId2" Type="http://schemas.openxmlformats.org/officeDocument/2006/relationships/slideLayout" Target="../slideLayouts/slideLayout43.xml"/><Relationship Id="rId16" Type="http://schemas.openxmlformats.org/officeDocument/2006/relationships/image" Target="../media/image3.emf"/><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oleObject" Target="../embeddings/oleObject2.bin"/><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tags" Target="../tags/tag67.xml"/></Relationships>
</file>

<file path=ppt/slideMasters/_rels/slideMaster7.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slideLayout" Target="../slideLayouts/slideLayout56.xml"/><Relationship Id="rId7" Type="http://schemas.openxmlformats.org/officeDocument/2006/relationships/theme" Target="../theme/theme7.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image" Target="../media/image10.png"/><Relationship Id="rId5" Type="http://schemas.openxmlformats.org/officeDocument/2006/relationships/slideLayout" Target="../slideLayouts/slideLayout58.xml"/><Relationship Id="rId10" Type="http://schemas.openxmlformats.org/officeDocument/2006/relationships/image" Target="../media/image3.emf"/><Relationship Id="rId4" Type="http://schemas.openxmlformats.org/officeDocument/2006/relationships/slideLayout" Target="../slideLayouts/slideLayout57.xml"/><Relationship Id="rId9" Type="http://schemas.openxmlformats.org/officeDocument/2006/relationships/oleObject" Target="../embeddings/oleObject3.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ags" Target="../tags/tag82.xml"/><Relationship Id="rId18" Type="http://schemas.openxmlformats.org/officeDocument/2006/relationships/tags" Target="../tags/tag8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8.xml"/><Relationship Id="rId17" Type="http://schemas.openxmlformats.org/officeDocument/2006/relationships/tags" Target="../tags/tag86.xml"/><Relationship Id="rId2" Type="http://schemas.openxmlformats.org/officeDocument/2006/relationships/slideLayout" Target="../slideLayouts/slideLayout61.xml"/><Relationship Id="rId16" Type="http://schemas.openxmlformats.org/officeDocument/2006/relationships/tags" Target="../tags/tag85.xml"/><Relationship Id="rId20" Type="http://schemas.openxmlformats.org/officeDocument/2006/relationships/image" Target="../media/image1.png"/><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ags" Target="../tags/tag84.xml"/><Relationship Id="rId10" Type="http://schemas.openxmlformats.org/officeDocument/2006/relationships/slideLayout" Target="../slideLayouts/slideLayout69.xml"/><Relationship Id="rId19" Type="http://schemas.openxmlformats.org/officeDocument/2006/relationships/tags" Target="../tags/tag8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ags" Target="../tags/tag8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tags" Target="../tags/tag106.xml"/><Relationship Id="rId18" Type="http://schemas.openxmlformats.org/officeDocument/2006/relationships/oleObject" Target="../embeddings/oleObject4.bin"/><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tags" Target="../tags/tag105.xml"/><Relationship Id="rId17" Type="http://schemas.openxmlformats.org/officeDocument/2006/relationships/tags" Target="../tags/tag110.xml"/><Relationship Id="rId2" Type="http://schemas.openxmlformats.org/officeDocument/2006/relationships/slideLayout" Target="../slideLayouts/slideLayout72.xml"/><Relationship Id="rId16" Type="http://schemas.openxmlformats.org/officeDocument/2006/relationships/tags" Target="../tags/tag109.xml"/><Relationship Id="rId20" Type="http://schemas.openxmlformats.org/officeDocument/2006/relationships/image" Target="../media/image1.png"/><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tags" Target="../tags/tag104.xml"/><Relationship Id="rId5" Type="http://schemas.openxmlformats.org/officeDocument/2006/relationships/slideLayout" Target="../slideLayouts/slideLayout75.xml"/><Relationship Id="rId15" Type="http://schemas.openxmlformats.org/officeDocument/2006/relationships/tags" Target="../tags/tag108.xml"/><Relationship Id="rId10" Type="http://schemas.openxmlformats.org/officeDocument/2006/relationships/tags" Target="../tags/tag103.xml"/><Relationship Id="rId19" Type="http://schemas.openxmlformats.org/officeDocument/2006/relationships/image" Target="../media/image18.emf"/><Relationship Id="rId4" Type="http://schemas.openxmlformats.org/officeDocument/2006/relationships/slideLayout" Target="../slideLayouts/slideLayout74.xml"/><Relationship Id="rId9" Type="http://schemas.openxmlformats.org/officeDocument/2006/relationships/theme" Target="../theme/theme9.xml"/><Relationship Id="rId14" Type="http://schemas.openxmlformats.org/officeDocument/2006/relationships/tags" Target="../tags/tag10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tags" Target="../tags/tag123.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10.xml"/><Relationship Id="rId2" Type="http://schemas.openxmlformats.org/officeDocument/2006/relationships/slideLayout" Target="../slideLayouts/slideLayout80.xml"/><Relationship Id="rId16" Type="http://schemas.openxmlformats.org/officeDocument/2006/relationships/image" Target="../media/image10.png"/><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image" Target="../media/image3.emf"/><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oleObject" Target="../embeddings/oleObject2.bin"/></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ags" Target="../tags/tag134.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ags" Target="../tags/tag133.xml"/><Relationship Id="rId17" Type="http://schemas.openxmlformats.org/officeDocument/2006/relationships/image" Target="../media/image1.png"/><Relationship Id="rId2" Type="http://schemas.openxmlformats.org/officeDocument/2006/relationships/slideLayout" Target="../slideLayouts/slideLayout91.xml"/><Relationship Id="rId16" Type="http://schemas.openxmlformats.org/officeDocument/2006/relationships/tags" Target="../tags/tag137.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tags" Target="../tags/tag132.xml"/><Relationship Id="rId5" Type="http://schemas.openxmlformats.org/officeDocument/2006/relationships/slideLayout" Target="../slideLayouts/slideLayout94.xml"/><Relationship Id="rId15" Type="http://schemas.openxmlformats.org/officeDocument/2006/relationships/tags" Target="../tags/tag136.xml"/><Relationship Id="rId10" Type="http://schemas.openxmlformats.org/officeDocument/2006/relationships/tags" Target="../tags/tag131.xml"/><Relationship Id="rId4" Type="http://schemas.openxmlformats.org/officeDocument/2006/relationships/slideLayout" Target="../slideLayouts/slideLayout93.xml"/><Relationship Id="rId9" Type="http://schemas.openxmlformats.org/officeDocument/2006/relationships/theme" Target="../theme/theme11.xml"/><Relationship Id="rId14" Type="http://schemas.openxmlformats.org/officeDocument/2006/relationships/tags" Target="../tags/tag135.xml"/></Relationships>
</file>

<file path=ppt/slideMasters/_rels/slideMaster12.xml.rels><?xml version="1.0" encoding="UTF-8" standalone="yes"?>
<Relationships xmlns="http://schemas.openxmlformats.org/package/2006/relationships"><Relationship Id="rId8" Type="http://schemas.openxmlformats.org/officeDocument/2006/relationships/tags" Target="../tags/tag151.xml"/><Relationship Id="rId3" Type="http://schemas.openxmlformats.org/officeDocument/2006/relationships/slideLayout" Target="../slideLayouts/slideLayout100.xml"/><Relationship Id="rId7" Type="http://schemas.openxmlformats.org/officeDocument/2006/relationships/theme" Target="../theme/theme12.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image" Target="../media/image10.png"/><Relationship Id="rId5" Type="http://schemas.openxmlformats.org/officeDocument/2006/relationships/slideLayout" Target="../slideLayouts/slideLayout102.xml"/><Relationship Id="rId10" Type="http://schemas.openxmlformats.org/officeDocument/2006/relationships/image" Target="../media/image3.emf"/><Relationship Id="rId4" Type="http://schemas.openxmlformats.org/officeDocument/2006/relationships/slideLayout" Target="../slideLayouts/slideLayout101.xml"/><Relationship Id="rId9" Type="http://schemas.openxmlformats.org/officeDocument/2006/relationships/oleObject" Target="../embeddings/oleObject2.bin"/></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11.xml"/><Relationship Id="rId13" Type="http://schemas.openxmlformats.org/officeDocument/2006/relationships/image" Target="../media/image10.png"/><Relationship Id="rId3" Type="http://schemas.openxmlformats.org/officeDocument/2006/relationships/slideLayout" Target="../slideLayouts/slideLayout106.xml"/><Relationship Id="rId7" Type="http://schemas.openxmlformats.org/officeDocument/2006/relationships/slideLayout" Target="../slideLayouts/slideLayout110.xml"/><Relationship Id="rId12" Type="http://schemas.openxmlformats.org/officeDocument/2006/relationships/image" Target="../media/image3.emf"/><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oleObject" Target="../embeddings/oleObject2.bin"/><Relationship Id="rId5" Type="http://schemas.openxmlformats.org/officeDocument/2006/relationships/slideLayout" Target="../slideLayouts/slideLayout108.xml"/><Relationship Id="rId10" Type="http://schemas.openxmlformats.org/officeDocument/2006/relationships/tags" Target="../tags/tag157.xml"/><Relationship Id="rId4" Type="http://schemas.openxmlformats.org/officeDocument/2006/relationships/slideLayout" Target="../slideLayouts/slideLayout107.xml"/><Relationship Id="rId9"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tags" Target="../tags/tag168.xml"/><Relationship Id="rId18" Type="http://schemas.openxmlformats.org/officeDocument/2006/relationships/image" Target="../media/image1.png"/><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tags" Target="../tags/tag167.xml"/><Relationship Id="rId17" Type="http://schemas.openxmlformats.org/officeDocument/2006/relationships/tags" Target="../tags/tag172.xml"/><Relationship Id="rId2" Type="http://schemas.openxmlformats.org/officeDocument/2006/relationships/slideLayout" Target="../slideLayouts/slideLayout113.xml"/><Relationship Id="rId16" Type="http://schemas.openxmlformats.org/officeDocument/2006/relationships/tags" Target="../tags/tag171.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tags" Target="../tags/tag166.xml"/><Relationship Id="rId5" Type="http://schemas.openxmlformats.org/officeDocument/2006/relationships/slideLayout" Target="../slideLayouts/slideLayout116.xml"/><Relationship Id="rId15" Type="http://schemas.openxmlformats.org/officeDocument/2006/relationships/tags" Target="../tags/tag170.xml"/><Relationship Id="rId10" Type="http://schemas.openxmlformats.org/officeDocument/2006/relationships/tags" Target="../tags/tag165.xml"/><Relationship Id="rId4" Type="http://schemas.openxmlformats.org/officeDocument/2006/relationships/slideLayout" Target="../slideLayouts/slideLayout115.xml"/><Relationship Id="rId9" Type="http://schemas.openxmlformats.org/officeDocument/2006/relationships/theme" Target="../theme/theme14.xml"/><Relationship Id="rId14" Type="http://schemas.openxmlformats.org/officeDocument/2006/relationships/tags" Target="../tags/tag169.xml"/></Relationships>
</file>

<file path=ppt/slideMasters/_rels/slideMaster15.xml.rels><?xml version="1.0" encoding="UTF-8" standalone="yes"?>
<Relationships xmlns="http://schemas.openxmlformats.org/package/2006/relationships"><Relationship Id="rId8" Type="http://schemas.openxmlformats.org/officeDocument/2006/relationships/theme" Target="../theme/theme15.xml"/><Relationship Id="rId3" Type="http://schemas.openxmlformats.org/officeDocument/2006/relationships/slideLayout" Target="../slideLayouts/slideLayout122.xml"/><Relationship Id="rId7" Type="http://schemas.openxmlformats.org/officeDocument/2006/relationships/slideLayout" Target="../slideLayouts/slideLayout126.xml"/><Relationship Id="rId12" Type="http://schemas.openxmlformats.org/officeDocument/2006/relationships/image" Target="../media/image10.png"/><Relationship Id="rId2" Type="http://schemas.openxmlformats.org/officeDocument/2006/relationships/slideLayout" Target="../slideLayouts/slideLayout121.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image" Target="../media/image3.emf"/><Relationship Id="rId5" Type="http://schemas.openxmlformats.org/officeDocument/2006/relationships/slideLayout" Target="../slideLayouts/slideLayout124.xml"/><Relationship Id="rId10" Type="http://schemas.openxmlformats.org/officeDocument/2006/relationships/oleObject" Target="../embeddings/oleObject2.bin"/><Relationship Id="rId4" Type="http://schemas.openxmlformats.org/officeDocument/2006/relationships/slideLayout" Target="../slideLayouts/slideLayout123.xml"/><Relationship Id="rId9" Type="http://schemas.openxmlformats.org/officeDocument/2006/relationships/tags" Target="../tags/tag186.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tags" Target="../tags/tag193.xml"/><Relationship Id="rId18" Type="http://schemas.openxmlformats.org/officeDocument/2006/relationships/tags" Target="../tags/tag198.xml"/><Relationship Id="rId3" Type="http://schemas.openxmlformats.org/officeDocument/2006/relationships/slideLayout" Target="../slideLayouts/slideLayout129.xml"/><Relationship Id="rId7" Type="http://schemas.openxmlformats.org/officeDocument/2006/relationships/slideLayout" Target="../slideLayouts/slideLayout133.xml"/><Relationship Id="rId12" Type="http://schemas.openxmlformats.org/officeDocument/2006/relationships/theme" Target="../theme/theme16.xml"/><Relationship Id="rId17" Type="http://schemas.openxmlformats.org/officeDocument/2006/relationships/tags" Target="../tags/tag197.xml"/><Relationship Id="rId2" Type="http://schemas.openxmlformats.org/officeDocument/2006/relationships/slideLayout" Target="../slideLayouts/slideLayout128.xml"/><Relationship Id="rId16" Type="http://schemas.openxmlformats.org/officeDocument/2006/relationships/tags" Target="../tags/tag196.xml"/><Relationship Id="rId20" Type="http://schemas.openxmlformats.org/officeDocument/2006/relationships/image" Target="../media/image1.png"/><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5" Type="http://schemas.openxmlformats.org/officeDocument/2006/relationships/slideLayout" Target="../slideLayouts/slideLayout131.xml"/><Relationship Id="rId15" Type="http://schemas.openxmlformats.org/officeDocument/2006/relationships/tags" Target="../tags/tag195.xml"/><Relationship Id="rId10" Type="http://schemas.openxmlformats.org/officeDocument/2006/relationships/slideLayout" Target="../slideLayouts/slideLayout136.xml"/><Relationship Id="rId19" Type="http://schemas.openxmlformats.org/officeDocument/2006/relationships/tags" Target="../tags/tag199.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tags" Target="../tags/tag19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45.xml"/><Relationship Id="rId13" Type="http://schemas.openxmlformats.org/officeDocument/2006/relationships/tags" Target="../tags/tag216.xml"/><Relationship Id="rId18" Type="http://schemas.openxmlformats.org/officeDocument/2006/relationships/tags" Target="../tags/tag221.xml"/><Relationship Id="rId3" Type="http://schemas.openxmlformats.org/officeDocument/2006/relationships/slideLayout" Target="../slideLayouts/slideLayout140.xml"/><Relationship Id="rId7" Type="http://schemas.openxmlformats.org/officeDocument/2006/relationships/slideLayout" Target="../slideLayouts/slideLayout144.xml"/><Relationship Id="rId12" Type="http://schemas.openxmlformats.org/officeDocument/2006/relationships/theme" Target="../theme/theme17.xml"/><Relationship Id="rId17" Type="http://schemas.openxmlformats.org/officeDocument/2006/relationships/tags" Target="../tags/tag220.xml"/><Relationship Id="rId2" Type="http://schemas.openxmlformats.org/officeDocument/2006/relationships/slideLayout" Target="../slideLayouts/slideLayout139.xml"/><Relationship Id="rId16" Type="http://schemas.openxmlformats.org/officeDocument/2006/relationships/tags" Target="../tags/tag219.xml"/><Relationship Id="rId20" Type="http://schemas.openxmlformats.org/officeDocument/2006/relationships/image" Target="../media/image1.png"/><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5" Type="http://schemas.openxmlformats.org/officeDocument/2006/relationships/slideLayout" Target="../slideLayouts/slideLayout142.xml"/><Relationship Id="rId15" Type="http://schemas.openxmlformats.org/officeDocument/2006/relationships/tags" Target="../tags/tag218.xml"/><Relationship Id="rId10" Type="http://schemas.openxmlformats.org/officeDocument/2006/relationships/slideLayout" Target="../slideLayouts/slideLayout147.xml"/><Relationship Id="rId19" Type="http://schemas.openxmlformats.org/officeDocument/2006/relationships/tags" Target="../tags/tag222.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tags" Target="../tags/tag217.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56.xml"/><Relationship Id="rId13" Type="http://schemas.openxmlformats.org/officeDocument/2006/relationships/tags" Target="../tags/tag240.xml"/><Relationship Id="rId18" Type="http://schemas.openxmlformats.org/officeDocument/2006/relationships/tags" Target="../tags/tag245.xml"/><Relationship Id="rId3" Type="http://schemas.openxmlformats.org/officeDocument/2006/relationships/slideLayout" Target="../slideLayouts/slideLayout151.xml"/><Relationship Id="rId7" Type="http://schemas.openxmlformats.org/officeDocument/2006/relationships/slideLayout" Target="../slideLayouts/slideLayout155.xml"/><Relationship Id="rId12" Type="http://schemas.openxmlformats.org/officeDocument/2006/relationships/tags" Target="../tags/tag239.xml"/><Relationship Id="rId17" Type="http://schemas.openxmlformats.org/officeDocument/2006/relationships/tags" Target="../tags/tag244.xml"/><Relationship Id="rId2" Type="http://schemas.openxmlformats.org/officeDocument/2006/relationships/slideLayout" Target="../slideLayouts/slideLayout150.xml"/><Relationship Id="rId16" Type="http://schemas.openxmlformats.org/officeDocument/2006/relationships/tags" Target="../tags/tag243.xml"/><Relationship Id="rId20" Type="http://schemas.openxmlformats.org/officeDocument/2006/relationships/image" Target="../media/image1.png"/><Relationship Id="rId1" Type="http://schemas.openxmlformats.org/officeDocument/2006/relationships/slideLayout" Target="../slideLayouts/slideLayout149.xml"/><Relationship Id="rId6" Type="http://schemas.openxmlformats.org/officeDocument/2006/relationships/slideLayout" Target="../slideLayouts/slideLayout154.xml"/><Relationship Id="rId11" Type="http://schemas.openxmlformats.org/officeDocument/2006/relationships/theme" Target="../theme/theme18.xml"/><Relationship Id="rId5" Type="http://schemas.openxmlformats.org/officeDocument/2006/relationships/slideLayout" Target="../slideLayouts/slideLayout153.xml"/><Relationship Id="rId15" Type="http://schemas.openxmlformats.org/officeDocument/2006/relationships/tags" Target="../tags/tag242.xml"/><Relationship Id="rId10" Type="http://schemas.openxmlformats.org/officeDocument/2006/relationships/slideLayout" Target="../slideLayouts/slideLayout158.xml"/><Relationship Id="rId19" Type="http://schemas.openxmlformats.org/officeDocument/2006/relationships/tags" Target="../tags/tag246.xml"/><Relationship Id="rId4" Type="http://schemas.openxmlformats.org/officeDocument/2006/relationships/slideLayout" Target="../slideLayouts/slideLayout152.xml"/><Relationship Id="rId9" Type="http://schemas.openxmlformats.org/officeDocument/2006/relationships/slideLayout" Target="../slideLayouts/slideLayout157.xml"/><Relationship Id="rId14" Type="http://schemas.openxmlformats.org/officeDocument/2006/relationships/tags" Target="../tags/tag241.xml"/></Relationships>
</file>

<file path=ppt/slideMasters/_rels/slideMaster1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slideLayout" Target="../slideLayouts/slideLayout161.xml"/><Relationship Id="rId7" Type="http://schemas.openxmlformats.org/officeDocument/2006/relationships/tags" Target="../tags/tag262.xml"/><Relationship Id="rId2" Type="http://schemas.openxmlformats.org/officeDocument/2006/relationships/slideLayout" Target="../slideLayouts/slideLayout160.xml"/><Relationship Id="rId1" Type="http://schemas.openxmlformats.org/officeDocument/2006/relationships/slideLayout" Target="../slideLayouts/slideLayout159.xml"/><Relationship Id="rId6" Type="http://schemas.openxmlformats.org/officeDocument/2006/relationships/theme" Target="../theme/theme19.xml"/><Relationship Id="rId5" Type="http://schemas.openxmlformats.org/officeDocument/2006/relationships/slideLayout" Target="../slideLayouts/slideLayout163.xml"/><Relationship Id="rId10" Type="http://schemas.openxmlformats.org/officeDocument/2006/relationships/image" Target="../media/image10.png"/><Relationship Id="rId4" Type="http://schemas.openxmlformats.org/officeDocument/2006/relationships/slideLayout" Target="../slideLayouts/slideLayout162.xml"/><Relationship Id="rId9" Type="http://schemas.openxmlformats.org/officeDocument/2006/relationships/image" Target="../media/image3.emf"/></Relationships>
</file>

<file path=ppt/slideMasters/_rels/slideMaster20.xml.rels><?xml version="1.0" encoding="UTF-8" standalone="yes"?>
<Relationships xmlns="http://schemas.openxmlformats.org/package/2006/relationships"><Relationship Id="rId8" Type="http://schemas.openxmlformats.org/officeDocument/2006/relationships/theme" Target="../theme/theme20.xml"/><Relationship Id="rId13" Type="http://schemas.openxmlformats.org/officeDocument/2006/relationships/tags" Target="../tags/tag272.xml"/><Relationship Id="rId18" Type="http://schemas.openxmlformats.org/officeDocument/2006/relationships/image" Target="../media/image18.emf"/><Relationship Id="rId3" Type="http://schemas.openxmlformats.org/officeDocument/2006/relationships/slideLayout" Target="../slideLayouts/slideLayout166.xml"/><Relationship Id="rId7" Type="http://schemas.openxmlformats.org/officeDocument/2006/relationships/slideLayout" Target="../slideLayouts/slideLayout170.xml"/><Relationship Id="rId12" Type="http://schemas.openxmlformats.org/officeDocument/2006/relationships/tags" Target="../tags/tag271.xml"/><Relationship Id="rId17" Type="http://schemas.openxmlformats.org/officeDocument/2006/relationships/oleObject" Target="../embeddings/oleObject4.bin"/><Relationship Id="rId2" Type="http://schemas.openxmlformats.org/officeDocument/2006/relationships/slideLayout" Target="../slideLayouts/slideLayout165.xml"/><Relationship Id="rId16" Type="http://schemas.openxmlformats.org/officeDocument/2006/relationships/tags" Target="../tags/tag275.xml"/><Relationship Id="rId1" Type="http://schemas.openxmlformats.org/officeDocument/2006/relationships/slideLayout" Target="../slideLayouts/slideLayout164.xml"/><Relationship Id="rId6" Type="http://schemas.openxmlformats.org/officeDocument/2006/relationships/slideLayout" Target="../slideLayouts/slideLayout169.xml"/><Relationship Id="rId11" Type="http://schemas.openxmlformats.org/officeDocument/2006/relationships/tags" Target="../tags/tag270.xml"/><Relationship Id="rId5" Type="http://schemas.openxmlformats.org/officeDocument/2006/relationships/slideLayout" Target="../slideLayouts/slideLayout168.xml"/><Relationship Id="rId15" Type="http://schemas.openxmlformats.org/officeDocument/2006/relationships/tags" Target="../tags/tag274.xml"/><Relationship Id="rId10" Type="http://schemas.openxmlformats.org/officeDocument/2006/relationships/tags" Target="../tags/tag269.xml"/><Relationship Id="rId19" Type="http://schemas.openxmlformats.org/officeDocument/2006/relationships/image" Target="../media/image1.png"/><Relationship Id="rId4" Type="http://schemas.openxmlformats.org/officeDocument/2006/relationships/slideLayout" Target="../slideLayouts/slideLayout167.xml"/><Relationship Id="rId9" Type="http://schemas.openxmlformats.org/officeDocument/2006/relationships/tags" Target="../tags/tag268.xml"/><Relationship Id="rId14" Type="http://schemas.openxmlformats.org/officeDocument/2006/relationships/tags" Target="../tags/tag273.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178.xml"/><Relationship Id="rId13" Type="http://schemas.openxmlformats.org/officeDocument/2006/relationships/theme" Target="../theme/theme21.xml"/><Relationship Id="rId3" Type="http://schemas.openxmlformats.org/officeDocument/2006/relationships/slideLayout" Target="../slideLayouts/slideLayout173.xml"/><Relationship Id="rId7" Type="http://schemas.openxmlformats.org/officeDocument/2006/relationships/slideLayout" Target="../slideLayouts/slideLayout177.xml"/><Relationship Id="rId12" Type="http://schemas.openxmlformats.org/officeDocument/2006/relationships/slideLayout" Target="../slideLayouts/slideLayout182.xml"/><Relationship Id="rId2" Type="http://schemas.openxmlformats.org/officeDocument/2006/relationships/slideLayout" Target="../slideLayouts/slideLayout172.xml"/><Relationship Id="rId1" Type="http://schemas.openxmlformats.org/officeDocument/2006/relationships/slideLayout" Target="../slideLayouts/slideLayout171.xml"/><Relationship Id="rId6" Type="http://schemas.openxmlformats.org/officeDocument/2006/relationships/slideLayout" Target="../slideLayouts/slideLayout176.xml"/><Relationship Id="rId11" Type="http://schemas.openxmlformats.org/officeDocument/2006/relationships/slideLayout" Target="../slideLayouts/slideLayout181.xml"/><Relationship Id="rId5" Type="http://schemas.openxmlformats.org/officeDocument/2006/relationships/slideLayout" Target="../slideLayouts/slideLayout175.xml"/><Relationship Id="rId10" Type="http://schemas.openxmlformats.org/officeDocument/2006/relationships/slideLayout" Target="../slideLayouts/slideLayout180.xml"/><Relationship Id="rId4" Type="http://schemas.openxmlformats.org/officeDocument/2006/relationships/slideLayout" Target="../slideLayouts/slideLayout174.xml"/><Relationship Id="rId9" Type="http://schemas.openxmlformats.org/officeDocument/2006/relationships/slideLayout" Target="../slideLayouts/slideLayout179.xml"/></Relationships>
</file>

<file path=ppt/slideMasters/_rels/slideMaster22.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tags" Target="../tags/tag294.xml"/><Relationship Id="rId3" Type="http://schemas.openxmlformats.org/officeDocument/2006/relationships/slideLayout" Target="../slideLayouts/slideLayout185.xml"/><Relationship Id="rId7" Type="http://schemas.openxmlformats.org/officeDocument/2006/relationships/tags" Target="../tags/tag288.xml"/><Relationship Id="rId12" Type="http://schemas.openxmlformats.org/officeDocument/2006/relationships/tags" Target="../tags/tag293.xml"/><Relationship Id="rId2" Type="http://schemas.openxmlformats.org/officeDocument/2006/relationships/slideLayout" Target="../slideLayouts/slideLayout184.xml"/><Relationship Id="rId1" Type="http://schemas.openxmlformats.org/officeDocument/2006/relationships/slideLayout" Target="../slideLayouts/slideLayout183.xml"/><Relationship Id="rId6" Type="http://schemas.openxmlformats.org/officeDocument/2006/relationships/theme" Target="../theme/theme22.xml"/><Relationship Id="rId11" Type="http://schemas.openxmlformats.org/officeDocument/2006/relationships/tags" Target="../tags/tag292.xml"/><Relationship Id="rId5" Type="http://schemas.openxmlformats.org/officeDocument/2006/relationships/slideLayout" Target="../slideLayouts/slideLayout187.xml"/><Relationship Id="rId15" Type="http://schemas.openxmlformats.org/officeDocument/2006/relationships/image" Target="../media/image1.png"/><Relationship Id="rId10" Type="http://schemas.openxmlformats.org/officeDocument/2006/relationships/tags" Target="../tags/tag291.xml"/><Relationship Id="rId4" Type="http://schemas.openxmlformats.org/officeDocument/2006/relationships/slideLayout" Target="../slideLayouts/slideLayout186.xml"/><Relationship Id="rId9" Type="http://schemas.openxmlformats.org/officeDocument/2006/relationships/tags" Target="../tags/tag290.xml"/><Relationship Id="rId14" Type="http://schemas.openxmlformats.org/officeDocument/2006/relationships/tags" Target="../tags/tag295.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slideLayout" Target="../slideLayouts/slideLayout205.xml"/><Relationship Id="rId26" Type="http://schemas.openxmlformats.org/officeDocument/2006/relationships/slideLayout" Target="../slideLayouts/slideLayout213.xml"/><Relationship Id="rId3" Type="http://schemas.openxmlformats.org/officeDocument/2006/relationships/slideLayout" Target="../slideLayouts/slideLayout190.xml"/><Relationship Id="rId21" Type="http://schemas.openxmlformats.org/officeDocument/2006/relationships/slideLayout" Target="../slideLayouts/slideLayout208.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5" Type="http://schemas.openxmlformats.org/officeDocument/2006/relationships/slideLayout" Target="../slideLayouts/slideLayout212.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20" Type="http://schemas.openxmlformats.org/officeDocument/2006/relationships/slideLayout" Target="../slideLayouts/slideLayout207.xml"/><Relationship Id="rId29" Type="http://schemas.openxmlformats.org/officeDocument/2006/relationships/tags" Target="../tags/tag307.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24" Type="http://schemas.openxmlformats.org/officeDocument/2006/relationships/slideLayout" Target="../slideLayouts/slideLayout211.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23" Type="http://schemas.openxmlformats.org/officeDocument/2006/relationships/slideLayout" Target="../slideLayouts/slideLayout210.xml"/><Relationship Id="rId28" Type="http://schemas.openxmlformats.org/officeDocument/2006/relationships/tags" Target="../tags/tag306.xml"/><Relationship Id="rId10" Type="http://schemas.openxmlformats.org/officeDocument/2006/relationships/slideLayout" Target="../slideLayouts/slideLayout197.xml"/><Relationship Id="rId19" Type="http://schemas.openxmlformats.org/officeDocument/2006/relationships/slideLayout" Target="../slideLayouts/slideLayout206.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 Id="rId22" Type="http://schemas.openxmlformats.org/officeDocument/2006/relationships/slideLayout" Target="../slideLayouts/slideLayout209.xml"/><Relationship Id="rId27" Type="http://schemas.openxmlformats.org/officeDocument/2006/relationships/theme" Target="../theme/theme23.xml"/><Relationship Id="rId30" Type="http://schemas.openxmlformats.org/officeDocument/2006/relationships/image" Target="../media/image2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0"/>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1"/>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2"/>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2026/2/12</a:t>
            </a:fld>
            <a:endParaRPr lang="zh-CN" altLang="en-US"/>
          </a:p>
        </p:txBody>
      </p:sp>
      <p:sp>
        <p:nvSpPr>
          <p:cNvPr id="5" name="页脚占位符 4"/>
          <p:cNvSpPr>
            <a:spLocks noGrp="1"/>
          </p:cNvSpPr>
          <p:nvPr>
            <p:ph type="ftr" sz="quarter" idx="3"/>
            <p:custDataLst>
              <p:tags r:id="rId1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4"/>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15"/>
            </p:custDataLst>
          </p:nvPr>
        </p:nvPicPr>
        <p:blipFill>
          <a:blip r:embed="rId16"/>
          <a:stretch>
            <a:fillRect/>
          </a:stretch>
        </p:blipFill>
        <p:spPr>
          <a:xfrm>
            <a:off x="0" y="0"/>
            <a:ext cx="12192000" cy="6858000"/>
          </a:xfrm>
          <a:prstGeom prst="rect">
            <a:avLst/>
          </a:prstGeom>
        </p:spPr>
      </p:pic>
    </p:spTree>
    <p:custDataLst>
      <p:tags r:id="rId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3938" y="585788"/>
            <a:ext cx="9720262" cy="1498600"/>
          </a:xfrm>
          <a:prstGeom prst="rect">
            <a:avLst/>
          </a:prstGeom>
        </p:spPr>
        <p:txBody>
          <a:bodyPr vert="horz" lIns="91440" tIns="45720" rIns="91440" bIns="45720" rtlCol="0" anchor="ctr">
            <a:normAutofit/>
          </a:bodyPr>
          <a:lstStyle/>
          <a:p>
            <a:r>
              <a:rPr lang="zh-CN" altLang="en-US" noProof="1"/>
              <a:t>单击此处编辑母版标题样式</a:t>
            </a:r>
            <a:endParaRPr lang="en-US" noProof="1"/>
          </a:p>
        </p:txBody>
      </p:sp>
      <p:sp>
        <p:nvSpPr>
          <p:cNvPr id="1027" name="Text Placeholder 2"/>
          <p:cNvSpPr>
            <a:spLocks noGrp="1" noChangeArrowheads="1"/>
          </p:cNvSpPr>
          <p:nvPr>
            <p:ph type="body" idx="4294967295"/>
          </p:nvPr>
        </p:nvSpPr>
        <p:spPr bwMode="auto">
          <a:xfrm>
            <a:off x="1023938" y="2286000"/>
            <a:ext cx="9720262"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graphicFrame>
        <p:nvGraphicFramePr>
          <p:cNvPr id="1028" name="对象 7" hidden="1"/>
          <p:cNvGraphicFramePr>
            <a:graphicFrameLocks noChangeAspect="1"/>
          </p:cNvGraphicFramePr>
          <p:nvPr>
            <p:custDataLst>
              <p:tags r:id="rId1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r:id="rId13" imgW="7620" imgH="7620" progId="TCLayout.ActiveDocument.1">
                  <p:embed/>
                </p:oleObj>
              </mc:Choice>
              <mc:Fallback>
                <p:oleObj r:id="rId13" imgW="7620" imgH="7620" progId="TCLayout.ActiveDocument.1">
                  <p:embed/>
                  <p:pic>
                    <p:nvPicPr>
                      <p:cNvPr id="0" name="对象 7"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descr="PPT中文头图"/>
          <p:cNvPicPr>
            <a:picLocks noChangeAspect="1"/>
          </p:cNvPicPr>
          <p:nvPr userDrawn="1"/>
        </p:nvPicPr>
        <p:blipFill>
          <a:blip r:embed="rId15"/>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8" r:id="rId9"/>
    <p:sldLayoutId id="2147483669" r:id="rId10"/>
  </p:sldLayoutIdLst>
  <p:txStyles>
    <p:titleStyle>
      <a:lvl1pPr algn="l" rtl="0" fontAlgn="base">
        <a:lnSpc>
          <a:spcPct val="80000"/>
        </a:lnSpc>
        <a:spcBef>
          <a:spcPct val="0"/>
        </a:spcBef>
        <a:spcAft>
          <a:spcPct val="0"/>
        </a:spcAft>
        <a:defRPr sz="5000" kern="1200" cap="all" spc="100">
          <a:solidFill>
            <a:srgbClr val="0D0D0D"/>
          </a:solidFill>
          <a:latin typeface="Source Han Sans CN Medium" panose="020B0200000000000000" charset="-122"/>
          <a:ea typeface="Source Han Sans CN Medium" panose="020B0200000000000000" charset="-122"/>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p:titleStyle>
    <p:body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ource Han Sans CN Regular" panose="020B0200000000000000" charset="-122"/>
          <a:ea typeface="Source Han Sans CN Regular" panose="020B0200000000000000" charset="-122"/>
          <a:cs typeface="+mn-cs"/>
        </a:defRPr>
      </a:lvl1pPr>
      <a:lvl2pPr marL="265430" indent="-136525" algn="l" rtl="0" fontAlgn="base">
        <a:lnSpc>
          <a:spcPct val="90000"/>
        </a:lnSpc>
        <a:spcBef>
          <a:spcPts val="200"/>
        </a:spcBef>
        <a:spcAft>
          <a:spcPts val="400"/>
        </a:spcAft>
        <a:buClr>
          <a:schemeClr val="accent1"/>
        </a:buClr>
        <a:buFont typeface="Wingdings 3" panose="05040102010807070707" pitchFamily="18" charset="2"/>
        <a:buChar char=""/>
        <a:defRPr kern="1200">
          <a:solidFill>
            <a:schemeClr val="tx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tx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2026/2/12</a:t>
            </a:fld>
            <a:endParaRPr lang="zh-CN" altLang="en-US"/>
          </a:p>
        </p:txBody>
      </p:sp>
      <p:sp>
        <p:nvSpPr>
          <p:cNvPr id="5" name="页脚占位符 4"/>
          <p:cNvSpPr>
            <a:spLocks noGrp="1"/>
          </p:cNvSpPr>
          <p:nvPr>
            <p:ph type="ftr" sz="quarter" idx="3"/>
            <p:custDataLst>
              <p:tags r:id="rId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9"/>
            </p:custDataLst>
          </p:nvPr>
        </p:nvPicPr>
        <p:blipFill>
          <a:blip r:embed="rId10"/>
          <a:stretch>
            <a:fillRect/>
          </a:stretch>
        </p:blipFill>
        <p:spPr>
          <a:xfrm>
            <a:off x="0" y="0"/>
            <a:ext cx="12192000" cy="6858000"/>
          </a:xfrm>
          <a:prstGeom prst="rect">
            <a:avLst/>
          </a:prstGeom>
        </p:spPr>
      </p:pic>
    </p:spTree>
    <p:custDataLst>
      <p:tags r:id="rId3"/>
    </p:custDataLst>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3938" y="585788"/>
            <a:ext cx="9720262" cy="1498600"/>
          </a:xfrm>
          <a:prstGeom prst="rect">
            <a:avLst/>
          </a:prstGeom>
        </p:spPr>
        <p:txBody>
          <a:bodyPr vert="horz" lIns="91440" tIns="45720" rIns="91440" bIns="45720" rtlCol="0" anchor="ctr">
            <a:normAutofit/>
          </a:bodyPr>
          <a:lstStyle/>
          <a:p>
            <a:r>
              <a:rPr lang="zh-CN" altLang="en-US" noProof="1"/>
              <a:t>单击此处编辑母版标题样式</a:t>
            </a:r>
            <a:endParaRPr lang="en-US" noProof="1"/>
          </a:p>
        </p:txBody>
      </p:sp>
      <p:sp>
        <p:nvSpPr>
          <p:cNvPr id="1027" name="Text Placeholder 2"/>
          <p:cNvSpPr>
            <a:spLocks noGrp="1" noChangeArrowheads="1"/>
          </p:cNvSpPr>
          <p:nvPr>
            <p:ph type="body" idx="4294967295"/>
          </p:nvPr>
        </p:nvSpPr>
        <p:spPr bwMode="auto">
          <a:xfrm>
            <a:off x="1023938" y="2286000"/>
            <a:ext cx="9720262"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graphicFrame>
        <p:nvGraphicFramePr>
          <p:cNvPr id="1028" name="对象 7" hidden="1"/>
          <p:cNvGraphicFramePr>
            <a:graphicFrameLocks noChangeAspect="1"/>
          </p:cNvGraphicFramePr>
          <p:nvPr>
            <p:custDataLst>
              <p:tags r:id="rId15"/>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r:id="rId16" imgW="7620" imgH="7620" progId="TCLayout.ActiveDocument.1">
                  <p:embed/>
                </p:oleObj>
              </mc:Choice>
              <mc:Fallback>
                <p:oleObj r:id="rId16" imgW="7620" imgH="7620" progId="TCLayout.ActiveDocument.1">
                  <p:embed/>
                  <p:pic>
                    <p:nvPicPr>
                      <p:cNvPr id="0" name="对象 7" hidden="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descr="PPT中文头图"/>
          <p:cNvPicPr>
            <a:picLocks noChangeAspect="1"/>
          </p:cNvPicPr>
          <p:nvPr userDrawn="1"/>
        </p:nvPicPr>
        <p:blipFill>
          <a:blip r:embed="rId18"/>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rtl="0" fontAlgn="base">
        <a:lnSpc>
          <a:spcPct val="80000"/>
        </a:lnSpc>
        <a:spcBef>
          <a:spcPct val="0"/>
        </a:spcBef>
        <a:spcAft>
          <a:spcPct val="0"/>
        </a:spcAft>
        <a:defRPr sz="5000" kern="1200" cap="all" spc="100">
          <a:solidFill>
            <a:srgbClr val="0D0D0D"/>
          </a:solidFill>
          <a:latin typeface="Source Han Sans CN Medium" panose="020B0200000000000000" charset="-122"/>
          <a:ea typeface="Source Han Sans CN Medium" panose="020B0200000000000000" charset="-122"/>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p:titleStyle>
    <p:body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ource Han Sans CN Regular" panose="020B0200000000000000" charset="-122"/>
          <a:ea typeface="Source Han Sans CN Regular" panose="020B0200000000000000" charset="-122"/>
          <a:cs typeface="+mn-cs"/>
        </a:defRPr>
      </a:lvl1pPr>
      <a:lvl2pPr marL="265430" indent="-136525" algn="l" rtl="0" fontAlgn="base">
        <a:lnSpc>
          <a:spcPct val="90000"/>
        </a:lnSpc>
        <a:spcBef>
          <a:spcPts val="200"/>
        </a:spcBef>
        <a:spcAft>
          <a:spcPts val="400"/>
        </a:spcAft>
        <a:buClr>
          <a:schemeClr val="accent1"/>
        </a:buClr>
        <a:buFont typeface="Wingdings 3" panose="05040102010807070707" pitchFamily="18" charset="2"/>
        <a:buChar char=""/>
        <a:defRPr kern="1200">
          <a:solidFill>
            <a:schemeClr val="tx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tx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2026/2/12</a:t>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18"/>
            </p:custDataLst>
          </p:nvPr>
        </p:nvPicPr>
        <p:blipFill>
          <a:blip r:embed="rId19"/>
          <a:stretch>
            <a:fillRect/>
          </a:stretch>
        </p:blipFill>
        <p:spPr>
          <a:xfrm>
            <a:off x="0" y="0"/>
            <a:ext cx="12192000" cy="6858000"/>
          </a:xfrm>
          <a:prstGeom prst="rect">
            <a:avLst/>
          </a:prstGeom>
        </p:spPr>
      </p:pic>
    </p:spTree>
    <p:custDataLst>
      <p:tags r:id="rId12"/>
    </p:custData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3938" y="585788"/>
            <a:ext cx="9720262" cy="1498600"/>
          </a:xfrm>
          <a:prstGeom prst="rect">
            <a:avLst/>
          </a:prstGeom>
        </p:spPr>
        <p:txBody>
          <a:bodyPr vert="horz" lIns="91440" tIns="45720" rIns="91440" bIns="45720" rtlCol="0" anchor="ctr">
            <a:normAutofit/>
          </a:bodyPr>
          <a:lstStyle/>
          <a:p>
            <a:r>
              <a:rPr lang="zh-CN" altLang="en-US" noProof="1"/>
              <a:t>单击此处编辑母版标题样式</a:t>
            </a:r>
            <a:endParaRPr lang="en-US" noProof="1"/>
          </a:p>
        </p:txBody>
      </p:sp>
      <p:sp>
        <p:nvSpPr>
          <p:cNvPr id="1027" name="Text Placeholder 2"/>
          <p:cNvSpPr>
            <a:spLocks noGrp="1" noChangeArrowheads="1"/>
          </p:cNvSpPr>
          <p:nvPr>
            <p:ph type="body" idx="4294967295"/>
          </p:nvPr>
        </p:nvSpPr>
        <p:spPr bwMode="auto">
          <a:xfrm>
            <a:off x="1023938" y="2286000"/>
            <a:ext cx="9720262"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graphicFrame>
        <p:nvGraphicFramePr>
          <p:cNvPr id="1028" name="对象 7" hidden="1"/>
          <p:cNvGraphicFramePr>
            <a:graphicFrameLocks noChangeAspect="1"/>
          </p:cNvGraphicFramePr>
          <p:nvPr>
            <p:custDataLst>
              <p:tags r:id="rId14"/>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r:id="rId15" imgW="7620" imgH="7620" progId="TCLayout.ActiveDocument.1">
                  <p:embed/>
                </p:oleObj>
              </mc:Choice>
              <mc:Fallback>
                <p:oleObj r:id="rId15" imgW="7620" imgH="7620" progId="TCLayout.ActiveDocument.1">
                  <p:embed/>
                  <p:pic>
                    <p:nvPicPr>
                      <p:cNvPr id="0" name="对象 7" hidden="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descr="PPT中文头图"/>
          <p:cNvPicPr>
            <a:picLocks noChangeAspect="1"/>
          </p:cNvPicPr>
          <p:nvPr userDrawn="1"/>
        </p:nvPicPr>
        <p:blipFill>
          <a:blip r:embed="rId17"/>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l" rtl="0" fontAlgn="base">
        <a:lnSpc>
          <a:spcPct val="80000"/>
        </a:lnSpc>
        <a:spcBef>
          <a:spcPct val="0"/>
        </a:spcBef>
        <a:spcAft>
          <a:spcPct val="0"/>
        </a:spcAft>
        <a:defRPr sz="5000" kern="1200" cap="all" spc="100">
          <a:solidFill>
            <a:srgbClr val="0D0D0D"/>
          </a:solidFill>
          <a:latin typeface="Source Han Sans CN Medium" panose="020B0200000000000000" charset="-122"/>
          <a:ea typeface="Source Han Sans CN Medium" panose="020B0200000000000000" charset="-122"/>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p:titleStyle>
    <p:body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ource Han Sans CN Regular" panose="020B0200000000000000" charset="-122"/>
          <a:ea typeface="Source Han Sans CN Regular" panose="020B0200000000000000" charset="-122"/>
          <a:cs typeface="+mn-cs"/>
        </a:defRPr>
      </a:lvl1pPr>
      <a:lvl2pPr marL="265430" indent="-136525" algn="l" rtl="0" fontAlgn="base">
        <a:lnSpc>
          <a:spcPct val="90000"/>
        </a:lnSpc>
        <a:spcBef>
          <a:spcPts val="200"/>
        </a:spcBef>
        <a:spcAft>
          <a:spcPts val="400"/>
        </a:spcAft>
        <a:buClr>
          <a:schemeClr val="accent1"/>
        </a:buClr>
        <a:buFont typeface="Wingdings 3" panose="05040102010807070707" pitchFamily="18" charset="2"/>
        <a:buChar char=""/>
        <a:defRPr kern="1200">
          <a:solidFill>
            <a:schemeClr val="tx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tx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1028" name="对象 7" hidden="1"/>
          <p:cNvGraphicFramePr>
            <a:graphicFrameLocks noChangeAspect="1"/>
          </p:cNvGraphicFramePr>
          <p:nvPr>
            <p:custDataLst>
              <p:tags r:id="rId8"/>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r:id="rId9" imgW="7620" imgH="7620" progId="TCLayout.ActiveDocument.1">
                  <p:embed/>
                </p:oleObj>
              </mc:Choice>
              <mc:Fallback>
                <p:oleObj r:id="rId9" imgW="7620" imgH="7620" progId="TCLayout.ActiveDocument.1">
                  <p:embed/>
                  <p:pic>
                    <p:nvPicPr>
                      <p:cNvPr id="0" name="对象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descr="背景图案&#10;&#10;描述已自动生成"/>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175" y="3175"/>
            <a:ext cx="12192000" cy="6858000"/>
          </a:xfrm>
          <a:prstGeom prst="rect">
            <a:avLst/>
          </a:prstGeom>
        </p:spPr>
      </p:pic>
      <p:sp>
        <p:nvSpPr>
          <p:cNvPr id="3" name="Title 1"/>
          <p:cNvSpPr txBox="1"/>
          <p:nvPr userDrawn="1"/>
        </p:nvSpPr>
        <p:spPr>
          <a:xfrm>
            <a:off x="870903" y="2275523"/>
            <a:ext cx="9720263" cy="1498600"/>
          </a:xfrm>
          <a:prstGeom prst="rect">
            <a:avLst/>
          </a:prstGeom>
          <a:effectLst>
            <a:outerShdw blurRad="50800" dist="38100" dir="2700000" algn="tl" rotWithShape="0">
              <a:srgbClr val="0089CE">
                <a:alpha val="40000"/>
              </a:srgbClr>
            </a:outerShdw>
          </a:effectLst>
        </p:spPr>
        <p:txBody>
          <a:bodyPr/>
          <a:lstStyle>
            <a:lvl1pPr algn="l" rtl="0" fontAlgn="base">
              <a:lnSpc>
                <a:spcPct val="110000"/>
              </a:lnSpc>
              <a:spcBef>
                <a:spcPct val="0"/>
              </a:spcBef>
              <a:spcAft>
                <a:spcPct val="0"/>
              </a:spcAft>
              <a:defRPr sz="5000" kern="1200" cap="all" spc="100">
                <a:solidFill>
                  <a:schemeClr val="bg1"/>
                </a:solidFill>
                <a:latin typeface="+mj-ea"/>
                <a:ea typeface="+mj-ea"/>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a:lstStyle>
          <a:p>
            <a:pPr defTabSz="914400">
              <a:buFontTx/>
            </a:pPr>
            <a:r>
              <a:rPr lang="zh-CN" altLang="en-US" noProof="1"/>
              <a:t>单击此处编辑</a:t>
            </a:r>
            <a:br>
              <a:rPr lang="zh-CN" altLang="en-US" noProof="1"/>
            </a:br>
            <a:r>
              <a:rPr lang="zh-CN" altLang="en-US" noProof="1"/>
              <a:t>母版标题样式</a:t>
            </a:r>
            <a:endParaRPr lang="en-US" noProof="1"/>
          </a:p>
        </p:txBody>
      </p:sp>
      <p:sp>
        <p:nvSpPr>
          <p:cNvPr id="5" name="Content Placeholder 2"/>
          <p:cNvSpPr txBox="1"/>
          <p:nvPr userDrawn="1"/>
        </p:nvSpPr>
        <p:spPr>
          <a:xfrm>
            <a:off x="785495" y="4543059"/>
            <a:ext cx="9719945" cy="388620"/>
          </a:xfrm>
          <a:prstGeom prst="rect">
            <a:avLst/>
          </a:prstGeom>
        </p:spPr>
        <p:txBody>
          <a:bodyPr/>
          <a:lst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bg1"/>
                </a:solidFill>
                <a:latin typeface="Source Han Sans CN Regular" panose="020B0200000000000000" charset="-122"/>
                <a:ea typeface="Source Han Sans CN Regular" panose="020B0200000000000000" charset="-122"/>
                <a:cs typeface="+mn-cs"/>
              </a:defRPr>
            </a:lvl1pPr>
            <a:lvl2pPr marL="128270" indent="0" algn="l" rtl="0" fontAlgn="base">
              <a:lnSpc>
                <a:spcPct val="90000"/>
              </a:lnSpc>
              <a:spcBef>
                <a:spcPts val="200"/>
              </a:spcBef>
              <a:spcAft>
                <a:spcPts val="400"/>
              </a:spcAft>
              <a:buClr>
                <a:schemeClr val="accent1"/>
              </a:buClr>
              <a:buFont typeface="Wingdings 3" panose="05040102010807070707" pitchFamily="18" charset="2"/>
              <a:buNone/>
              <a:defRPr kern="1200">
                <a:solidFill>
                  <a:schemeClr val="bg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bg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a:lstStyle>
          <a:p>
            <a:pPr defTabSz="914400"/>
            <a:r>
              <a:rPr lang="zh-CN" altLang="en-US" noProof="1"/>
              <a:t>单击此处编辑母版文本样式</a:t>
            </a:r>
            <a:endParaRPr lang="en-US" noProof="1"/>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Lst>
  <p:txStyles>
    <p:titleStyle>
      <a:lvl1pPr algn="l" rtl="0" fontAlgn="base">
        <a:lnSpc>
          <a:spcPct val="80000"/>
        </a:lnSpc>
        <a:spcBef>
          <a:spcPct val="0"/>
        </a:spcBef>
        <a:spcAft>
          <a:spcPct val="0"/>
        </a:spcAft>
        <a:defRPr sz="5000" kern="1200" cap="all" spc="100">
          <a:solidFill>
            <a:srgbClr val="0D0D0D"/>
          </a:solidFill>
          <a:latin typeface="Source Han Sans CN Medium" panose="020B0200000000000000" charset="-122"/>
          <a:ea typeface="Source Han Sans CN Medium" panose="020B0200000000000000" charset="-122"/>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p:titleStyle>
    <p:body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ource Han Sans CN Regular" panose="020B0200000000000000" charset="-122"/>
          <a:ea typeface="Source Han Sans CN Regular" panose="020B0200000000000000" charset="-122"/>
          <a:cs typeface="+mn-cs"/>
        </a:defRPr>
      </a:lvl1pPr>
      <a:lvl2pPr marL="265430" indent="-136525" algn="l" rtl="0" fontAlgn="base">
        <a:lnSpc>
          <a:spcPct val="90000"/>
        </a:lnSpc>
        <a:spcBef>
          <a:spcPts val="200"/>
        </a:spcBef>
        <a:spcAft>
          <a:spcPts val="400"/>
        </a:spcAft>
        <a:buClr>
          <a:schemeClr val="accent1"/>
        </a:buClr>
        <a:buFont typeface="Wingdings 3" panose="05040102010807070707" pitchFamily="18" charset="2"/>
        <a:buChar char=""/>
        <a:defRPr kern="1200">
          <a:solidFill>
            <a:schemeClr val="tx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tx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2026/2/12</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19"/>
            </p:custDataLst>
          </p:nvPr>
        </p:nvPicPr>
        <p:blipFill>
          <a:blip r:embed="rId20"/>
          <a:stretch>
            <a:fillRect/>
          </a:stretch>
        </p:blipFill>
        <p:spPr>
          <a:xfrm>
            <a:off x="0" y="0"/>
            <a:ext cx="12192000" cy="6858000"/>
          </a:xfrm>
          <a:prstGeom prst="rect">
            <a:avLst/>
          </a:prstGeom>
        </p:spPr>
      </p:pic>
    </p:spTree>
    <p:custDataLst>
      <p:tags r:id="rId13"/>
    </p:custData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5080" imgH="5080" progId="TCLayout.ActiveDocument.1">
                  <p:embed/>
                </p:oleObj>
              </mc:Choice>
              <mc:Fallback>
                <p:oleObj name="think-cell Slide" r:id="rId18" imgW="5080" imgH="5080" progId="TCLayout.ActiveDocument.1">
                  <p:embed/>
                  <p:pic>
                    <p:nvPicPr>
                      <p:cNvPr id="0" name="Object 7" hidden="1"/>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3"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p>
        </p:txBody>
      </p:sp>
      <p:sp>
        <p:nvSpPr>
          <p:cNvPr id="4" name="文本占位符 3"/>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Calibri" panose="020F0502020204030204" pitchFamily="34" charset="0"/>
              </a:defRPr>
            </a:lvl1pPr>
          </a:lstStyle>
          <a:p>
            <a:endParaRPr lang="zh-CN" altLang="en-US"/>
          </a:p>
        </p:txBody>
      </p:sp>
      <p:sp>
        <p:nvSpPr>
          <p:cNvPr id="6" name="页脚占位符 5"/>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Calibri" panose="020F0502020204030204" pitchFamily="34" charset="0"/>
              </a:defRPr>
            </a:lvl1pPr>
          </a:lstStyle>
          <a:p>
            <a:endParaRPr lang="zh-CN" altLang="en-US"/>
          </a:p>
        </p:txBody>
      </p:sp>
      <p:sp>
        <p:nvSpPr>
          <p:cNvPr id="7" name="灯片编号占位符 6"/>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Calibri" panose="020F0502020204030204" pitchFamily="34" charset="0"/>
              </a:defRPr>
            </a:lvl1pPr>
          </a:lstStyle>
          <a:p>
            <a:fld id="{49AE70B2-8BF9-45C0-BB95-33D1B9D3A854}" type="slidenum">
              <a:rPr lang="zh-CN" altLang="en-US" smtClean="0"/>
              <a:t>‹#›</a:t>
            </a:fld>
            <a:endParaRPr lang="zh-CN" altLang="en-US"/>
          </a:p>
        </p:txBody>
      </p:sp>
      <p:pic>
        <p:nvPicPr>
          <p:cNvPr id="9" name="图片 8" descr="PPT模板首页"/>
          <p:cNvPicPr>
            <a:picLocks noChangeAspect="1"/>
          </p:cNvPicPr>
          <p:nvPr userDrawn="1">
            <p:custDataLst>
              <p:tags r:id="rId17"/>
            </p:custDataLst>
          </p:nvPr>
        </p:nvPicPr>
        <p:blipFill>
          <a:blip r:embed="rId20"/>
          <a:stretch>
            <a:fillRect/>
          </a:stretch>
        </p:blipFill>
        <p:spPr>
          <a:xfrm>
            <a:off x="0" y="0"/>
            <a:ext cx="12192000" cy="6858000"/>
          </a:xfrm>
          <a:prstGeom prst="rect">
            <a:avLst/>
          </a:prstGeom>
        </p:spPr>
      </p:pic>
    </p:spTree>
    <p:custDataLst>
      <p:tags r:id="rId10"/>
    </p:custData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Calibri" panose="020F0502020204030204" pitchFamily="34" charset="0"/>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3938" y="585788"/>
            <a:ext cx="9720262" cy="1498600"/>
          </a:xfrm>
          <a:prstGeom prst="rect">
            <a:avLst/>
          </a:prstGeom>
        </p:spPr>
        <p:txBody>
          <a:bodyPr vert="horz" lIns="91440" tIns="45720" rIns="91440" bIns="45720" rtlCol="0" anchor="ctr">
            <a:normAutofit/>
          </a:bodyPr>
          <a:lstStyle/>
          <a:p>
            <a:r>
              <a:rPr lang="zh-CN" altLang="en-US" noProof="1"/>
              <a:t>单击此处编辑母版标题样式</a:t>
            </a:r>
            <a:endParaRPr lang="en-US" noProof="1"/>
          </a:p>
        </p:txBody>
      </p:sp>
      <p:sp>
        <p:nvSpPr>
          <p:cNvPr id="1027" name="Text Placeholder 2"/>
          <p:cNvSpPr>
            <a:spLocks noGrp="1" noChangeArrowheads="1"/>
          </p:cNvSpPr>
          <p:nvPr>
            <p:ph type="body" idx="4294967295"/>
          </p:nvPr>
        </p:nvSpPr>
        <p:spPr bwMode="auto">
          <a:xfrm>
            <a:off x="1023938" y="2286000"/>
            <a:ext cx="9720262"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graphicFrame>
        <p:nvGraphicFramePr>
          <p:cNvPr id="1028" name="对象 7" hidden="1"/>
          <p:cNvGraphicFramePr>
            <a:graphicFrameLocks noChangeAspect="1"/>
          </p:cNvGraphicFramePr>
          <p:nvPr>
            <p:custDataLst>
              <p:tags r:id="rId1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r:id="rId14" imgW="7620" imgH="7620" progId="TCLayout.ActiveDocument.1">
                  <p:embed/>
                </p:oleObj>
              </mc:Choice>
              <mc:Fallback>
                <p:oleObj r:id="rId14" imgW="7620" imgH="7620" progId="TCLayout.ActiveDocument.1">
                  <p:embed/>
                  <p:pic>
                    <p:nvPicPr>
                      <p:cNvPr id="0" name="对象 7"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descr="PPT中文头图"/>
          <p:cNvPicPr>
            <a:picLocks noChangeAspect="1"/>
          </p:cNvPicPr>
          <p:nvPr userDrawn="1"/>
        </p:nvPicPr>
        <p:blipFill>
          <a:blip r:embed="rId16"/>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hdr="0" ftr="0" dt="0"/>
  <p:txStyles>
    <p:titleStyle>
      <a:lvl1pPr algn="l" rtl="0" fontAlgn="base">
        <a:lnSpc>
          <a:spcPct val="80000"/>
        </a:lnSpc>
        <a:spcBef>
          <a:spcPct val="0"/>
        </a:spcBef>
        <a:spcAft>
          <a:spcPct val="0"/>
        </a:spcAft>
        <a:defRPr sz="5000" kern="1200" cap="all" spc="100">
          <a:solidFill>
            <a:srgbClr val="0D0D0D"/>
          </a:solidFill>
          <a:latin typeface="Source Han Sans CN Medium" panose="020B0200000000000000" charset="-122"/>
          <a:ea typeface="Source Han Sans CN Medium" panose="020B0200000000000000" charset="-122"/>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p:titleStyle>
    <p:body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ource Han Sans CN Regular" panose="020B0200000000000000" charset="-122"/>
          <a:ea typeface="Source Han Sans CN Regular" panose="020B0200000000000000" charset="-122"/>
          <a:cs typeface="+mn-cs"/>
        </a:defRPr>
      </a:lvl1pPr>
      <a:lvl2pPr marL="265430" indent="-136525" algn="l" rtl="0" fontAlgn="base">
        <a:lnSpc>
          <a:spcPct val="90000"/>
        </a:lnSpc>
        <a:spcBef>
          <a:spcPts val="200"/>
        </a:spcBef>
        <a:spcAft>
          <a:spcPts val="400"/>
        </a:spcAft>
        <a:buClr>
          <a:schemeClr val="accent1"/>
        </a:buClr>
        <a:buFont typeface="Wingdings 3" panose="05040102010807070707" pitchFamily="18" charset="2"/>
        <a:buChar char=""/>
        <a:defRPr kern="1200">
          <a:solidFill>
            <a:schemeClr val="tx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tx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2"/>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3"/>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endParaRPr lang="zh-CN" altLang="en-US"/>
          </a:p>
        </p:txBody>
      </p:sp>
      <p:sp>
        <p:nvSpPr>
          <p:cNvPr id="5" name="页脚占位符 4"/>
          <p:cNvSpPr>
            <a:spLocks noGrp="1"/>
          </p:cNvSpPr>
          <p:nvPr>
            <p:ph type="ftr" sz="quarter" idx="3"/>
            <p:custDataLst>
              <p:tags r:id="rId14"/>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5"/>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16"/>
            </p:custDataLst>
          </p:nvPr>
        </p:nvPicPr>
        <p:blipFill>
          <a:blip r:embed="rId17"/>
          <a:stretch>
            <a:fillRect/>
          </a:stretch>
        </p:blipFill>
        <p:spPr>
          <a:xfrm>
            <a:off x="0" y="0"/>
            <a:ext cx="12192000" cy="6858000"/>
          </a:xfrm>
          <a:prstGeom prst="rect">
            <a:avLst/>
          </a:prstGeom>
        </p:spPr>
      </p:pic>
    </p:spTree>
    <p:custDataLst>
      <p:tags r:id="rId10"/>
    </p:custData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1028" name="对象 7" hidden="1"/>
          <p:cNvGraphicFramePr>
            <a:graphicFrameLocks noChangeAspect="1"/>
          </p:cNvGraphicFramePr>
          <p:nvPr>
            <p:custDataLst>
              <p:tags r:id="rId8"/>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r:id="rId9" imgW="7620" imgH="7620" progId="TCLayout.ActiveDocument.1">
                  <p:embed/>
                </p:oleObj>
              </mc:Choice>
              <mc:Fallback>
                <p:oleObj r:id="rId9" imgW="7620" imgH="7620" progId="TCLayout.ActiveDocument.1">
                  <p:embed/>
                  <p:pic>
                    <p:nvPicPr>
                      <p:cNvPr id="0" name="对象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descr="背景图案&#10;&#10;描述已自动生成"/>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175" y="3175"/>
            <a:ext cx="12192000" cy="6858000"/>
          </a:xfrm>
          <a:prstGeom prst="rect">
            <a:avLst/>
          </a:prstGeom>
        </p:spPr>
      </p:pic>
      <p:sp>
        <p:nvSpPr>
          <p:cNvPr id="3" name="Title 1"/>
          <p:cNvSpPr txBox="1"/>
          <p:nvPr userDrawn="1"/>
        </p:nvSpPr>
        <p:spPr>
          <a:xfrm>
            <a:off x="870903" y="2275523"/>
            <a:ext cx="9720263" cy="1498600"/>
          </a:xfrm>
          <a:prstGeom prst="rect">
            <a:avLst/>
          </a:prstGeom>
          <a:effectLst>
            <a:outerShdw blurRad="50800" dist="38100" dir="2700000" algn="tl" rotWithShape="0">
              <a:srgbClr val="0089CE">
                <a:alpha val="40000"/>
              </a:srgbClr>
            </a:outerShdw>
          </a:effectLst>
        </p:spPr>
        <p:txBody>
          <a:bodyPr/>
          <a:lstStyle>
            <a:lvl1pPr algn="l" rtl="0" fontAlgn="base">
              <a:lnSpc>
                <a:spcPct val="110000"/>
              </a:lnSpc>
              <a:spcBef>
                <a:spcPct val="0"/>
              </a:spcBef>
              <a:spcAft>
                <a:spcPct val="0"/>
              </a:spcAft>
              <a:defRPr sz="5000" kern="1200" cap="all" spc="100">
                <a:solidFill>
                  <a:schemeClr val="bg1"/>
                </a:solidFill>
                <a:latin typeface="+mj-ea"/>
                <a:ea typeface="+mj-ea"/>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a:lstStyle>
          <a:p>
            <a:pPr defTabSz="914400">
              <a:buFontTx/>
            </a:pPr>
            <a:r>
              <a:rPr lang="zh-CN" altLang="en-US" noProof="1"/>
              <a:t>单击此处编辑</a:t>
            </a:r>
            <a:br>
              <a:rPr lang="zh-CN" altLang="en-US" noProof="1"/>
            </a:br>
            <a:r>
              <a:rPr lang="zh-CN" altLang="en-US" noProof="1"/>
              <a:t>母版标题样式</a:t>
            </a:r>
            <a:endParaRPr lang="en-US" noProof="1"/>
          </a:p>
        </p:txBody>
      </p:sp>
      <p:sp>
        <p:nvSpPr>
          <p:cNvPr id="5" name="Content Placeholder 2"/>
          <p:cNvSpPr txBox="1"/>
          <p:nvPr userDrawn="1"/>
        </p:nvSpPr>
        <p:spPr>
          <a:xfrm>
            <a:off x="785495" y="4543059"/>
            <a:ext cx="9719945" cy="388620"/>
          </a:xfrm>
          <a:prstGeom prst="rect">
            <a:avLst/>
          </a:prstGeom>
        </p:spPr>
        <p:txBody>
          <a:bodyPr/>
          <a:lst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bg1"/>
                </a:solidFill>
                <a:latin typeface="Source Han Sans CN Regular" panose="020B0200000000000000" charset="-122"/>
                <a:ea typeface="Source Han Sans CN Regular" panose="020B0200000000000000" charset="-122"/>
                <a:cs typeface="+mn-cs"/>
              </a:defRPr>
            </a:lvl1pPr>
            <a:lvl2pPr marL="128270" indent="0" algn="l" rtl="0" fontAlgn="base">
              <a:lnSpc>
                <a:spcPct val="90000"/>
              </a:lnSpc>
              <a:spcBef>
                <a:spcPts val="200"/>
              </a:spcBef>
              <a:spcAft>
                <a:spcPts val="400"/>
              </a:spcAft>
              <a:buClr>
                <a:schemeClr val="accent1"/>
              </a:buClr>
              <a:buFont typeface="Wingdings 3" panose="05040102010807070707" pitchFamily="18" charset="2"/>
              <a:buNone/>
              <a:defRPr kern="1200">
                <a:solidFill>
                  <a:schemeClr val="bg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bg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a:lstStyle>
          <a:p>
            <a:pPr defTabSz="914400"/>
            <a:r>
              <a:rPr lang="zh-CN" altLang="en-US" noProof="1"/>
              <a:t>单击此处编辑母版文本样式</a:t>
            </a:r>
            <a:endParaRPr lang="en-US" noProof="1"/>
          </a:p>
        </p:txBody>
      </p:sp>
    </p:spTree>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Lst>
  <p:hf hdr="0" ftr="0" dt="0"/>
  <p:txStyles>
    <p:titleStyle>
      <a:lvl1pPr algn="l" rtl="0" fontAlgn="base">
        <a:lnSpc>
          <a:spcPct val="80000"/>
        </a:lnSpc>
        <a:spcBef>
          <a:spcPct val="0"/>
        </a:spcBef>
        <a:spcAft>
          <a:spcPct val="0"/>
        </a:spcAft>
        <a:defRPr sz="5000" kern="1200" cap="all" spc="100">
          <a:solidFill>
            <a:srgbClr val="0D0D0D"/>
          </a:solidFill>
          <a:latin typeface="Source Han Sans CN Medium" panose="020B0200000000000000" charset="-122"/>
          <a:ea typeface="Source Han Sans CN Medium" panose="020B0200000000000000" charset="-122"/>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p:titleStyle>
    <p:body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ource Han Sans CN Regular" panose="020B0200000000000000" charset="-122"/>
          <a:ea typeface="Source Han Sans CN Regular" panose="020B0200000000000000" charset="-122"/>
          <a:cs typeface="+mn-cs"/>
        </a:defRPr>
      </a:lvl1pPr>
      <a:lvl2pPr marL="265430" indent="-136525" algn="l" rtl="0" fontAlgn="base">
        <a:lnSpc>
          <a:spcPct val="90000"/>
        </a:lnSpc>
        <a:spcBef>
          <a:spcPts val="200"/>
        </a:spcBef>
        <a:spcAft>
          <a:spcPts val="400"/>
        </a:spcAft>
        <a:buClr>
          <a:schemeClr val="accent1"/>
        </a:buClr>
        <a:buFont typeface="Wingdings 3" panose="05040102010807070707" pitchFamily="18" charset="2"/>
        <a:buChar char=""/>
        <a:defRPr kern="1200">
          <a:solidFill>
            <a:schemeClr val="tx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tx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1028" name="对象 7" hidden="1"/>
          <p:cNvGraphicFramePr>
            <a:graphicFrameLocks noChangeAspect="1"/>
          </p:cNvGraphicFramePr>
          <p:nvPr>
            <p:custDataLst>
              <p:tags r:id="rId10"/>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r:id="rId11" imgW="7620" imgH="7620" progId="TCLayout.ActiveDocument.1">
                  <p:embed/>
                </p:oleObj>
              </mc:Choice>
              <mc:Fallback>
                <p:oleObj r:id="rId11" imgW="7620" imgH="7620" progId="TCLayout.ActiveDocument.1">
                  <p:embed/>
                  <p:pic>
                    <p:nvPicPr>
                      <p:cNvPr id="0" name="对象 7" hidden="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descr="背景图案&#10;&#10;描述已自动生成"/>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175" y="3175"/>
            <a:ext cx="12192000" cy="6858000"/>
          </a:xfrm>
          <a:prstGeom prst="rect">
            <a:avLst/>
          </a:prstGeom>
        </p:spPr>
      </p:pic>
      <p:sp>
        <p:nvSpPr>
          <p:cNvPr id="3" name="Title 1"/>
          <p:cNvSpPr txBox="1"/>
          <p:nvPr userDrawn="1"/>
        </p:nvSpPr>
        <p:spPr>
          <a:xfrm>
            <a:off x="870903" y="2275523"/>
            <a:ext cx="9720263" cy="1498600"/>
          </a:xfrm>
          <a:prstGeom prst="rect">
            <a:avLst/>
          </a:prstGeom>
          <a:effectLst>
            <a:outerShdw blurRad="50800" dist="38100" dir="2700000" algn="tl" rotWithShape="0">
              <a:srgbClr val="0089CE">
                <a:alpha val="40000"/>
              </a:srgbClr>
            </a:outerShdw>
          </a:effectLst>
        </p:spPr>
        <p:txBody>
          <a:bodyPr/>
          <a:lstStyle>
            <a:lvl1pPr algn="l" rtl="0" fontAlgn="base">
              <a:lnSpc>
                <a:spcPct val="110000"/>
              </a:lnSpc>
              <a:spcBef>
                <a:spcPct val="0"/>
              </a:spcBef>
              <a:spcAft>
                <a:spcPct val="0"/>
              </a:spcAft>
              <a:defRPr sz="5000" kern="1200" cap="all" spc="100">
                <a:solidFill>
                  <a:schemeClr val="bg1"/>
                </a:solidFill>
                <a:latin typeface="+mj-ea"/>
                <a:ea typeface="+mj-ea"/>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a:lstStyle>
          <a:p>
            <a:pPr defTabSz="914400">
              <a:buFontTx/>
            </a:pPr>
            <a:r>
              <a:rPr lang="zh-CN" altLang="en-US" noProof="1"/>
              <a:t>单击此处编辑</a:t>
            </a:r>
            <a:br>
              <a:rPr lang="zh-CN" altLang="en-US" noProof="1"/>
            </a:br>
            <a:r>
              <a:rPr lang="zh-CN" altLang="en-US" noProof="1"/>
              <a:t>母版标题样式</a:t>
            </a:r>
            <a:endParaRPr lang="en-US" noProof="1"/>
          </a:p>
        </p:txBody>
      </p:sp>
      <p:sp>
        <p:nvSpPr>
          <p:cNvPr id="5" name="Content Placeholder 2"/>
          <p:cNvSpPr txBox="1"/>
          <p:nvPr userDrawn="1"/>
        </p:nvSpPr>
        <p:spPr>
          <a:xfrm>
            <a:off x="785495" y="4543059"/>
            <a:ext cx="9719945" cy="388620"/>
          </a:xfrm>
          <a:prstGeom prst="rect">
            <a:avLst/>
          </a:prstGeom>
        </p:spPr>
        <p:txBody>
          <a:bodyPr/>
          <a:lst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bg1"/>
                </a:solidFill>
                <a:latin typeface="Source Han Sans CN Regular" panose="020B0200000000000000" charset="-122"/>
                <a:ea typeface="Source Han Sans CN Regular" panose="020B0200000000000000" charset="-122"/>
                <a:cs typeface="+mn-cs"/>
              </a:defRPr>
            </a:lvl1pPr>
            <a:lvl2pPr marL="128270" indent="0" algn="l" rtl="0" fontAlgn="base">
              <a:lnSpc>
                <a:spcPct val="90000"/>
              </a:lnSpc>
              <a:spcBef>
                <a:spcPts val="200"/>
              </a:spcBef>
              <a:spcAft>
                <a:spcPts val="400"/>
              </a:spcAft>
              <a:buClr>
                <a:schemeClr val="accent1"/>
              </a:buClr>
              <a:buFont typeface="Wingdings 3" panose="05040102010807070707" pitchFamily="18" charset="2"/>
              <a:buNone/>
              <a:defRPr kern="1200">
                <a:solidFill>
                  <a:schemeClr val="bg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bg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a:lstStyle>
          <a:p>
            <a:pPr defTabSz="914400"/>
            <a:r>
              <a:rPr lang="zh-CN" altLang="en-US" noProof="1"/>
              <a:t>单击此处编辑母版文本样式</a:t>
            </a:r>
            <a:endParaRPr lang="en-US" noProof="1"/>
          </a:p>
        </p:txBody>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4" r:id="rId7"/>
    <p:sldLayoutId id="2147483775" r:id="rId8"/>
  </p:sldLayoutIdLst>
  <p:txStyles>
    <p:titleStyle>
      <a:lvl1pPr algn="l" rtl="0" fontAlgn="base">
        <a:lnSpc>
          <a:spcPct val="80000"/>
        </a:lnSpc>
        <a:spcBef>
          <a:spcPct val="0"/>
        </a:spcBef>
        <a:spcAft>
          <a:spcPct val="0"/>
        </a:spcAft>
        <a:defRPr sz="5000" kern="1200" cap="all" spc="100">
          <a:solidFill>
            <a:srgbClr val="0D0D0D"/>
          </a:solidFill>
          <a:latin typeface="Source Han Sans CN Medium" panose="020B0200000000000000" charset="-122"/>
          <a:ea typeface="Source Han Sans CN Medium" panose="020B0200000000000000" charset="-122"/>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p:titleStyle>
    <p:body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ource Han Sans CN Regular" panose="020B0200000000000000" charset="-122"/>
          <a:ea typeface="Source Han Sans CN Regular" panose="020B0200000000000000" charset="-122"/>
          <a:cs typeface="+mn-cs"/>
        </a:defRPr>
      </a:lvl1pPr>
      <a:lvl2pPr marL="265430" indent="-136525" algn="l" rtl="0" fontAlgn="base">
        <a:lnSpc>
          <a:spcPct val="90000"/>
        </a:lnSpc>
        <a:spcBef>
          <a:spcPts val="200"/>
        </a:spcBef>
        <a:spcAft>
          <a:spcPts val="400"/>
        </a:spcAft>
        <a:buClr>
          <a:schemeClr val="accent1"/>
        </a:buClr>
        <a:buFont typeface="Wingdings 3" panose="05040102010807070707" pitchFamily="18" charset="2"/>
        <a:buChar char=""/>
        <a:defRPr kern="1200">
          <a:solidFill>
            <a:schemeClr val="tx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tx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2"/>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3"/>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endParaRPr lang="zh-CN" altLang="en-US"/>
          </a:p>
        </p:txBody>
      </p:sp>
      <p:sp>
        <p:nvSpPr>
          <p:cNvPr id="5" name="页脚占位符 4"/>
          <p:cNvSpPr>
            <a:spLocks noGrp="1"/>
          </p:cNvSpPr>
          <p:nvPr>
            <p:ph type="ftr" sz="quarter" idx="3"/>
            <p:custDataLst>
              <p:tags r:id="rId14"/>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5"/>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16"/>
            </p:custDataLst>
          </p:nvPr>
        </p:nvPicPr>
        <p:blipFill>
          <a:blip r:embed="rId18"/>
          <a:stretch>
            <a:fillRect/>
          </a:stretch>
        </p:blipFill>
        <p:spPr>
          <a:xfrm>
            <a:off x="0" y="0"/>
            <a:ext cx="12192000" cy="6858000"/>
          </a:xfrm>
          <a:prstGeom prst="rect">
            <a:avLst/>
          </a:prstGeom>
        </p:spPr>
      </p:pic>
      <p:pic>
        <p:nvPicPr>
          <p:cNvPr id="8" name="图片 7" descr="PPT模板首页"/>
          <p:cNvPicPr>
            <a:picLocks noChangeAspect="1"/>
          </p:cNvPicPr>
          <p:nvPr userDrawn="1">
            <p:custDataLst>
              <p:tags r:id="rId17"/>
            </p:custDataLst>
          </p:nvPr>
        </p:nvPicPr>
        <p:blipFill rotWithShape="1">
          <a:blip r:embed="rId18"/>
          <a:srcRect l="-1" t="78620" r="77110" b="12083"/>
          <a:stretch>
            <a:fillRect/>
          </a:stretch>
        </p:blipFill>
        <p:spPr>
          <a:xfrm>
            <a:off x="76200" y="6107138"/>
            <a:ext cx="2790825" cy="637724"/>
          </a:xfrm>
          <a:prstGeom prst="rect">
            <a:avLst/>
          </a:prstGeom>
        </p:spPr>
      </p:pic>
    </p:spTree>
    <p:custDataLst>
      <p:tags r:id="rId10"/>
    </p:custData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1028" name="对象 7" hidden="1"/>
          <p:cNvGraphicFramePr>
            <a:graphicFrameLocks noChangeAspect="1"/>
          </p:cNvGraphicFramePr>
          <p:nvPr>
            <p:custDataLst>
              <p:tags r:id="rId9"/>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r:id="rId10" imgW="7620" imgH="7620" progId="TCLayout.ActiveDocument.1">
                  <p:embed/>
                </p:oleObj>
              </mc:Choice>
              <mc:Fallback>
                <p:oleObj r:id="rId10" imgW="7620" imgH="7620" progId="TCLayout.ActiveDocument.1">
                  <p:embed/>
                  <p:pic>
                    <p:nvPicPr>
                      <p:cNvPr id="0" name="对象 7"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descr="背景图案&#10;&#10;描述已自动生成"/>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3175" y="3175"/>
            <a:ext cx="12192000" cy="6858000"/>
          </a:xfrm>
          <a:prstGeom prst="rect">
            <a:avLst/>
          </a:prstGeom>
        </p:spPr>
      </p:pic>
      <p:sp>
        <p:nvSpPr>
          <p:cNvPr id="3" name="Title 1"/>
          <p:cNvSpPr txBox="1"/>
          <p:nvPr userDrawn="1"/>
        </p:nvSpPr>
        <p:spPr>
          <a:xfrm>
            <a:off x="870903" y="2275523"/>
            <a:ext cx="9720263" cy="1498600"/>
          </a:xfrm>
          <a:prstGeom prst="rect">
            <a:avLst/>
          </a:prstGeom>
          <a:effectLst>
            <a:outerShdw blurRad="50800" dist="38100" dir="2700000" algn="tl" rotWithShape="0">
              <a:srgbClr val="0089CE">
                <a:alpha val="40000"/>
              </a:srgbClr>
            </a:outerShdw>
          </a:effectLst>
        </p:spPr>
        <p:txBody>
          <a:bodyPr/>
          <a:lstStyle>
            <a:lvl1pPr algn="l" rtl="0" fontAlgn="base">
              <a:lnSpc>
                <a:spcPct val="110000"/>
              </a:lnSpc>
              <a:spcBef>
                <a:spcPct val="0"/>
              </a:spcBef>
              <a:spcAft>
                <a:spcPct val="0"/>
              </a:spcAft>
              <a:defRPr sz="5000" kern="1200" cap="all" spc="100">
                <a:solidFill>
                  <a:schemeClr val="bg1"/>
                </a:solidFill>
                <a:latin typeface="+mj-ea"/>
                <a:ea typeface="+mj-ea"/>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a:lstStyle>
          <a:p>
            <a:pPr defTabSz="914400">
              <a:buFontTx/>
            </a:pPr>
            <a:r>
              <a:rPr lang="zh-CN" altLang="en-US" noProof="1"/>
              <a:t>单击此处编辑</a:t>
            </a:r>
            <a:br>
              <a:rPr lang="zh-CN" altLang="en-US" noProof="1"/>
            </a:br>
            <a:r>
              <a:rPr lang="zh-CN" altLang="en-US" noProof="1"/>
              <a:t>母版标题样式</a:t>
            </a:r>
            <a:endParaRPr lang="en-US" noProof="1"/>
          </a:p>
        </p:txBody>
      </p:sp>
      <p:sp>
        <p:nvSpPr>
          <p:cNvPr id="5" name="Content Placeholder 2"/>
          <p:cNvSpPr txBox="1"/>
          <p:nvPr userDrawn="1"/>
        </p:nvSpPr>
        <p:spPr>
          <a:xfrm>
            <a:off x="785495" y="4543059"/>
            <a:ext cx="9719945" cy="388620"/>
          </a:xfrm>
          <a:prstGeom prst="rect">
            <a:avLst/>
          </a:prstGeom>
        </p:spPr>
        <p:txBody>
          <a:bodyPr/>
          <a:lst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bg1"/>
                </a:solidFill>
                <a:latin typeface="Source Han Sans CN Regular" panose="020B0200000000000000" charset="-122"/>
                <a:ea typeface="Source Han Sans CN Regular" panose="020B0200000000000000" charset="-122"/>
                <a:cs typeface="+mn-cs"/>
              </a:defRPr>
            </a:lvl1pPr>
            <a:lvl2pPr marL="128270" indent="0" algn="l" rtl="0" fontAlgn="base">
              <a:lnSpc>
                <a:spcPct val="90000"/>
              </a:lnSpc>
              <a:spcBef>
                <a:spcPts val="200"/>
              </a:spcBef>
              <a:spcAft>
                <a:spcPts val="400"/>
              </a:spcAft>
              <a:buClr>
                <a:schemeClr val="accent1"/>
              </a:buClr>
              <a:buFont typeface="Wingdings 3" panose="05040102010807070707" pitchFamily="18" charset="2"/>
              <a:buNone/>
              <a:defRPr kern="1200">
                <a:solidFill>
                  <a:schemeClr val="bg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bg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a:lstStyle>
          <a:p>
            <a:pPr defTabSz="914400"/>
            <a:r>
              <a:rPr lang="zh-CN" altLang="en-US" noProof="1"/>
              <a:t>单击此处编辑母版文本样式</a:t>
            </a:r>
            <a:endParaRPr lang="en-US" noProof="1"/>
          </a:p>
        </p:txBody>
      </p:sp>
    </p:spTree>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Lst>
  <p:hf hdr="0" ftr="0" dt="0"/>
  <p:txStyles>
    <p:titleStyle>
      <a:lvl1pPr algn="l" rtl="0" fontAlgn="base">
        <a:lnSpc>
          <a:spcPct val="80000"/>
        </a:lnSpc>
        <a:spcBef>
          <a:spcPct val="0"/>
        </a:spcBef>
        <a:spcAft>
          <a:spcPct val="0"/>
        </a:spcAft>
        <a:defRPr sz="5000" kern="1200" cap="all" spc="100">
          <a:solidFill>
            <a:srgbClr val="0D0D0D"/>
          </a:solidFill>
          <a:latin typeface="Source Han Sans CN Medium" panose="020B0200000000000000" charset="-122"/>
          <a:ea typeface="Source Han Sans CN Medium" panose="020B0200000000000000" charset="-122"/>
          <a:cs typeface="+mj-cs"/>
        </a:defRPr>
      </a:lvl1pPr>
      <a:lvl2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2pPr>
      <a:lvl3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3pPr>
      <a:lvl4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4pPr>
      <a:lvl5pPr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5pPr>
      <a:lvl6pPr marL="4572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algn="l" rtl="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p:titleStyle>
    <p:body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ource Han Sans CN Regular" panose="020B0200000000000000" charset="-122"/>
          <a:ea typeface="Source Han Sans CN Regular" panose="020B0200000000000000" charset="-122"/>
          <a:cs typeface="+mn-cs"/>
        </a:defRPr>
      </a:lvl1pPr>
      <a:lvl2pPr marL="265430" indent="-136525" algn="l" rtl="0" fontAlgn="base">
        <a:lnSpc>
          <a:spcPct val="90000"/>
        </a:lnSpc>
        <a:spcBef>
          <a:spcPts val="200"/>
        </a:spcBef>
        <a:spcAft>
          <a:spcPts val="400"/>
        </a:spcAft>
        <a:buClr>
          <a:schemeClr val="accent1"/>
        </a:buClr>
        <a:buFont typeface="Wingdings 3" panose="05040102010807070707" pitchFamily="18" charset="2"/>
        <a:buChar char=""/>
        <a:defRPr kern="1200">
          <a:solidFill>
            <a:schemeClr val="tx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tx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2026/2/12</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19"/>
            </p:custDataLst>
          </p:nvPr>
        </p:nvPicPr>
        <p:blipFill>
          <a:blip r:embed="rId20"/>
          <a:stretch>
            <a:fillRect/>
          </a:stretch>
        </p:blipFill>
        <p:spPr>
          <a:xfrm>
            <a:off x="0" y="0"/>
            <a:ext cx="12192000" cy="6858000"/>
          </a:xfrm>
          <a:prstGeom prst="rect">
            <a:avLst/>
          </a:prstGeom>
        </p:spPr>
      </p:pic>
    </p:spTree>
    <p:custDataLst>
      <p:tags r:id="rId13"/>
    </p:custData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2026/2/12</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19"/>
            </p:custDataLst>
          </p:nvPr>
        </p:nvPicPr>
        <p:blipFill>
          <a:blip r:embed="rId20"/>
          <a:stretch>
            <a:fillRect/>
          </a:stretch>
        </p:blipFill>
        <p:spPr>
          <a:xfrm>
            <a:off x="0" y="0"/>
            <a:ext cx="12192000" cy="6858000"/>
          </a:xfrm>
          <a:prstGeom prst="rect">
            <a:avLst/>
          </a:prstGeom>
        </p:spPr>
      </p:pic>
    </p:spTree>
    <p:custDataLst>
      <p:tags r:id="rId13"/>
    </p:custData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18"/>
            </p:custDataLst>
          </p:nvPr>
        </p:nvPicPr>
        <p:blipFill>
          <a:blip r:embed="rId20"/>
          <a:stretch>
            <a:fillRect/>
          </a:stretch>
        </p:blipFill>
        <p:spPr>
          <a:xfrm>
            <a:off x="0" y="0"/>
            <a:ext cx="12192000" cy="6858000"/>
          </a:xfrm>
          <a:prstGeom prst="rect">
            <a:avLst/>
          </a:prstGeom>
        </p:spPr>
      </p:pic>
      <p:pic>
        <p:nvPicPr>
          <p:cNvPr id="8" name="图片 7" descr="PPT模板首页"/>
          <p:cNvPicPr>
            <a:picLocks noChangeAspect="1"/>
          </p:cNvPicPr>
          <p:nvPr userDrawn="1">
            <p:custDataLst>
              <p:tags r:id="rId19"/>
            </p:custDataLst>
          </p:nvPr>
        </p:nvPicPr>
        <p:blipFill rotWithShape="1">
          <a:blip r:embed="rId20"/>
          <a:srcRect l="-1" t="78620" r="77110" b="12083"/>
          <a:stretch>
            <a:fillRect/>
          </a:stretch>
        </p:blipFill>
        <p:spPr>
          <a:xfrm>
            <a:off x="76200" y="6107138"/>
            <a:ext cx="2790825" cy="637724"/>
          </a:xfrm>
          <a:prstGeom prst="rect">
            <a:avLst/>
          </a:prstGeom>
        </p:spPr>
      </p:pic>
    </p:spTree>
    <p:custDataLst>
      <p:tags r:id="rId12"/>
    </p:custData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1028" name="对象 7" hidden="1"/>
          <p:cNvGraphicFramePr>
            <a:graphicFrameLocks noChangeAspect="1"/>
          </p:cNvGraphicFramePr>
          <p:nvPr>
            <p:custDataLst>
              <p:tags r:id="rId7"/>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r:id="rId8" imgW="7620" imgH="7620" progId="TCLayout.ActiveDocument.1">
                  <p:embed/>
                </p:oleObj>
              </mc:Choice>
              <mc:Fallback>
                <p:oleObj r:id="rId8" imgW="7620" imgH="7620" progId="TCLayout.ActiveDocument.1">
                  <p:embed/>
                  <p:pic>
                    <p:nvPicPr>
                      <p:cNvPr id="1028" name="对象 7"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 name="图片 3" descr="背景图案&#10;&#10;描述已自动生成"/>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3175" y="3175"/>
            <a:ext cx="12192000" cy="6858000"/>
          </a:xfrm>
          <a:prstGeom prst="rect">
            <a:avLst/>
          </a:prstGeom>
        </p:spPr>
      </p:pic>
      <p:sp>
        <p:nvSpPr>
          <p:cNvPr id="3" name="Title 1"/>
          <p:cNvSpPr txBox="1"/>
          <p:nvPr userDrawn="1"/>
        </p:nvSpPr>
        <p:spPr>
          <a:xfrm>
            <a:off x="870903" y="2275523"/>
            <a:ext cx="9720263" cy="1498600"/>
          </a:xfrm>
          <a:prstGeom prst="rect">
            <a:avLst/>
          </a:prstGeom>
          <a:effectLst>
            <a:outerShdw blurRad="50800" dist="38100" dir="2700000" algn="tl" rotWithShape="0">
              <a:srgbClr val="0089CE">
                <a:alpha val="40000"/>
              </a:srgbClr>
            </a:outerShdw>
          </a:effectLst>
        </p:spPr>
        <p:txBody>
          <a:bodyPr/>
          <a:lstStyle>
            <a:lvl1pPr algn="l" rtl="0" fontAlgn="base">
              <a:lnSpc>
                <a:spcPct val="110000"/>
              </a:lnSpc>
              <a:spcBef>
                <a:spcPct val="0"/>
              </a:spcBef>
              <a:spcAft>
                <a:spcPct val="0"/>
              </a:spcAft>
              <a:defRPr sz="5000" kern="1200" cap="all" spc="100">
                <a:solidFill>
                  <a:schemeClr val="bg1"/>
                </a:solidFill>
                <a:latin typeface="+mj-ea"/>
                <a:ea typeface="+mj-ea"/>
                <a:cs typeface="+mj-cs"/>
              </a:defRPr>
            </a:lvl1pPr>
            <a:lvl2pPr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2pPr>
            <a:lvl3pPr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3pPr>
            <a:lvl4pPr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4pPr>
            <a:lvl5pPr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5pPr>
            <a:lvl6pPr marL="457200"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6pPr>
            <a:lvl7pPr marL="914400"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7pPr>
            <a:lvl8pPr marL="1371600"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8pPr>
            <a:lvl9pPr marL="1828800"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9pPr>
          </a:lstStyle>
          <a:p>
            <a:pPr defTabSz="914400">
              <a:buFontTx/>
            </a:pPr>
            <a:r>
              <a:rPr lang="zh-CN" altLang="en-US" noProof="1"/>
              <a:t>单击此处编辑</a:t>
            </a:r>
            <a:br>
              <a:rPr lang="zh-CN" altLang="en-US" noProof="1"/>
            </a:br>
            <a:r>
              <a:rPr lang="zh-CN" altLang="en-US" noProof="1"/>
              <a:t>母版标题样式</a:t>
            </a:r>
            <a:endParaRPr lang="en-US" noProof="1"/>
          </a:p>
        </p:txBody>
      </p:sp>
      <p:sp>
        <p:nvSpPr>
          <p:cNvPr id="5" name="Content Placeholder 2"/>
          <p:cNvSpPr txBox="1"/>
          <p:nvPr userDrawn="1"/>
        </p:nvSpPr>
        <p:spPr>
          <a:xfrm>
            <a:off x="785495" y="4543059"/>
            <a:ext cx="9719945" cy="388620"/>
          </a:xfrm>
          <a:prstGeom prst="rect">
            <a:avLst/>
          </a:prstGeom>
        </p:spPr>
        <p:txBody>
          <a:bodyPr/>
          <a:lst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bg1"/>
                </a:solidFill>
                <a:latin typeface="Source Han Sans CN Regular" panose="020B0200000000000000" charset="-122"/>
                <a:ea typeface="Source Han Sans CN Regular" panose="020B0200000000000000" charset="-122"/>
                <a:cs typeface="+mn-cs"/>
              </a:defRPr>
            </a:lvl1pPr>
            <a:lvl2pPr marL="128270" indent="0" algn="l" rtl="0" fontAlgn="base">
              <a:lnSpc>
                <a:spcPct val="90000"/>
              </a:lnSpc>
              <a:spcBef>
                <a:spcPts val="200"/>
              </a:spcBef>
              <a:spcAft>
                <a:spcPts val="400"/>
              </a:spcAft>
              <a:buClr>
                <a:schemeClr val="accent1"/>
              </a:buClr>
              <a:buFont typeface="Wingdings 3" panose="05040102010807070707" pitchFamily="18" charset="2"/>
              <a:buNone/>
              <a:defRPr kern="1200">
                <a:solidFill>
                  <a:schemeClr val="bg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bg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bg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a:lstStyle>
          <a:p>
            <a:pPr defTabSz="914400"/>
            <a:r>
              <a:rPr lang="zh-CN" altLang="en-US" noProof="1"/>
              <a:t>单击此处编辑母版文本样式</a:t>
            </a:r>
            <a:endParaRPr lang="en-US" noProof="1"/>
          </a:p>
        </p:txBody>
      </p:sp>
    </p:spTree>
    <p:extLst>
      <p:ext uri="{BB962C8B-B14F-4D97-AF65-F5344CB8AC3E}">
        <p14:creationId xmlns:p14="http://schemas.microsoft.com/office/powerpoint/2010/main" val="3223208037"/>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Lst>
  <p:hf hdr="0" ftr="0" dt="0"/>
  <p:txStyles>
    <p:titleStyle>
      <a:lvl1pPr algn="l" rtl="0" fontAlgn="base">
        <a:lnSpc>
          <a:spcPct val="80000"/>
        </a:lnSpc>
        <a:spcBef>
          <a:spcPct val="0"/>
        </a:spcBef>
        <a:spcAft>
          <a:spcPct val="0"/>
        </a:spcAft>
        <a:defRPr sz="5000" kern="1200" cap="all" spc="100">
          <a:solidFill>
            <a:srgbClr val="0D0D0D"/>
          </a:solidFill>
          <a:latin typeface="Source Han Sans CN Medium" panose="020B0600000000000000" pitchFamily="34" charset="-122"/>
          <a:ea typeface="Source Han Sans CN Medium" panose="020B0600000000000000" pitchFamily="34" charset="-122"/>
          <a:cs typeface="+mj-cs"/>
        </a:defRPr>
      </a:lvl1pPr>
      <a:lvl2pPr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2pPr>
      <a:lvl3pPr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3pPr>
      <a:lvl4pPr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4pPr>
      <a:lvl5pPr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5pPr>
      <a:lvl6pPr marL="457200"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6pPr>
      <a:lvl7pPr marL="914400"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7pPr>
      <a:lvl8pPr marL="1371600"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8pPr>
      <a:lvl9pPr marL="1828800" algn="l" rtl="0" fontAlgn="base">
        <a:lnSpc>
          <a:spcPct val="80000"/>
        </a:lnSpc>
        <a:spcBef>
          <a:spcPct val="0"/>
        </a:spcBef>
        <a:spcAft>
          <a:spcPct val="0"/>
        </a:spcAft>
        <a:defRPr sz="5000">
          <a:solidFill>
            <a:srgbClr val="0D0D0D"/>
          </a:solidFill>
          <a:latin typeface="Source Han Sans CN Medium" panose="020B0600000000000000" pitchFamily="34" charset="-122"/>
          <a:ea typeface="Source Han Sans CN Medium" panose="020B0600000000000000" pitchFamily="34" charset="-122"/>
        </a:defRPr>
      </a:lvl9pPr>
    </p:titleStyle>
    <p:bodyStyle>
      <a:lvl1pPr marL="92075" indent="-92075" algn="l" rtl="0" fontAlgn="base">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Source Han Sans CN Regular" panose="020B0200000000000000" charset="-122"/>
          <a:ea typeface="Source Han Sans CN Regular" panose="020B0200000000000000" charset="-122"/>
          <a:cs typeface="+mn-cs"/>
        </a:defRPr>
      </a:lvl1pPr>
      <a:lvl2pPr marL="265430" indent="-136525" algn="l" rtl="0" fontAlgn="base">
        <a:lnSpc>
          <a:spcPct val="90000"/>
        </a:lnSpc>
        <a:spcBef>
          <a:spcPts val="200"/>
        </a:spcBef>
        <a:spcAft>
          <a:spcPts val="400"/>
        </a:spcAft>
        <a:buClr>
          <a:schemeClr val="accent1"/>
        </a:buClr>
        <a:buFont typeface="Wingdings 3" panose="05040102010807070707" pitchFamily="18" charset="2"/>
        <a:buChar char=""/>
        <a:defRPr kern="1200">
          <a:solidFill>
            <a:schemeClr val="tx1"/>
          </a:solidFill>
          <a:latin typeface="Source Han Sans CN Regular" panose="020B0200000000000000" charset="-122"/>
          <a:ea typeface="Source Han Sans CN Regular" panose="020B0200000000000000" charset="-122"/>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Source Han Sans CN Regular" panose="020B0200000000000000" charset="-122"/>
          <a:ea typeface="Source Han Sans CN Regular" panose="020B0200000000000000" charset="-122"/>
          <a:cs typeface="+mn-cs"/>
        </a:defRPr>
      </a:lvl4pPr>
      <a:lvl5pPr marL="777875" indent="-138430" algn="l" rtl="0" fontAlgn="base">
        <a:lnSpc>
          <a:spcPct val="90000"/>
        </a:lnSpc>
        <a:spcBef>
          <a:spcPts val="200"/>
        </a:spcBef>
        <a:spcAft>
          <a:spcPts val="400"/>
        </a:spcAft>
        <a:buClr>
          <a:schemeClr val="accent1"/>
        </a:buClr>
        <a:buFont typeface="Wingdings 3" panose="05040102010807070707" pitchFamily="18" charset="2"/>
        <a:buChar char=""/>
        <a:defRPr sz="1000" kern="1200">
          <a:solidFill>
            <a:schemeClr val="tx1"/>
          </a:solidFill>
          <a:latin typeface="Source Han Sans CN Regular" panose="020B0200000000000000" charset="-122"/>
          <a:ea typeface="Source Han Sans CN Regular" panose="020B0200000000000000" charset="-122"/>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0"/>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5080" imgH="5080" progId="TCLayout.ActiveDocument.1">
                  <p:embed/>
                </p:oleObj>
              </mc:Choice>
              <mc:Fallback>
                <p:oleObj name="think-cell Slide" r:id="rId17" imgW="5080" imgH="5080" progId="TCLayout.ActiveDocument.1">
                  <p:embed/>
                  <p:pic>
                    <p:nvPicPr>
                      <p:cNvPr id="8" name="Object 7" hidden="1"/>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标题占位符 1"/>
          <p:cNvSpPr>
            <a:spLocks noGrp="1"/>
          </p:cNvSpPr>
          <p:nvPr>
            <p:ph type="title"/>
            <p:custDataLst>
              <p:tags r:id="rId11"/>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p>
        </p:txBody>
      </p:sp>
      <p:sp>
        <p:nvSpPr>
          <p:cNvPr id="4" name="文本占位符 3"/>
          <p:cNvSpPr>
            <a:spLocks noGrp="1"/>
          </p:cNvSpPr>
          <p:nvPr>
            <p:ph type="body" idx="1"/>
            <p:custDataLst>
              <p:tags r:id="rId12"/>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2"/>
            <p:custDataLst>
              <p:tags r:id="rId13"/>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Calibri" panose="020F0502020204030204" pitchFamily="34" charset="0"/>
              </a:defRPr>
            </a:lvl1pPr>
          </a:lstStyle>
          <a:p>
            <a:endParaRPr lang="zh-CN" altLang="en-US"/>
          </a:p>
        </p:txBody>
      </p:sp>
      <p:sp>
        <p:nvSpPr>
          <p:cNvPr id="6" name="页脚占位符 5"/>
          <p:cNvSpPr>
            <a:spLocks noGrp="1"/>
          </p:cNvSpPr>
          <p:nvPr>
            <p:ph type="ftr" sz="quarter" idx="3"/>
            <p:custDataLst>
              <p:tags r:id="rId14"/>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Calibri" panose="020F0502020204030204" pitchFamily="34" charset="0"/>
              </a:defRPr>
            </a:lvl1pPr>
          </a:lstStyle>
          <a:p>
            <a:endParaRPr lang="zh-CN" altLang="en-US"/>
          </a:p>
        </p:txBody>
      </p:sp>
      <p:sp>
        <p:nvSpPr>
          <p:cNvPr id="7" name="灯片编号占位符 6"/>
          <p:cNvSpPr>
            <a:spLocks noGrp="1"/>
          </p:cNvSpPr>
          <p:nvPr>
            <p:ph type="sldNum" sz="quarter" idx="4"/>
            <p:custDataLst>
              <p:tags r:id="rId15"/>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Calibri" panose="020F0502020204030204" pitchFamily="34" charset="0"/>
              </a:defRPr>
            </a:lvl1pPr>
          </a:lstStyle>
          <a:p>
            <a:fld id="{49AE70B2-8BF9-45C0-BB95-33D1B9D3A854}" type="slidenum">
              <a:rPr lang="zh-CN" altLang="en-US" smtClean="0"/>
              <a:t>‹#›</a:t>
            </a:fld>
            <a:endParaRPr lang="zh-CN" altLang="en-US"/>
          </a:p>
        </p:txBody>
      </p:sp>
      <p:pic>
        <p:nvPicPr>
          <p:cNvPr id="9" name="图片 8" descr="PPT模板首页"/>
          <p:cNvPicPr>
            <a:picLocks noChangeAspect="1"/>
          </p:cNvPicPr>
          <p:nvPr userDrawn="1">
            <p:custDataLst>
              <p:tags r:id="rId16"/>
            </p:custDataLst>
          </p:nvPr>
        </p:nvPicPr>
        <p:blipFill>
          <a:blip r:embed="rId19"/>
          <a:stretch>
            <a:fillRect/>
          </a:stretch>
        </p:blipFill>
        <p:spPr>
          <a:xfrm>
            <a:off x="0" y="0"/>
            <a:ext cx="12192000" cy="6858000"/>
          </a:xfrm>
          <a:prstGeom prst="rect">
            <a:avLst/>
          </a:prstGeom>
        </p:spPr>
      </p:pic>
    </p:spTree>
    <p:custDataLst>
      <p:tags r:id="rId9"/>
    </p:custDataLst>
    <p:extLst>
      <p:ext uri="{BB962C8B-B14F-4D97-AF65-F5344CB8AC3E}">
        <p14:creationId xmlns:p14="http://schemas.microsoft.com/office/powerpoint/2010/main" val="1958885558"/>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Calibri" panose="020F0502020204030204" pitchFamily="34" charset="0"/>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p>
        </p:txBody>
      </p:sp>
      <p:sp>
        <p:nvSpPr>
          <p:cNvPr id="1027" name="Text Placeholder 2"/>
          <p:cNvSpPr>
            <a:spLocks noGrp="1"/>
          </p:cNvSpPr>
          <p:nvPr>
            <p:ph type="body" idx="1"/>
          </p:nvPr>
        </p:nvSpPr>
        <p:spPr>
          <a:xfrm>
            <a:off x="838200" y="1825625"/>
            <a:ext cx="10515600" cy="4351338"/>
          </a:xfrm>
          <a:prstGeom prst="rect">
            <a:avLst/>
          </a:prstGeom>
          <a:noFill/>
          <a:ln w="9525">
            <a:noFill/>
          </a:ln>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ea typeface="等线" panose="02010600030101010101" pitchFamily="2" charset="-122"/>
              </a:defRPr>
            </a:lvl1pPr>
          </a:lstStyle>
          <a:p>
            <a:pPr lvl="0" eaLnBrk="1" hangingPunct="1">
              <a:buNone/>
            </a:pPr>
            <a:fld id="{9A0DB2DC-4C9A-4742-B13C-FB6460FD3503}" type="slidenum">
              <a:rPr lang="zh-CN" altLang="zh-CN" dirty="0">
                <a:latin typeface="Calibri" panose="020F0502020204030204" pitchFamily="34" charset="0"/>
              </a:rPr>
              <a:t>‹#›</a:t>
            </a:fld>
            <a:endParaRPr lang="zh-CN" altLang="zh-CN" dirty="0">
              <a:latin typeface="Calibri" panose="020F0502020204030204" pitchFamily="34" charset="0"/>
            </a:endParaRPr>
          </a:p>
        </p:txBody>
      </p:sp>
    </p:spTree>
    <p:extLst>
      <p:ext uri="{BB962C8B-B14F-4D97-AF65-F5344CB8AC3E}">
        <p14:creationId xmlns:p14="http://schemas.microsoft.com/office/powerpoint/2010/main" val="416822425"/>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8"/>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9"/>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0"/>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endParaRPr lang="zh-CN" altLang="en-US"/>
          </a:p>
        </p:txBody>
      </p:sp>
      <p:sp>
        <p:nvSpPr>
          <p:cNvPr id="5" name="页脚占位符 4"/>
          <p:cNvSpPr>
            <a:spLocks noGrp="1"/>
          </p:cNvSpPr>
          <p:nvPr>
            <p:ph type="ftr" sz="quarter" idx="3"/>
            <p:custDataLst>
              <p:tags r:id="rId11"/>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2"/>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pic>
        <p:nvPicPr>
          <p:cNvPr id="7" name="图片 6" descr="PPT模板首页"/>
          <p:cNvPicPr>
            <a:picLocks noChangeAspect="1"/>
          </p:cNvPicPr>
          <p:nvPr userDrawn="1">
            <p:custDataLst>
              <p:tags r:id="rId13"/>
            </p:custDataLst>
          </p:nvPr>
        </p:nvPicPr>
        <p:blipFill>
          <a:blip r:embed="rId15"/>
          <a:stretch>
            <a:fillRect/>
          </a:stretch>
        </p:blipFill>
        <p:spPr>
          <a:xfrm>
            <a:off x="0" y="0"/>
            <a:ext cx="12192000" cy="6858000"/>
          </a:xfrm>
          <a:prstGeom prst="rect">
            <a:avLst/>
          </a:prstGeom>
        </p:spPr>
      </p:pic>
      <p:pic>
        <p:nvPicPr>
          <p:cNvPr id="8" name="图片 7" descr="PPT模板首页">
            <a:extLst>
              <a:ext uri="{FF2B5EF4-FFF2-40B4-BE49-F238E27FC236}">
                <a16:creationId xmlns:a16="http://schemas.microsoft.com/office/drawing/2014/main" id="{F4B80B25-55AF-2B04-D3C6-E7E60E4EF411}"/>
              </a:ext>
            </a:extLst>
          </p:cNvPr>
          <p:cNvPicPr>
            <a:picLocks noChangeAspect="1"/>
          </p:cNvPicPr>
          <p:nvPr userDrawn="1">
            <p:custDataLst>
              <p:tags r:id="rId14"/>
            </p:custDataLst>
          </p:nvPr>
        </p:nvPicPr>
        <p:blipFill rotWithShape="1">
          <a:blip r:embed="rId15"/>
          <a:srcRect l="-1" t="78620" r="77110" b="12083"/>
          <a:stretch/>
        </p:blipFill>
        <p:spPr>
          <a:xfrm>
            <a:off x="76200" y="6107138"/>
            <a:ext cx="2790825" cy="637724"/>
          </a:xfrm>
          <a:prstGeom prst="rect">
            <a:avLst/>
          </a:prstGeom>
        </p:spPr>
      </p:pic>
    </p:spTree>
    <p:custDataLst>
      <p:tags r:id="rId7"/>
    </p:custDataLst>
    <p:extLst>
      <p:ext uri="{BB962C8B-B14F-4D97-AF65-F5344CB8AC3E}">
        <p14:creationId xmlns:p14="http://schemas.microsoft.com/office/powerpoint/2010/main" val="2335755716"/>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1" r:id="rId5"/>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Slide - Title"/>
          <p:cNvSpPr>
            <a:spLocks noGrp="1"/>
          </p:cNvSpPr>
          <p:nvPr>
            <p:ph type="title"/>
          </p:nvPr>
        </p:nvSpPr>
        <p:spPr>
          <a:xfrm>
            <a:off x="665018" y="485444"/>
            <a:ext cx="9344538" cy="342900"/>
          </a:xfrm>
          <a:prstGeom prst="rect">
            <a:avLst/>
          </a:prstGeom>
        </p:spPr>
        <p:txBody>
          <a:bodyPr vert="horz" lIns="0" tIns="45720" rIns="45720" bIns="0" rtlCol="0" anchor="b" anchorCtr="0">
            <a:noAutofit/>
          </a:bodyPr>
          <a:lstStyle/>
          <a:p>
            <a:r>
              <a:rPr lang="zh-TW" altLang="en-US"/>
              <a:t>幻灯片标题</a:t>
            </a:r>
          </a:p>
        </p:txBody>
      </p:sp>
      <p:sp>
        <p:nvSpPr>
          <p:cNvPr id="5" name="Placeholder 1 - Content"/>
          <p:cNvSpPr>
            <a:spLocks noGrp="1"/>
          </p:cNvSpPr>
          <p:nvPr>
            <p:ph type="body" idx="1"/>
          </p:nvPr>
        </p:nvSpPr>
        <p:spPr>
          <a:xfrm>
            <a:off x="665405" y="1589444"/>
            <a:ext cx="10825610" cy="4356848"/>
          </a:xfrm>
          <a:prstGeom prst="rect">
            <a:avLst/>
          </a:prstGeom>
        </p:spPr>
        <p:txBody>
          <a:bodyPr vert="horz" lIns="0" tIns="45720" rIns="0" bIns="91440" rtlCol="0">
            <a:normAutofit/>
          </a:bodyPr>
          <a:lstStyle/>
          <a:p>
            <a:pPr lvl="0"/>
            <a:r>
              <a:rPr lang="zh-CN" altLang="en-US"/>
              <a:t>预留位置 </a:t>
            </a:r>
            <a:r>
              <a:rPr lang="en-US" altLang="zh-CN"/>
              <a:t>1</a:t>
            </a:r>
          </a:p>
          <a:p>
            <a:pPr lvl="1"/>
            <a:r>
              <a:rPr lang="zh-CN" altLang="en-US"/>
              <a:t>第二層</a:t>
            </a:r>
            <a:endParaRPr lang="en-US"/>
          </a:p>
          <a:p>
            <a:pPr lvl="2"/>
            <a:r>
              <a:rPr lang="zh-CN" altLang="en-US"/>
              <a:t>第三層</a:t>
            </a:r>
            <a:endParaRPr lang="en-US"/>
          </a:p>
          <a:p>
            <a:pPr lvl="3"/>
            <a:r>
              <a:rPr lang="zh-CN" altLang="en-US"/>
              <a:t>第四層</a:t>
            </a:r>
            <a:endParaRPr lang="en-US"/>
          </a:p>
        </p:txBody>
      </p:sp>
      <p:sp>
        <p:nvSpPr>
          <p:cNvPr id="10" name="Presentation - BU/Client/Project Name"/>
          <p:cNvSpPr>
            <a:spLocks noChangeArrowheads="1"/>
          </p:cNvSpPr>
          <p:nvPr>
            <p:custDataLst>
              <p:tags r:id="rId28"/>
            </p:custDataLst>
          </p:nvPr>
        </p:nvSpPr>
        <p:spPr bwMode="auto">
          <a:xfrm>
            <a:off x="658724" y="7005244"/>
            <a:ext cx="3324462" cy="131703"/>
          </a:xfrm>
          <a:prstGeom prst="rect">
            <a:avLst/>
          </a:prstGeom>
          <a:noFill/>
          <a:ln w="9525">
            <a:noFill/>
            <a:miter lim="800000"/>
          </a:ln>
        </p:spPr>
        <p:txBody>
          <a:bodyPr wrap="square" lIns="0" tIns="0" rIns="0" bIns="0">
            <a:spAutoFit/>
          </a:bodyPr>
          <a:lstStyle/>
          <a:p>
            <a:pPr marL="0" marR="0" lvl="0" indent="0" algn="l" defTabSz="897637" rtl="0" eaLnBrk="1" fontAlgn="auto" latinLnBrk="0" hangingPunct="1">
              <a:lnSpc>
                <a:spcPct val="100000"/>
              </a:lnSpc>
              <a:spcBef>
                <a:spcPct val="0"/>
              </a:spcBef>
              <a:spcAft>
                <a:spcPct val="0"/>
              </a:spcAft>
              <a:buClrTx/>
              <a:buSzTx/>
              <a:buFontTx/>
              <a:buNone/>
              <a:defRPr/>
            </a:pPr>
            <a:r>
              <a:rPr lang="en-US" sz="856" b="0" i="0" u="none" strike="noStrike" cap="all" baseline="0" dirty="0">
                <a:solidFill>
                  <a:srgbClr val="808080"/>
                </a:solidFill>
                <a:effectLst/>
                <a:uFill>
                  <a:solidFill>
                    <a:prstClr val="black">
                      <a:alpha val="0"/>
                    </a:prstClr>
                  </a:solidFill>
                </a:uFill>
                <a:latin typeface="Arial" panose="020B0604020202020204" pitchFamily="34" charset="0"/>
                <a:ea typeface="楷体" panose="02010609060101010101" charset="-122"/>
                <a:cs typeface="Arial" panose="020B0604020202020204" pitchFamily="34" charset="0"/>
                <a:sym typeface="Arial" panose="020B0604020202020204" pitchFamily="34" charset="0"/>
              </a:rPr>
              <a:t>IASO Bio</a:t>
            </a:r>
            <a:endParaRPr kumimoji="0" lang="zh-TW" altLang="en-US" sz="856" b="0" i="0" u="none" strike="noStrike" kern="1200" cap="all"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43" name="Presentation - Draft Watermark" hidden="1"/>
          <p:cNvSpPr txBox="1"/>
          <p:nvPr/>
        </p:nvSpPr>
        <p:spPr>
          <a:xfrm>
            <a:off x="5597237" y="371141"/>
            <a:ext cx="994977" cy="244411"/>
          </a:xfrm>
          <a:prstGeom prst="rect">
            <a:avLst/>
          </a:prstGeom>
          <a:noFill/>
        </p:spPr>
        <p:txBody>
          <a:bodyPr wrap="square" lIns="0" tIns="0" rIns="0" bIns="0" rtlCol="0" anchor="ctr" anchorCtr="0">
            <a:noAutofit/>
          </a:bodyPr>
          <a:lstStyle/>
          <a:p>
            <a:pPr algn="ctr"/>
            <a:r>
              <a:rPr lang="zh-TW" altLang="en-US" sz="1926" b="1" cap="all" spc="0" baseline="0">
                <a:solidFill>
                  <a:srgbClr val="FF0000"/>
                </a:solidFill>
                <a:latin typeface="Arial" panose="020B0604020202020204" pitchFamily="34" charset="0"/>
                <a:cs typeface="Arial" panose="020B0604020202020204" pitchFamily="34" charset="0"/>
                <a:sym typeface="Arial" panose="020B0604020202020204" pitchFamily="34" charset="0"/>
              </a:rPr>
              <a:t>草稿</a:t>
            </a:r>
            <a:endParaRPr lang="en-US" sz="1926" b="1" cap="all" spc="0" baseline="0"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sp>
        <p:nvSpPr>
          <p:cNvPr id="44" name="Presentation - Disclaimers" hidden="1"/>
          <p:cNvSpPr>
            <a:spLocks noChangeArrowheads="1"/>
          </p:cNvSpPr>
          <p:nvPr>
            <p:custDataLst>
              <p:tags r:id="rId29"/>
            </p:custDataLst>
          </p:nvPr>
        </p:nvSpPr>
        <p:spPr bwMode="auto">
          <a:xfrm>
            <a:off x="4445009" y="6406179"/>
            <a:ext cx="3325091" cy="132409"/>
          </a:xfrm>
          <a:prstGeom prst="rect">
            <a:avLst/>
          </a:prstGeom>
          <a:noFill/>
          <a:ln w="9525">
            <a:noFill/>
            <a:miter lim="800000"/>
          </a:ln>
        </p:spPr>
        <p:txBody>
          <a:bodyPr wrap="square" lIns="0" tIns="0" rIns="0" bIns="0" anchor="t" anchorCtr="0">
            <a:spAutoFit/>
          </a:bodyPr>
          <a:lstStyle/>
          <a:p>
            <a:pPr algn="ctr" defTabSz="897637">
              <a:lnSpc>
                <a:spcPts val="1059"/>
              </a:lnSpc>
            </a:pPr>
            <a:r>
              <a:rPr lang="zh-CN" altLang="en-US" sz="856" b="1" cap="all">
                <a:solidFill>
                  <a:srgbClr val="FF0000"/>
                </a:solidFill>
                <a:latin typeface="Arial" panose="020B0604020202020204" pitchFamily="34" charset="0"/>
                <a:cs typeface="Arial" panose="020B0604020202020204" pitchFamily="34" charset="0"/>
                <a:sym typeface="Arial" panose="020B0604020202020204" pitchFamily="34" charset="0"/>
              </a:rPr>
              <a:t>机密 </a:t>
            </a:r>
            <a:r>
              <a:rPr lang="en-US" altLang="zh-CN" sz="856" b="1" cap="all" dirty="0">
                <a:solidFill>
                  <a:srgbClr val="FF0000"/>
                </a:solidFill>
                <a:latin typeface="Arial" panose="020B0604020202020204" pitchFamily="34" charset="0"/>
                <a:cs typeface="Arial" panose="020B0604020202020204" pitchFamily="34" charset="0"/>
                <a:sym typeface="Arial" panose="020B0604020202020204" pitchFamily="34" charset="0"/>
              </a:rPr>
              <a:t>/ </a:t>
            </a:r>
            <a:r>
              <a:rPr lang="zh-CN" altLang="en-US" sz="856" b="1" cap="all">
                <a:solidFill>
                  <a:srgbClr val="FF0000"/>
                </a:solidFill>
                <a:latin typeface="Arial" panose="020B0604020202020204" pitchFamily="34" charset="0"/>
                <a:cs typeface="Arial" panose="020B0604020202020204" pitchFamily="34" charset="0"/>
                <a:sym typeface="Arial" panose="020B0604020202020204" pitchFamily="34" charset="0"/>
              </a:rPr>
              <a:t>只供内部使用</a:t>
            </a:r>
            <a:endParaRPr lang="en-US" sz="856" b="1" cap="all"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sp>
        <p:nvSpPr>
          <p:cNvPr id="50" name="Logo - Client 1" hidden="1"/>
          <p:cNvSpPr/>
          <p:nvPr/>
        </p:nvSpPr>
        <p:spPr>
          <a:xfrm>
            <a:off x="10265794" y="372036"/>
            <a:ext cx="1108825" cy="2743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56" dirty="0">
                <a:solidFill>
                  <a:schemeClr val="tx1"/>
                </a:solidFill>
                <a:latin typeface="Arial" panose="020B0604020202020204" pitchFamily="34" charset="0"/>
                <a:cs typeface="Arial" panose="020B0604020202020204" pitchFamily="34" charset="0"/>
                <a:sym typeface="Arial" panose="020B0604020202020204" pitchFamily="34" charset="0"/>
              </a:rPr>
              <a:t>Client Logo</a:t>
            </a:r>
          </a:p>
        </p:txBody>
      </p:sp>
      <p:grpSp>
        <p:nvGrpSpPr>
          <p:cNvPr id="2" name="Group 1"/>
          <p:cNvGrpSpPr/>
          <p:nvPr userDrawn="1"/>
        </p:nvGrpSpPr>
        <p:grpSpPr>
          <a:xfrm>
            <a:off x="-1067435" y="0"/>
            <a:ext cx="554476" cy="3722914"/>
            <a:chOff x="-997524" y="1764467"/>
            <a:chExt cx="518161" cy="3474720"/>
          </a:xfrm>
        </p:grpSpPr>
        <p:sp>
          <p:nvSpPr>
            <p:cNvPr id="42" name="Color_1"/>
            <p:cNvSpPr/>
            <p:nvPr userDrawn="1"/>
          </p:nvSpPr>
          <p:spPr>
            <a:xfrm>
              <a:off x="-997524" y="1764467"/>
              <a:ext cx="518161" cy="517511"/>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34</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226</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212</a:t>
              </a:r>
              <a:endParaRPr lang="en-US" sz="856" dirty="0">
                <a:solidFill>
                  <a:schemeClr val="bg1"/>
                </a:solidFill>
              </a:endParaRPr>
            </a:p>
          </p:txBody>
        </p:sp>
        <p:sp>
          <p:nvSpPr>
            <p:cNvPr id="45" name="Color_2"/>
            <p:cNvSpPr/>
            <p:nvPr userDrawn="1"/>
          </p:nvSpPr>
          <p:spPr>
            <a:xfrm>
              <a:off x="-997524" y="2355909"/>
              <a:ext cx="518161" cy="517511"/>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41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99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243</a:t>
              </a:r>
              <a:endParaRPr lang="en-US" sz="856" dirty="0">
                <a:solidFill>
                  <a:schemeClr val="bg1"/>
                </a:solidFill>
              </a:endParaRPr>
            </a:p>
          </p:txBody>
        </p:sp>
        <p:sp>
          <p:nvSpPr>
            <p:cNvPr id="46" name="Color_3"/>
            <p:cNvSpPr/>
            <p:nvPr userDrawn="1"/>
          </p:nvSpPr>
          <p:spPr>
            <a:xfrm>
              <a:off x="-997524" y="2947350"/>
              <a:ext cx="518161" cy="517511"/>
            </a:xfrm>
            <a:prstGeom prst="ellipse">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0</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79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138</a:t>
              </a:r>
              <a:endParaRPr lang="en-US" sz="856" dirty="0">
                <a:solidFill>
                  <a:schemeClr val="bg1"/>
                </a:solidFill>
              </a:endParaRPr>
            </a:p>
          </p:txBody>
        </p:sp>
        <p:sp>
          <p:nvSpPr>
            <p:cNvPr id="47" name="Color_4"/>
            <p:cNvSpPr/>
            <p:nvPr userDrawn="1"/>
          </p:nvSpPr>
          <p:spPr>
            <a:xfrm>
              <a:off x="-997524" y="3538792"/>
              <a:ext cx="518161" cy="517511"/>
            </a:xfrm>
            <a:prstGeom prst="ellipse">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246</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209</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26</a:t>
              </a:r>
              <a:endParaRPr lang="en-US" sz="856" dirty="0">
                <a:solidFill>
                  <a:schemeClr val="bg1"/>
                </a:solidFill>
              </a:endParaRPr>
            </a:p>
          </p:txBody>
        </p:sp>
        <p:sp>
          <p:nvSpPr>
            <p:cNvPr id="48" name="Color_5"/>
            <p:cNvSpPr/>
            <p:nvPr userDrawn="1"/>
          </p:nvSpPr>
          <p:spPr>
            <a:xfrm>
              <a:off x="-997524" y="4130234"/>
              <a:ext cx="518161" cy="517511"/>
            </a:xfrm>
            <a:prstGeom prst="ellipse">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254</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140</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26</a:t>
              </a:r>
              <a:endParaRPr lang="en-US" sz="856" dirty="0">
                <a:solidFill>
                  <a:schemeClr val="bg1"/>
                </a:solidFill>
              </a:endParaRPr>
            </a:p>
          </p:txBody>
        </p:sp>
        <p:sp>
          <p:nvSpPr>
            <p:cNvPr id="49" name="Color_6"/>
            <p:cNvSpPr/>
            <p:nvPr userDrawn="1"/>
          </p:nvSpPr>
          <p:spPr>
            <a:xfrm>
              <a:off x="-997524" y="4721676"/>
              <a:ext cx="518161" cy="517511"/>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p>
            <a:p>
              <a:pPr algn="ctr">
                <a:spcBef>
                  <a:spcPts val="86"/>
                </a:spcBef>
                <a:spcAft>
                  <a:spcPts val="86"/>
                </a:spcAft>
              </a:pPr>
              <a:r>
                <a:rPr lang="en-US" sz="856" b="0" i="0" u="none" strike="noStrike" cap="none" baseline="0" dirty="0">
                  <a:solidFill>
                    <a:srgbClr val="FFFFFF"/>
                  </a:solidFill>
                  <a:effectLst/>
                  <a:uFill>
                    <a:solidFill>
                      <a:prstClr val="black">
                        <a:alpha val="0"/>
                      </a:prstClr>
                    </a:solidFill>
                  </a:uFill>
                  <a:latin typeface="楷体" panose="02010609060101010101" charset="-122"/>
                  <a:ea typeface="楷体" panose="02010609060101010101" charset="-122"/>
                  <a:cs typeface="楷体" panose="02010609060101010101" charset="-122"/>
                </a:rPr>
                <a:t>191</a:t>
              </a:r>
              <a:endParaRPr lang="en-US" sz="856" dirty="0">
                <a:solidFill>
                  <a:schemeClr val="bg1"/>
                </a:solidFill>
              </a:endParaRPr>
            </a:p>
          </p:txBody>
        </p:sp>
      </p:grpSp>
      <p:pic>
        <p:nvPicPr>
          <p:cNvPr id="3" name="Picture 2"/>
          <p:cNvPicPr>
            <a:picLocks noChangeAspect="1" noChangeArrowheads="1"/>
          </p:cNvPicPr>
          <p:nvPr userDrawn="1"/>
        </p:nvPicPr>
        <p:blipFill>
          <a:blip r:embed="rId30" cstate="print">
            <a:clrChange>
              <a:clrFrom>
                <a:srgbClr val="FFFFFF"/>
              </a:clrFrom>
              <a:clrTo>
                <a:srgbClr val="FFFFFF">
                  <a:alpha val="0"/>
                </a:srgbClr>
              </a:clrTo>
            </a:clrChange>
            <a:extLst>
              <a:ext uri="{28A0092B-C50C-407E-A947-70E740481C1C}">
                <a14:useLocalDpi xmlns:a14="http://schemas.microsoft.com/office/drawing/2010/main" val="0"/>
              </a:ext>
            </a:extLst>
          </a:blip>
          <a:srcRect t="2879"/>
          <a:stretch>
            <a:fillRect/>
          </a:stretch>
        </p:blipFill>
        <p:spPr bwMode="auto">
          <a:xfrm>
            <a:off x="10441012" y="0"/>
            <a:ext cx="1172657" cy="92861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0" y="6743700"/>
            <a:ext cx="12192000" cy="114300"/>
          </a:xfrm>
          <a:prstGeom prst="rect">
            <a:avLst/>
          </a:prstGeom>
          <a:gradFill flip="none" rotWithShape="1">
            <a:gsLst>
              <a:gs pos="21000">
                <a:schemeClr val="accent3"/>
              </a:gs>
              <a:gs pos="61000">
                <a:schemeClr val="accent2"/>
              </a:gs>
              <a:gs pos="100000">
                <a:schemeClr val="bg1"/>
              </a:gs>
            </a:gsLst>
            <a:lin ang="0" scaled="1"/>
          </a:gra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0080" tIns="48924" rIns="50080" bIns="48924" numCol="1" spcCol="0" rtlCol="0" fromWordArt="0" anchor="ctr" anchorCtr="0" forceAA="0" compatLnSpc="1">
            <a:noAutofit/>
          </a:bodyPr>
          <a:lstStyle/>
          <a:p>
            <a:pPr algn="ctr">
              <a:spcBef>
                <a:spcPts val="428"/>
              </a:spcBef>
            </a:pPr>
            <a:endParaRPr lang="en-US" sz="856" dirty="0">
              <a:solidFill>
                <a:schemeClr val="tx1"/>
              </a:solidFill>
            </a:endParaRPr>
          </a:p>
        </p:txBody>
      </p:sp>
      <p:cxnSp>
        <p:nvCxnSpPr>
          <p:cNvPr id="7" name="Line - Bottom"/>
          <p:cNvCxnSpPr/>
          <p:nvPr userDrawn="1"/>
        </p:nvCxnSpPr>
        <p:spPr bwMode="auto">
          <a:xfrm>
            <a:off x="662602" y="6357769"/>
            <a:ext cx="10860348" cy="0"/>
          </a:xfrm>
          <a:prstGeom prst="line">
            <a:avLst/>
          </a:prstGeom>
          <a:solidFill>
            <a:schemeClr val="accent1"/>
          </a:solidFill>
          <a:ln w="9525" cap="flat" cmpd="sng" algn="ctr">
            <a:solidFill>
              <a:schemeClr val="bg2"/>
            </a:solidFill>
            <a:prstDash val="solid"/>
            <a:round/>
            <a:headEnd type="none" w="med" len="med"/>
            <a:tailEnd type="none" w="med" len="med"/>
          </a:ln>
          <a:effectLst/>
        </p:spPr>
      </p:cxnSp>
      <p:cxnSp>
        <p:nvCxnSpPr>
          <p:cNvPr id="8" name="Straight Connector 7"/>
          <p:cNvCxnSpPr/>
          <p:nvPr userDrawn="1"/>
        </p:nvCxnSpPr>
        <p:spPr>
          <a:xfrm>
            <a:off x="667150" y="853819"/>
            <a:ext cx="1082561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7993521"/>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 id="2147483915" r:id="rId13"/>
    <p:sldLayoutId id="2147483916" r:id="rId14"/>
    <p:sldLayoutId id="2147483917" r:id="rId15"/>
    <p:sldLayoutId id="2147483918" r:id="rId16"/>
    <p:sldLayoutId id="2147483919" r:id="rId17"/>
    <p:sldLayoutId id="2147483920" r:id="rId18"/>
    <p:sldLayoutId id="2147483921" r:id="rId19"/>
    <p:sldLayoutId id="2147483922" r:id="rId20"/>
    <p:sldLayoutId id="2147483923" r:id="rId21"/>
    <p:sldLayoutId id="2147483924" r:id="rId22"/>
    <p:sldLayoutId id="2147483925" r:id="rId23"/>
    <p:sldLayoutId id="2147483926" r:id="rId24"/>
    <p:sldLayoutId id="2147483927" r:id="rId25"/>
    <p:sldLayoutId id="2147483928" r:id="rId26"/>
  </p:sldLayoutIdLst>
  <p:transition/>
  <p:hf hdr="0" dt="0"/>
  <p:txStyles>
    <p:titleStyle>
      <a:lvl1pPr algn="l" defTabSz="805903" rtl="0" eaLnBrk="1" latinLnBrk="0" hangingPunct="1">
        <a:lnSpc>
          <a:spcPct val="80000"/>
        </a:lnSpc>
        <a:spcBef>
          <a:spcPct val="0"/>
        </a:spcBef>
        <a:buNone/>
        <a:defRPr lang="en-US" sz="2140" b="1" kern="0" baseline="0">
          <a:solidFill>
            <a:schemeClr val="accent2">
              <a:lumMod val="50000"/>
            </a:schemeClr>
          </a:solidFill>
          <a:latin typeface="Arial" panose="020B0604020202020204" pitchFamily="34" charset="0"/>
          <a:ea typeface="+mj-ea"/>
          <a:cs typeface="Arial" panose="020B0604020202020204" pitchFamily="34" charset="0"/>
          <a:sym typeface="Arial" panose="020B0604020202020204" pitchFamily="34" charset="0"/>
        </a:defRPr>
      </a:lvl1pPr>
    </p:titleStyle>
    <p:bodyStyle>
      <a:lvl1pPr marL="100568" indent="-100568" algn="l" defTabSz="805903" rtl="0" eaLnBrk="1" latinLnBrk="0" hangingPunct="1">
        <a:spcBef>
          <a:spcPct val="0"/>
        </a:spcBef>
        <a:spcAft>
          <a:spcPts val="353"/>
        </a:spcAft>
        <a:buClr>
          <a:schemeClr val="accent2"/>
        </a:buClr>
        <a:buSzPct val="115000"/>
        <a:buFont typeface="Arial" panose="020B0604020202020204" pitchFamily="34" charset="0"/>
        <a:buChar char="•"/>
        <a:defRPr sz="856"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2pPr marL="207252" indent="-100568" algn="l" defTabSz="898317" rtl="0" eaLnBrk="1" latinLnBrk="0" hangingPunct="1">
        <a:spcBef>
          <a:spcPct val="0"/>
        </a:spcBef>
        <a:spcAft>
          <a:spcPts val="353"/>
        </a:spcAft>
        <a:buClr>
          <a:schemeClr val="accent2"/>
        </a:buClr>
        <a:buSzTx/>
        <a:buFont typeface="Arial" panose="020B0604020202020204" pitchFamily="34" charset="0"/>
        <a:buChar char="–"/>
        <a:defRPr sz="856"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marL="307820" indent="-100568" algn="l" defTabSz="805903" rtl="0" eaLnBrk="1" latinLnBrk="0" hangingPunct="1">
        <a:spcBef>
          <a:spcPct val="0"/>
        </a:spcBef>
        <a:spcAft>
          <a:spcPts val="353"/>
        </a:spcAft>
        <a:buClr>
          <a:schemeClr val="accent2"/>
        </a:buClr>
        <a:buFont typeface="Courier New" panose="02070309020205020404" pitchFamily="49" charset="0"/>
        <a:buChar char="o"/>
        <a:defRPr sz="856" kern="120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defRPr>
      </a:lvl3pPr>
      <a:lvl4pPr marL="401592" indent="-97850" algn="l" defTabSz="898317" rtl="0" eaLnBrk="1" latinLnBrk="0" hangingPunct="1">
        <a:spcBef>
          <a:spcPct val="0"/>
        </a:spcBef>
        <a:spcAft>
          <a:spcPts val="353"/>
        </a:spcAft>
        <a:buClr>
          <a:schemeClr val="accent2"/>
        </a:buClr>
        <a:buSzTx/>
        <a:buFont typeface="Arial" panose="020B0604020202020204" pitchFamily="34" charset="0"/>
        <a:buChar char="»"/>
        <a:defRPr sz="856" kern="12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defRPr>
      </a:lvl4pPr>
      <a:lvl5pPr marL="500801" indent="0" algn="l" defTabSz="898317" rtl="0" eaLnBrk="1" latinLnBrk="0" hangingPunct="1">
        <a:spcBef>
          <a:spcPct val="0"/>
        </a:spcBef>
        <a:spcAft>
          <a:spcPts val="353"/>
        </a:spcAft>
        <a:buClr>
          <a:schemeClr val="tx2"/>
        </a:buClr>
        <a:buSzPct val="115000"/>
        <a:buFont typeface="Arial" panose="020B0604020202020204" pitchFamily="34" charset="0"/>
        <a:buNone/>
        <a:defRPr sz="706" kern="1200">
          <a:solidFill>
            <a:schemeClr val="tx1"/>
          </a:solidFill>
          <a:latin typeface="Arial" panose="020B0604020202020204" pitchFamily="34" charset="0"/>
          <a:ea typeface="Microsoft JhengHei" panose="020B0604030504040204" pitchFamily="34" charset="-120"/>
          <a:cs typeface="Arial" panose="020B0604020202020204" pitchFamily="34" charset="0"/>
        </a:defRPr>
      </a:lvl5pPr>
      <a:lvl6pPr marL="492647" indent="-89696" algn="l" defTabSz="805903" rtl="0" eaLnBrk="1" latinLnBrk="0" hangingPunct="1">
        <a:spcBef>
          <a:spcPct val="20000"/>
        </a:spcBef>
        <a:buFont typeface="Arial" panose="020B0604020202020204" pitchFamily="34" charset="0"/>
        <a:buChar char="–"/>
        <a:defRPr sz="706" kern="1200">
          <a:solidFill>
            <a:schemeClr val="tx1"/>
          </a:solidFill>
          <a:latin typeface="+mn-lt"/>
          <a:ea typeface="+mn-ea"/>
          <a:cs typeface="+mn-cs"/>
        </a:defRPr>
      </a:lvl6pPr>
      <a:lvl7pPr marL="2618166" indent="-201136" algn="l" defTabSz="805903" rtl="0" eaLnBrk="1" latinLnBrk="0" hangingPunct="1">
        <a:spcBef>
          <a:spcPct val="20000"/>
        </a:spcBef>
        <a:buFont typeface="Arial" panose="020B0604020202020204" pitchFamily="34" charset="0"/>
        <a:buChar char="•"/>
        <a:defRPr sz="1760" kern="1200">
          <a:solidFill>
            <a:schemeClr val="tx1"/>
          </a:solidFill>
          <a:latin typeface="+mn-lt"/>
          <a:ea typeface="+mn-ea"/>
          <a:cs typeface="+mn-cs"/>
        </a:defRPr>
      </a:lvl7pPr>
      <a:lvl8pPr marL="3021117" indent="-201136" algn="l" defTabSz="805903" rtl="0" eaLnBrk="1" latinLnBrk="0" hangingPunct="1">
        <a:spcBef>
          <a:spcPct val="20000"/>
        </a:spcBef>
        <a:buFont typeface="Arial" panose="020B0604020202020204" pitchFamily="34" charset="0"/>
        <a:buChar char="•"/>
        <a:defRPr sz="1760" kern="1200">
          <a:solidFill>
            <a:schemeClr val="tx1"/>
          </a:solidFill>
          <a:latin typeface="+mn-lt"/>
          <a:ea typeface="+mn-ea"/>
          <a:cs typeface="+mn-cs"/>
        </a:defRPr>
      </a:lvl8pPr>
      <a:lvl9pPr marL="3424069" indent="-201136" algn="l" defTabSz="805903" rtl="0" eaLnBrk="1" latinLnBrk="0" hangingPunct="1">
        <a:spcBef>
          <a:spcPct val="20000"/>
        </a:spcBef>
        <a:buFont typeface="Arial" panose="020B0604020202020204" pitchFamily="34" charset="0"/>
        <a:buChar char="•"/>
        <a:defRPr sz="1760" kern="1200">
          <a:solidFill>
            <a:schemeClr val="tx1"/>
          </a:solidFill>
          <a:latin typeface="+mn-lt"/>
          <a:ea typeface="+mn-ea"/>
          <a:cs typeface="+mn-cs"/>
        </a:defRPr>
      </a:lvl9pPr>
    </p:bodyStyle>
    <p:otherStyle>
      <a:defPPr>
        <a:defRPr lang="en-US"/>
      </a:defPPr>
      <a:lvl1pPr marL="0" algn="l" defTabSz="805903" rtl="0" eaLnBrk="1" latinLnBrk="0" hangingPunct="1">
        <a:defRPr sz="706" kern="1200">
          <a:solidFill>
            <a:schemeClr val="tx1"/>
          </a:solidFill>
          <a:latin typeface="+mn-lt"/>
          <a:ea typeface="+mn-ea"/>
          <a:cs typeface="+mn-cs"/>
        </a:defRPr>
      </a:lvl1pPr>
      <a:lvl2pPr marL="402952" algn="l" defTabSz="805903" rtl="0" eaLnBrk="1" latinLnBrk="0" hangingPunct="1">
        <a:defRPr sz="706" kern="1200">
          <a:solidFill>
            <a:schemeClr val="tx1"/>
          </a:solidFill>
          <a:latin typeface="+mn-lt"/>
          <a:ea typeface="+mn-ea"/>
          <a:cs typeface="+mn-cs"/>
        </a:defRPr>
      </a:lvl2pPr>
      <a:lvl3pPr marL="805903" algn="l" defTabSz="805903" rtl="0" eaLnBrk="1" latinLnBrk="0" hangingPunct="1">
        <a:defRPr sz="706" kern="1200">
          <a:solidFill>
            <a:schemeClr val="tx1"/>
          </a:solidFill>
          <a:latin typeface="+mn-lt"/>
          <a:ea typeface="+mn-ea"/>
          <a:cs typeface="+mn-cs"/>
        </a:defRPr>
      </a:lvl3pPr>
      <a:lvl4pPr marL="1208175" algn="l" defTabSz="805903" rtl="0" eaLnBrk="1" latinLnBrk="0" hangingPunct="1">
        <a:defRPr sz="706" kern="1200">
          <a:solidFill>
            <a:schemeClr val="tx1"/>
          </a:solidFill>
          <a:latin typeface="+mn-lt"/>
          <a:ea typeface="+mn-ea"/>
          <a:cs typeface="+mn-cs"/>
        </a:defRPr>
      </a:lvl4pPr>
      <a:lvl5pPr marL="1611127" algn="l" defTabSz="805903" rtl="0" eaLnBrk="1" latinLnBrk="0" hangingPunct="1">
        <a:defRPr sz="706" kern="1200">
          <a:solidFill>
            <a:schemeClr val="tx1"/>
          </a:solidFill>
          <a:latin typeface="+mn-lt"/>
          <a:ea typeface="+mn-ea"/>
          <a:cs typeface="+mn-cs"/>
        </a:defRPr>
      </a:lvl5pPr>
      <a:lvl6pPr marL="2014078" algn="l" defTabSz="805903" rtl="0" eaLnBrk="1" latinLnBrk="0" hangingPunct="1">
        <a:defRPr sz="706" kern="1200">
          <a:solidFill>
            <a:schemeClr val="tx1"/>
          </a:solidFill>
          <a:latin typeface="+mn-lt"/>
          <a:ea typeface="+mn-ea"/>
          <a:cs typeface="+mn-cs"/>
        </a:defRPr>
      </a:lvl6pPr>
      <a:lvl7pPr marL="2417030" algn="l" defTabSz="805903" rtl="0" eaLnBrk="1" latinLnBrk="0" hangingPunct="1">
        <a:defRPr sz="706" kern="1200">
          <a:solidFill>
            <a:schemeClr val="tx1"/>
          </a:solidFill>
          <a:latin typeface="+mn-lt"/>
          <a:ea typeface="+mn-ea"/>
          <a:cs typeface="+mn-cs"/>
        </a:defRPr>
      </a:lvl7pPr>
      <a:lvl8pPr marL="2819302" algn="l" defTabSz="805903" rtl="0" eaLnBrk="1" latinLnBrk="0" hangingPunct="1">
        <a:defRPr sz="706" kern="1200">
          <a:solidFill>
            <a:schemeClr val="tx1"/>
          </a:solidFill>
          <a:latin typeface="+mn-lt"/>
          <a:ea typeface="+mn-ea"/>
          <a:cs typeface="+mn-cs"/>
        </a:defRPr>
      </a:lvl8pPr>
      <a:lvl9pPr marL="3222253" algn="l" defTabSz="805903" rtl="0" eaLnBrk="1" latinLnBrk="0" hangingPunct="1">
        <a:defRPr sz="7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58.xml"/></Relationships>
</file>

<file path=ppt/slides/_rels/slide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7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359.xml"/><Relationship Id="rId5" Type="http://schemas.openxmlformats.org/officeDocument/2006/relationships/image" Target="../media/image30.png"/><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tags" Target="../tags/tag367.xml"/><Relationship Id="rId13" Type="http://schemas.openxmlformats.org/officeDocument/2006/relationships/tags" Target="../tags/tag372.xml"/><Relationship Id="rId18" Type="http://schemas.openxmlformats.org/officeDocument/2006/relationships/image" Target="../media/image32.png"/><Relationship Id="rId3" Type="http://schemas.openxmlformats.org/officeDocument/2006/relationships/tags" Target="../tags/tag362.xml"/><Relationship Id="rId7" Type="http://schemas.openxmlformats.org/officeDocument/2006/relationships/tags" Target="../tags/tag366.xml"/><Relationship Id="rId12" Type="http://schemas.openxmlformats.org/officeDocument/2006/relationships/tags" Target="../tags/tag371.xml"/><Relationship Id="rId17" Type="http://schemas.openxmlformats.org/officeDocument/2006/relationships/image" Target="../media/image31.png"/><Relationship Id="rId2" Type="http://schemas.openxmlformats.org/officeDocument/2006/relationships/tags" Target="../tags/tag361.xml"/><Relationship Id="rId16" Type="http://schemas.openxmlformats.org/officeDocument/2006/relationships/notesSlide" Target="../notesSlides/notesSlide4.xml"/><Relationship Id="rId20" Type="http://schemas.openxmlformats.org/officeDocument/2006/relationships/image" Target="../media/image34.png"/><Relationship Id="rId1" Type="http://schemas.openxmlformats.org/officeDocument/2006/relationships/tags" Target="../tags/tag360.xml"/><Relationship Id="rId6" Type="http://schemas.openxmlformats.org/officeDocument/2006/relationships/tags" Target="../tags/tag365.xml"/><Relationship Id="rId11" Type="http://schemas.openxmlformats.org/officeDocument/2006/relationships/tags" Target="../tags/tag370.xml"/><Relationship Id="rId5" Type="http://schemas.openxmlformats.org/officeDocument/2006/relationships/tags" Target="../tags/tag364.xml"/><Relationship Id="rId15" Type="http://schemas.openxmlformats.org/officeDocument/2006/relationships/slideLayout" Target="../slideLayouts/slideLayout3.xml"/><Relationship Id="rId10" Type="http://schemas.openxmlformats.org/officeDocument/2006/relationships/tags" Target="../tags/tag369.xml"/><Relationship Id="rId19" Type="http://schemas.openxmlformats.org/officeDocument/2006/relationships/image" Target="../media/image33.png"/><Relationship Id="rId4" Type="http://schemas.openxmlformats.org/officeDocument/2006/relationships/tags" Target="../tags/tag363.xml"/><Relationship Id="rId9" Type="http://schemas.openxmlformats.org/officeDocument/2006/relationships/tags" Target="../tags/tag368.xml"/><Relationship Id="rId14" Type="http://schemas.openxmlformats.org/officeDocument/2006/relationships/tags" Target="../tags/tag373.xml"/></Relationships>
</file>

<file path=ppt/slides/_rels/slide5.xml.rels><?xml version="1.0" encoding="UTF-8" standalone="yes"?>
<Relationships xmlns="http://schemas.openxmlformats.org/package/2006/relationships"><Relationship Id="rId8" Type="http://schemas.openxmlformats.org/officeDocument/2006/relationships/tags" Target="../tags/tag381.xml"/><Relationship Id="rId13" Type="http://schemas.openxmlformats.org/officeDocument/2006/relationships/image" Target="../media/image35.jpeg"/><Relationship Id="rId18" Type="http://schemas.openxmlformats.org/officeDocument/2006/relationships/image" Target="../media/image40.png"/><Relationship Id="rId3" Type="http://schemas.openxmlformats.org/officeDocument/2006/relationships/tags" Target="../tags/tag376.xml"/><Relationship Id="rId21" Type="http://schemas.openxmlformats.org/officeDocument/2006/relationships/image" Target="../media/image43.png"/><Relationship Id="rId7" Type="http://schemas.openxmlformats.org/officeDocument/2006/relationships/tags" Target="../tags/tag380.xml"/><Relationship Id="rId12" Type="http://schemas.openxmlformats.org/officeDocument/2006/relationships/notesSlide" Target="../notesSlides/notesSlide5.xml"/><Relationship Id="rId17" Type="http://schemas.openxmlformats.org/officeDocument/2006/relationships/image" Target="../media/image39.png"/><Relationship Id="rId2" Type="http://schemas.openxmlformats.org/officeDocument/2006/relationships/tags" Target="../tags/tag375.xml"/><Relationship Id="rId16" Type="http://schemas.openxmlformats.org/officeDocument/2006/relationships/image" Target="../media/image38.jpeg"/><Relationship Id="rId20" Type="http://schemas.openxmlformats.org/officeDocument/2006/relationships/image" Target="../media/image42.png"/><Relationship Id="rId1" Type="http://schemas.openxmlformats.org/officeDocument/2006/relationships/tags" Target="../tags/tag374.xml"/><Relationship Id="rId6" Type="http://schemas.openxmlformats.org/officeDocument/2006/relationships/tags" Target="../tags/tag379.xml"/><Relationship Id="rId11" Type="http://schemas.openxmlformats.org/officeDocument/2006/relationships/slideLayout" Target="../slideLayouts/slideLayout3.xml"/><Relationship Id="rId5" Type="http://schemas.openxmlformats.org/officeDocument/2006/relationships/tags" Target="../tags/tag378.xml"/><Relationship Id="rId15" Type="http://schemas.openxmlformats.org/officeDocument/2006/relationships/image" Target="../media/image37.png"/><Relationship Id="rId10" Type="http://schemas.openxmlformats.org/officeDocument/2006/relationships/tags" Target="../tags/tag383.xml"/><Relationship Id="rId19" Type="http://schemas.openxmlformats.org/officeDocument/2006/relationships/image" Target="../media/image41.png"/><Relationship Id="rId4" Type="http://schemas.openxmlformats.org/officeDocument/2006/relationships/tags" Target="../tags/tag377.xml"/><Relationship Id="rId9" Type="http://schemas.openxmlformats.org/officeDocument/2006/relationships/tags" Target="../tags/tag382.xml"/><Relationship Id="rId14" Type="http://schemas.openxmlformats.org/officeDocument/2006/relationships/image" Target="../media/image36.png"/></Relationships>
</file>

<file path=ppt/slides/_rels/slide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8.png"/><Relationship Id="rId5" Type="http://schemas.openxmlformats.org/officeDocument/2006/relationships/image" Target="../media/image47.jpeg"/><Relationship Id="rId4" Type="http://schemas.openxmlformats.org/officeDocument/2006/relationships/image" Target="../media/image46.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85.xml"/><Relationship Id="rId1" Type="http://schemas.openxmlformats.org/officeDocument/2006/relationships/tags" Target="../tags/tag384.xml"/></Relationships>
</file>

<file path=ppt/slides/_rels/slide9.xml.rels><?xml version="1.0" encoding="UTF-8" standalone="yes"?>
<Relationships xmlns="http://schemas.openxmlformats.org/package/2006/relationships"><Relationship Id="rId117" Type="http://schemas.openxmlformats.org/officeDocument/2006/relationships/tags" Target="../tags/tag502.xml"/><Relationship Id="rId21" Type="http://schemas.openxmlformats.org/officeDocument/2006/relationships/tags" Target="../tags/tag406.xml"/><Relationship Id="rId63" Type="http://schemas.openxmlformats.org/officeDocument/2006/relationships/tags" Target="../tags/tag448.xml"/><Relationship Id="rId159" Type="http://schemas.openxmlformats.org/officeDocument/2006/relationships/tags" Target="../tags/tag544.xml"/><Relationship Id="rId170" Type="http://schemas.openxmlformats.org/officeDocument/2006/relationships/tags" Target="../tags/tag555.xml"/><Relationship Id="rId226" Type="http://schemas.openxmlformats.org/officeDocument/2006/relationships/tags" Target="../tags/tag611.xml"/><Relationship Id="rId268" Type="http://schemas.openxmlformats.org/officeDocument/2006/relationships/tags" Target="../tags/tag653.xml"/><Relationship Id="rId32" Type="http://schemas.openxmlformats.org/officeDocument/2006/relationships/tags" Target="../tags/tag417.xml"/><Relationship Id="rId74" Type="http://schemas.openxmlformats.org/officeDocument/2006/relationships/tags" Target="../tags/tag459.xml"/><Relationship Id="rId128" Type="http://schemas.openxmlformats.org/officeDocument/2006/relationships/tags" Target="../tags/tag513.xml"/><Relationship Id="rId5" Type="http://schemas.openxmlformats.org/officeDocument/2006/relationships/tags" Target="../tags/tag390.xml"/><Relationship Id="rId181" Type="http://schemas.openxmlformats.org/officeDocument/2006/relationships/tags" Target="../tags/tag566.xml"/><Relationship Id="rId237" Type="http://schemas.openxmlformats.org/officeDocument/2006/relationships/tags" Target="../tags/tag622.xml"/><Relationship Id="rId279" Type="http://schemas.openxmlformats.org/officeDocument/2006/relationships/tags" Target="../tags/tag664.xml"/><Relationship Id="rId43" Type="http://schemas.openxmlformats.org/officeDocument/2006/relationships/tags" Target="../tags/tag428.xml"/><Relationship Id="rId139" Type="http://schemas.openxmlformats.org/officeDocument/2006/relationships/tags" Target="../tags/tag524.xml"/><Relationship Id="rId290" Type="http://schemas.openxmlformats.org/officeDocument/2006/relationships/image" Target="../media/image49.png"/><Relationship Id="rId85" Type="http://schemas.openxmlformats.org/officeDocument/2006/relationships/tags" Target="../tags/tag470.xml"/><Relationship Id="rId150" Type="http://schemas.openxmlformats.org/officeDocument/2006/relationships/tags" Target="../tags/tag535.xml"/><Relationship Id="rId192" Type="http://schemas.openxmlformats.org/officeDocument/2006/relationships/tags" Target="../tags/tag577.xml"/><Relationship Id="rId206" Type="http://schemas.openxmlformats.org/officeDocument/2006/relationships/tags" Target="../tags/tag591.xml"/><Relationship Id="rId248" Type="http://schemas.openxmlformats.org/officeDocument/2006/relationships/tags" Target="../tags/tag633.xml"/><Relationship Id="rId12" Type="http://schemas.openxmlformats.org/officeDocument/2006/relationships/tags" Target="../tags/tag397.xml"/><Relationship Id="rId108" Type="http://schemas.openxmlformats.org/officeDocument/2006/relationships/tags" Target="../tags/tag493.xml"/><Relationship Id="rId54" Type="http://schemas.openxmlformats.org/officeDocument/2006/relationships/tags" Target="../tags/tag439.xml"/><Relationship Id="rId75" Type="http://schemas.openxmlformats.org/officeDocument/2006/relationships/tags" Target="../tags/tag460.xml"/><Relationship Id="rId96" Type="http://schemas.openxmlformats.org/officeDocument/2006/relationships/tags" Target="../tags/tag481.xml"/><Relationship Id="rId140" Type="http://schemas.openxmlformats.org/officeDocument/2006/relationships/tags" Target="../tags/tag525.xml"/><Relationship Id="rId161" Type="http://schemas.openxmlformats.org/officeDocument/2006/relationships/tags" Target="../tags/tag546.xml"/><Relationship Id="rId182" Type="http://schemas.openxmlformats.org/officeDocument/2006/relationships/tags" Target="../tags/tag567.xml"/><Relationship Id="rId217" Type="http://schemas.openxmlformats.org/officeDocument/2006/relationships/tags" Target="../tags/tag602.xml"/><Relationship Id="rId6" Type="http://schemas.openxmlformats.org/officeDocument/2006/relationships/tags" Target="../tags/tag391.xml"/><Relationship Id="rId238" Type="http://schemas.openxmlformats.org/officeDocument/2006/relationships/tags" Target="../tags/tag623.xml"/><Relationship Id="rId259" Type="http://schemas.openxmlformats.org/officeDocument/2006/relationships/tags" Target="../tags/tag644.xml"/><Relationship Id="rId23" Type="http://schemas.openxmlformats.org/officeDocument/2006/relationships/tags" Target="../tags/tag408.xml"/><Relationship Id="rId119" Type="http://schemas.openxmlformats.org/officeDocument/2006/relationships/tags" Target="../tags/tag504.xml"/><Relationship Id="rId270" Type="http://schemas.openxmlformats.org/officeDocument/2006/relationships/tags" Target="../tags/tag655.xml"/><Relationship Id="rId291" Type="http://schemas.openxmlformats.org/officeDocument/2006/relationships/image" Target="../media/image50.png"/><Relationship Id="rId44" Type="http://schemas.openxmlformats.org/officeDocument/2006/relationships/tags" Target="../tags/tag429.xml"/><Relationship Id="rId65" Type="http://schemas.openxmlformats.org/officeDocument/2006/relationships/tags" Target="../tags/tag450.xml"/><Relationship Id="rId86" Type="http://schemas.openxmlformats.org/officeDocument/2006/relationships/tags" Target="../tags/tag471.xml"/><Relationship Id="rId130" Type="http://schemas.openxmlformats.org/officeDocument/2006/relationships/tags" Target="../tags/tag515.xml"/><Relationship Id="rId151" Type="http://schemas.openxmlformats.org/officeDocument/2006/relationships/tags" Target="../tags/tag536.xml"/><Relationship Id="rId172" Type="http://schemas.openxmlformats.org/officeDocument/2006/relationships/tags" Target="../tags/tag557.xml"/><Relationship Id="rId193" Type="http://schemas.openxmlformats.org/officeDocument/2006/relationships/tags" Target="../tags/tag578.xml"/><Relationship Id="rId207" Type="http://schemas.openxmlformats.org/officeDocument/2006/relationships/tags" Target="../tags/tag592.xml"/><Relationship Id="rId228" Type="http://schemas.openxmlformats.org/officeDocument/2006/relationships/tags" Target="../tags/tag613.xml"/><Relationship Id="rId249" Type="http://schemas.openxmlformats.org/officeDocument/2006/relationships/tags" Target="../tags/tag634.xml"/><Relationship Id="rId13" Type="http://schemas.openxmlformats.org/officeDocument/2006/relationships/tags" Target="../tags/tag398.xml"/><Relationship Id="rId109" Type="http://schemas.openxmlformats.org/officeDocument/2006/relationships/tags" Target="../tags/tag494.xml"/><Relationship Id="rId260" Type="http://schemas.openxmlformats.org/officeDocument/2006/relationships/tags" Target="../tags/tag645.xml"/><Relationship Id="rId281" Type="http://schemas.openxmlformats.org/officeDocument/2006/relationships/tags" Target="../tags/tag666.xml"/><Relationship Id="rId34" Type="http://schemas.openxmlformats.org/officeDocument/2006/relationships/tags" Target="../tags/tag419.xml"/><Relationship Id="rId55" Type="http://schemas.openxmlformats.org/officeDocument/2006/relationships/tags" Target="../tags/tag440.xml"/><Relationship Id="rId76" Type="http://schemas.openxmlformats.org/officeDocument/2006/relationships/tags" Target="../tags/tag461.xml"/><Relationship Id="rId97" Type="http://schemas.openxmlformats.org/officeDocument/2006/relationships/tags" Target="../tags/tag482.xml"/><Relationship Id="rId120" Type="http://schemas.openxmlformats.org/officeDocument/2006/relationships/tags" Target="../tags/tag505.xml"/><Relationship Id="rId141" Type="http://schemas.openxmlformats.org/officeDocument/2006/relationships/tags" Target="../tags/tag526.xml"/><Relationship Id="rId7" Type="http://schemas.openxmlformats.org/officeDocument/2006/relationships/tags" Target="../tags/tag392.xml"/><Relationship Id="rId162" Type="http://schemas.openxmlformats.org/officeDocument/2006/relationships/tags" Target="../tags/tag547.xml"/><Relationship Id="rId183" Type="http://schemas.openxmlformats.org/officeDocument/2006/relationships/tags" Target="../tags/tag568.xml"/><Relationship Id="rId218" Type="http://schemas.openxmlformats.org/officeDocument/2006/relationships/tags" Target="../tags/tag603.xml"/><Relationship Id="rId239" Type="http://schemas.openxmlformats.org/officeDocument/2006/relationships/tags" Target="../tags/tag624.xml"/><Relationship Id="rId250" Type="http://schemas.openxmlformats.org/officeDocument/2006/relationships/tags" Target="../tags/tag635.xml"/><Relationship Id="rId271" Type="http://schemas.openxmlformats.org/officeDocument/2006/relationships/tags" Target="../tags/tag656.xml"/><Relationship Id="rId292" Type="http://schemas.openxmlformats.org/officeDocument/2006/relationships/image" Target="../media/image51.png"/><Relationship Id="rId24" Type="http://schemas.openxmlformats.org/officeDocument/2006/relationships/tags" Target="../tags/tag409.xml"/><Relationship Id="rId45" Type="http://schemas.openxmlformats.org/officeDocument/2006/relationships/tags" Target="../tags/tag430.xml"/><Relationship Id="rId66" Type="http://schemas.openxmlformats.org/officeDocument/2006/relationships/tags" Target="../tags/tag451.xml"/><Relationship Id="rId87" Type="http://schemas.openxmlformats.org/officeDocument/2006/relationships/tags" Target="../tags/tag472.xml"/><Relationship Id="rId110" Type="http://schemas.openxmlformats.org/officeDocument/2006/relationships/tags" Target="../tags/tag495.xml"/><Relationship Id="rId131" Type="http://schemas.openxmlformats.org/officeDocument/2006/relationships/tags" Target="../tags/tag516.xml"/><Relationship Id="rId152" Type="http://schemas.openxmlformats.org/officeDocument/2006/relationships/tags" Target="../tags/tag537.xml"/><Relationship Id="rId173" Type="http://schemas.openxmlformats.org/officeDocument/2006/relationships/tags" Target="../tags/tag558.xml"/><Relationship Id="rId194" Type="http://schemas.openxmlformats.org/officeDocument/2006/relationships/tags" Target="../tags/tag579.xml"/><Relationship Id="rId208" Type="http://schemas.openxmlformats.org/officeDocument/2006/relationships/tags" Target="../tags/tag593.xml"/><Relationship Id="rId229" Type="http://schemas.openxmlformats.org/officeDocument/2006/relationships/tags" Target="../tags/tag614.xml"/><Relationship Id="rId240" Type="http://schemas.openxmlformats.org/officeDocument/2006/relationships/tags" Target="../tags/tag625.xml"/><Relationship Id="rId261" Type="http://schemas.openxmlformats.org/officeDocument/2006/relationships/tags" Target="../tags/tag646.xml"/><Relationship Id="rId14" Type="http://schemas.openxmlformats.org/officeDocument/2006/relationships/tags" Target="../tags/tag399.xml"/><Relationship Id="rId35" Type="http://schemas.openxmlformats.org/officeDocument/2006/relationships/tags" Target="../tags/tag420.xml"/><Relationship Id="rId56" Type="http://schemas.openxmlformats.org/officeDocument/2006/relationships/tags" Target="../tags/tag441.xml"/><Relationship Id="rId77" Type="http://schemas.openxmlformats.org/officeDocument/2006/relationships/tags" Target="../tags/tag462.xml"/><Relationship Id="rId100" Type="http://schemas.openxmlformats.org/officeDocument/2006/relationships/tags" Target="../tags/tag485.xml"/><Relationship Id="rId282" Type="http://schemas.openxmlformats.org/officeDocument/2006/relationships/tags" Target="../tags/tag667.xml"/><Relationship Id="rId8" Type="http://schemas.openxmlformats.org/officeDocument/2006/relationships/tags" Target="../tags/tag393.xml"/><Relationship Id="rId98" Type="http://schemas.openxmlformats.org/officeDocument/2006/relationships/tags" Target="../tags/tag483.xml"/><Relationship Id="rId121" Type="http://schemas.openxmlformats.org/officeDocument/2006/relationships/tags" Target="../tags/tag506.xml"/><Relationship Id="rId142" Type="http://schemas.openxmlformats.org/officeDocument/2006/relationships/tags" Target="../tags/tag527.xml"/><Relationship Id="rId163" Type="http://schemas.openxmlformats.org/officeDocument/2006/relationships/tags" Target="../tags/tag548.xml"/><Relationship Id="rId184" Type="http://schemas.openxmlformats.org/officeDocument/2006/relationships/tags" Target="../tags/tag569.xml"/><Relationship Id="rId219" Type="http://schemas.openxmlformats.org/officeDocument/2006/relationships/tags" Target="../tags/tag604.xml"/><Relationship Id="rId230" Type="http://schemas.openxmlformats.org/officeDocument/2006/relationships/tags" Target="../tags/tag615.xml"/><Relationship Id="rId251" Type="http://schemas.openxmlformats.org/officeDocument/2006/relationships/tags" Target="../tags/tag636.xml"/><Relationship Id="rId25" Type="http://schemas.openxmlformats.org/officeDocument/2006/relationships/tags" Target="../tags/tag410.xml"/><Relationship Id="rId46" Type="http://schemas.openxmlformats.org/officeDocument/2006/relationships/tags" Target="../tags/tag431.xml"/><Relationship Id="rId67" Type="http://schemas.openxmlformats.org/officeDocument/2006/relationships/tags" Target="../tags/tag452.xml"/><Relationship Id="rId272" Type="http://schemas.openxmlformats.org/officeDocument/2006/relationships/tags" Target="../tags/tag657.xml"/><Relationship Id="rId293" Type="http://schemas.openxmlformats.org/officeDocument/2006/relationships/image" Target="../media/image52.png"/><Relationship Id="rId88" Type="http://schemas.openxmlformats.org/officeDocument/2006/relationships/tags" Target="../tags/tag473.xml"/><Relationship Id="rId111" Type="http://schemas.openxmlformats.org/officeDocument/2006/relationships/tags" Target="../tags/tag496.xml"/><Relationship Id="rId132" Type="http://schemas.openxmlformats.org/officeDocument/2006/relationships/tags" Target="../tags/tag517.xml"/><Relationship Id="rId153" Type="http://schemas.openxmlformats.org/officeDocument/2006/relationships/tags" Target="../tags/tag538.xml"/><Relationship Id="rId174" Type="http://schemas.openxmlformats.org/officeDocument/2006/relationships/tags" Target="../tags/tag559.xml"/><Relationship Id="rId195" Type="http://schemas.openxmlformats.org/officeDocument/2006/relationships/tags" Target="../tags/tag580.xml"/><Relationship Id="rId209" Type="http://schemas.openxmlformats.org/officeDocument/2006/relationships/tags" Target="../tags/tag594.xml"/><Relationship Id="rId220" Type="http://schemas.openxmlformats.org/officeDocument/2006/relationships/tags" Target="../tags/tag605.xml"/><Relationship Id="rId241" Type="http://schemas.openxmlformats.org/officeDocument/2006/relationships/tags" Target="../tags/tag626.xml"/><Relationship Id="rId15" Type="http://schemas.openxmlformats.org/officeDocument/2006/relationships/tags" Target="../tags/tag400.xml"/><Relationship Id="rId36" Type="http://schemas.openxmlformats.org/officeDocument/2006/relationships/tags" Target="../tags/tag421.xml"/><Relationship Id="rId57" Type="http://schemas.openxmlformats.org/officeDocument/2006/relationships/tags" Target="../tags/tag442.xml"/><Relationship Id="rId262" Type="http://schemas.openxmlformats.org/officeDocument/2006/relationships/tags" Target="../tags/tag647.xml"/><Relationship Id="rId283" Type="http://schemas.openxmlformats.org/officeDocument/2006/relationships/tags" Target="../tags/tag668.xml"/><Relationship Id="rId78" Type="http://schemas.openxmlformats.org/officeDocument/2006/relationships/tags" Target="../tags/tag463.xml"/><Relationship Id="rId99" Type="http://schemas.openxmlformats.org/officeDocument/2006/relationships/tags" Target="../tags/tag484.xml"/><Relationship Id="rId101" Type="http://schemas.openxmlformats.org/officeDocument/2006/relationships/tags" Target="../tags/tag486.xml"/><Relationship Id="rId122" Type="http://schemas.openxmlformats.org/officeDocument/2006/relationships/tags" Target="../tags/tag507.xml"/><Relationship Id="rId143" Type="http://schemas.openxmlformats.org/officeDocument/2006/relationships/tags" Target="../tags/tag528.xml"/><Relationship Id="rId164" Type="http://schemas.openxmlformats.org/officeDocument/2006/relationships/tags" Target="../tags/tag549.xml"/><Relationship Id="rId185" Type="http://schemas.openxmlformats.org/officeDocument/2006/relationships/tags" Target="../tags/tag570.xml"/><Relationship Id="rId9" Type="http://schemas.openxmlformats.org/officeDocument/2006/relationships/tags" Target="../tags/tag394.xml"/><Relationship Id="rId210" Type="http://schemas.openxmlformats.org/officeDocument/2006/relationships/tags" Target="../tags/tag595.xml"/><Relationship Id="rId26" Type="http://schemas.openxmlformats.org/officeDocument/2006/relationships/tags" Target="../tags/tag411.xml"/><Relationship Id="rId231" Type="http://schemas.openxmlformats.org/officeDocument/2006/relationships/tags" Target="../tags/tag616.xml"/><Relationship Id="rId252" Type="http://schemas.openxmlformats.org/officeDocument/2006/relationships/tags" Target="../tags/tag637.xml"/><Relationship Id="rId273" Type="http://schemas.openxmlformats.org/officeDocument/2006/relationships/tags" Target="../tags/tag658.xml"/><Relationship Id="rId294" Type="http://schemas.openxmlformats.org/officeDocument/2006/relationships/image" Target="../media/image53.png"/><Relationship Id="rId47" Type="http://schemas.openxmlformats.org/officeDocument/2006/relationships/tags" Target="../tags/tag432.xml"/><Relationship Id="rId68" Type="http://schemas.openxmlformats.org/officeDocument/2006/relationships/tags" Target="../tags/tag453.xml"/><Relationship Id="rId89" Type="http://schemas.openxmlformats.org/officeDocument/2006/relationships/tags" Target="../tags/tag474.xml"/><Relationship Id="rId112" Type="http://schemas.openxmlformats.org/officeDocument/2006/relationships/tags" Target="../tags/tag497.xml"/><Relationship Id="rId133" Type="http://schemas.openxmlformats.org/officeDocument/2006/relationships/tags" Target="../tags/tag518.xml"/><Relationship Id="rId154" Type="http://schemas.openxmlformats.org/officeDocument/2006/relationships/tags" Target="../tags/tag539.xml"/><Relationship Id="rId175" Type="http://schemas.openxmlformats.org/officeDocument/2006/relationships/tags" Target="../tags/tag560.xml"/><Relationship Id="rId196" Type="http://schemas.openxmlformats.org/officeDocument/2006/relationships/tags" Target="../tags/tag581.xml"/><Relationship Id="rId200" Type="http://schemas.openxmlformats.org/officeDocument/2006/relationships/tags" Target="../tags/tag585.xml"/><Relationship Id="rId16" Type="http://schemas.openxmlformats.org/officeDocument/2006/relationships/tags" Target="../tags/tag401.xml"/><Relationship Id="rId221" Type="http://schemas.openxmlformats.org/officeDocument/2006/relationships/tags" Target="../tags/tag606.xml"/><Relationship Id="rId242" Type="http://schemas.openxmlformats.org/officeDocument/2006/relationships/tags" Target="../tags/tag627.xml"/><Relationship Id="rId263" Type="http://schemas.openxmlformats.org/officeDocument/2006/relationships/tags" Target="../tags/tag648.xml"/><Relationship Id="rId284" Type="http://schemas.openxmlformats.org/officeDocument/2006/relationships/tags" Target="../tags/tag669.xml"/><Relationship Id="rId37" Type="http://schemas.openxmlformats.org/officeDocument/2006/relationships/tags" Target="../tags/tag422.xml"/><Relationship Id="rId58" Type="http://schemas.openxmlformats.org/officeDocument/2006/relationships/tags" Target="../tags/tag443.xml"/><Relationship Id="rId79" Type="http://schemas.openxmlformats.org/officeDocument/2006/relationships/tags" Target="../tags/tag464.xml"/><Relationship Id="rId102" Type="http://schemas.openxmlformats.org/officeDocument/2006/relationships/tags" Target="../tags/tag487.xml"/><Relationship Id="rId123" Type="http://schemas.openxmlformats.org/officeDocument/2006/relationships/tags" Target="../tags/tag508.xml"/><Relationship Id="rId144" Type="http://schemas.openxmlformats.org/officeDocument/2006/relationships/tags" Target="../tags/tag529.xml"/><Relationship Id="rId90" Type="http://schemas.openxmlformats.org/officeDocument/2006/relationships/tags" Target="../tags/tag475.xml"/><Relationship Id="rId165" Type="http://schemas.openxmlformats.org/officeDocument/2006/relationships/tags" Target="../tags/tag550.xml"/><Relationship Id="rId186" Type="http://schemas.openxmlformats.org/officeDocument/2006/relationships/tags" Target="../tags/tag571.xml"/><Relationship Id="rId211" Type="http://schemas.openxmlformats.org/officeDocument/2006/relationships/tags" Target="../tags/tag596.xml"/><Relationship Id="rId232" Type="http://schemas.openxmlformats.org/officeDocument/2006/relationships/tags" Target="../tags/tag617.xml"/><Relationship Id="rId253" Type="http://schemas.openxmlformats.org/officeDocument/2006/relationships/tags" Target="../tags/tag638.xml"/><Relationship Id="rId274" Type="http://schemas.openxmlformats.org/officeDocument/2006/relationships/tags" Target="../tags/tag659.xml"/><Relationship Id="rId295" Type="http://schemas.openxmlformats.org/officeDocument/2006/relationships/image" Target="../media/image54.png"/><Relationship Id="rId27" Type="http://schemas.openxmlformats.org/officeDocument/2006/relationships/tags" Target="../tags/tag412.xml"/><Relationship Id="rId48" Type="http://schemas.openxmlformats.org/officeDocument/2006/relationships/tags" Target="../tags/tag433.xml"/><Relationship Id="rId69" Type="http://schemas.openxmlformats.org/officeDocument/2006/relationships/tags" Target="../tags/tag454.xml"/><Relationship Id="rId113" Type="http://schemas.openxmlformats.org/officeDocument/2006/relationships/tags" Target="../tags/tag498.xml"/><Relationship Id="rId134" Type="http://schemas.openxmlformats.org/officeDocument/2006/relationships/tags" Target="../tags/tag519.xml"/><Relationship Id="rId80" Type="http://schemas.openxmlformats.org/officeDocument/2006/relationships/tags" Target="../tags/tag465.xml"/><Relationship Id="rId155" Type="http://schemas.openxmlformats.org/officeDocument/2006/relationships/tags" Target="../tags/tag540.xml"/><Relationship Id="rId176" Type="http://schemas.openxmlformats.org/officeDocument/2006/relationships/tags" Target="../tags/tag561.xml"/><Relationship Id="rId197" Type="http://schemas.openxmlformats.org/officeDocument/2006/relationships/tags" Target="../tags/tag582.xml"/><Relationship Id="rId201" Type="http://schemas.openxmlformats.org/officeDocument/2006/relationships/tags" Target="../tags/tag586.xml"/><Relationship Id="rId222" Type="http://schemas.openxmlformats.org/officeDocument/2006/relationships/tags" Target="../tags/tag607.xml"/><Relationship Id="rId243" Type="http://schemas.openxmlformats.org/officeDocument/2006/relationships/tags" Target="../tags/tag628.xml"/><Relationship Id="rId264" Type="http://schemas.openxmlformats.org/officeDocument/2006/relationships/tags" Target="../tags/tag649.xml"/><Relationship Id="rId285" Type="http://schemas.openxmlformats.org/officeDocument/2006/relationships/tags" Target="../tags/tag670.xml"/><Relationship Id="rId17" Type="http://schemas.openxmlformats.org/officeDocument/2006/relationships/tags" Target="../tags/tag402.xml"/><Relationship Id="rId38" Type="http://schemas.openxmlformats.org/officeDocument/2006/relationships/tags" Target="../tags/tag423.xml"/><Relationship Id="rId59" Type="http://schemas.openxmlformats.org/officeDocument/2006/relationships/tags" Target="../tags/tag444.xml"/><Relationship Id="rId103" Type="http://schemas.openxmlformats.org/officeDocument/2006/relationships/tags" Target="../tags/tag488.xml"/><Relationship Id="rId124" Type="http://schemas.openxmlformats.org/officeDocument/2006/relationships/tags" Target="../tags/tag509.xml"/><Relationship Id="rId70" Type="http://schemas.openxmlformats.org/officeDocument/2006/relationships/tags" Target="../tags/tag455.xml"/><Relationship Id="rId91" Type="http://schemas.openxmlformats.org/officeDocument/2006/relationships/tags" Target="../tags/tag476.xml"/><Relationship Id="rId145" Type="http://schemas.openxmlformats.org/officeDocument/2006/relationships/tags" Target="../tags/tag530.xml"/><Relationship Id="rId166" Type="http://schemas.openxmlformats.org/officeDocument/2006/relationships/tags" Target="../tags/tag551.xml"/><Relationship Id="rId187" Type="http://schemas.openxmlformats.org/officeDocument/2006/relationships/tags" Target="../tags/tag572.xml"/><Relationship Id="rId1" Type="http://schemas.openxmlformats.org/officeDocument/2006/relationships/tags" Target="../tags/tag386.xml"/><Relationship Id="rId212" Type="http://schemas.openxmlformats.org/officeDocument/2006/relationships/tags" Target="../tags/tag597.xml"/><Relationship Id="rId233" Type="http://schemas.openxmlformats.org/officeDocument/2006/relationships/tags" Target="../tags/tag618.xml"/><Relationship Id="rId254" Type="http://schemas.openxmlformats.org/officeDocument/2006/relationships/tags" Target="../tags/tag639.xml"/><Relationship Id="rId28" Type="http://schemas.openxmlformats.org/officeDocument/2006/relationships/tags" Target="../tags/tag413.xml"/><Relationship Id="rId49" Type="http://schemas.openxmlformats.org/officeDocument/2006/relationships/tags" Target="../tags/tag434.xml"/><Relationship Id="rId114" Type="http://schemas.openxmlformats.org/officeDocument/2006/relationships/tags" Target="../tags/tag499.xml"/><Relationship Id="rId275" Type="http://schemas.openxmlformats.org/officeDocument/2006/relationships/tags" Target="../tags/tag660.xml"/><Relationship Id="rId296" Type="http://schemas.openxmlformats.org/officeDocument/2006/relationships/image" Target="../media/image55.png"/><Relationship Id="rId60" Type="http://schemas.openxmlformats.org/officeDocument/2006/relationships/tags" Target="../tags/tag445.xml"/><Relationship Id="rId81" Type="http://schemas.openxmlformats.org/officeDocument/2006/relationships/tags" Target="../tags/tag466.xml"/><Relationship Id="rId135" Type="http://schemas.openxmlformats.org/officeDocument/2006/relationships/tags" Target="../tags/tag520.xml"/><Relationship Id="rId156" Type="http://schemas.openxmlformats.org/officeDocument/2006/relationships/tags" Target="../tags/tag541.xml"/><Relationship Id="rId177" Type="http://schemas.openxmlformats.org/officeDocument/2006/relationships/tags" Target="../tags/tag562.xml"/><Relationship Id="rId198" Type="http://schemas.openxmlformats.org/officeDocument/2006/relationships/tags" Target="../tags/tag583.xml"/><Relationship Id="rId202" Type="http://schemas.openxmlformats.org/officeDocument/2006/relationships/tags" Target="../tags/tag587.xml"/><Relationship Id="rId223" Type="http://schemas.openxmlformats.org/officeDocument/2006/relationships/tags" Target="../tags/tag608.xml"/><Relationship Id="rId244" Type="http://schemas.openxmlformats.org/officeDocument/2006/relationships/tags" Target="../tags/tag629.xml"/><Relationship Id="rId18" Type="http://schemas.openxmlformats.org/officeDocument/2006/relationships/tags" Target="../tags/tag403.xml"/><Relationship Id="rId39" Type="http://schemas.openxmlformats.org/officeDocument/2006/relationships/tags" Target="../tags/tag424.xml"/><Relationship Id="rId265" Type="http://schemas.openxmlformats.org/officeDocument/2006/relationships/tags" Target="../tags/tag650.xml"/><Relationship Id="rId286" Type="http://schemas.openxmlformats.org/officeDocument/2006/relationships/tags" Target="../tags/tag671.xml"/><Relationship Id="rId50" Type="http://schemas.openxmlformats.org/officeDocument/2006/relationships/tags" Target="../tags/tag435.xml"/><Relationship Id="rId104" Type="http://schemas.openxmlformats.org/officeDocument/2006/relationships/tags" Target="../tags/tag489.xml"/><Relationship Id="rId125" Type="http://schemas.openxmlformats.org/officeDocument/2006/relationships/tags" Target="../tags/tag510.xml"/><Relationship Id="rId146" Type="http://schemas.openxmlformats.org/officeDocument/2006/relationships/tags" Target="../tags/tag531.xml"/><Relationship Id="rId167" Type="http://schemas.openxmlformats.org/officeDocument/2006/relationships/tags" Target="../tags/tag552.xml"/><Relationship Id="rId188" Type="http://schemas.openxmlformats.org/officeDocument/2006/relationships/tags" Target="../tags/tag573.xml"/><Relationship Id="rId71" Type="http://schemas.openxmlformats.org/officeDocument/2006/relationships/tags" Target="../tags/tag456.xml"/><Relationship Id="rId92" Type="http://schemas.openxmlformats.org/officeDocument/2006/relationships/tags" Target="../tags/tag477.xml"/><Relationship Id="rId213" Type="http://schemas.openxmlformats.org/officeDocument/2006/relationships/tags" Target="../tags/tag598.xml"/><Relationship Id="rId234" Type="http://schemas.openxmlformats.org/officeDocument/2006/relationships/tags" Target="../tags/tag619.xml"/><Relationship Id="rId2" Type="http://schemas.openxmlformats.org/officeDocument/2006/relationships/tags" Target="../tags/tag387.xml"/><Relationship Id="rId29" Type="http://schemas.openxmlformats.org/officeDocument/2006/relationships/tags" Target="../tags/tag414.xml"/><Relationship Id="rId255" Type="http://schemas.openxmlformats.org/officeDocument/2006/relationships/tags" Target="../tags/tag640.xml"/><Relationship Id="rId276" Type="http://schemas.openxmlformats.org/officeDocument/2006/relationships/tags" Target="../tags/tag661.xml"/><Relationship Id="rId297" Type="http://schemas.openxmlformats.org/officeDocument/2006/relationships/image" Target="../media/image56.png"/><Relationship Id="rId40" Type="http://schemas.openxmlformats.org/officeDocument/2006/relationships/tags" Target="../tags/tag425.xml"/><Relationship Id="rId115" Type="http://schemas.openxmlformats.org/officeDocument/2006/relationships/tags" Target="../tags/tag500.xml"/><Relationship Id="rId136" Type="http://schemas.openxmlformats.org/officeDocument/2006/relationships/tags" Target="../tags/tag521.xml"/><Relationship Id="rId157" Type="http://schemas.openxmlformats.org/officeDocument/2006/relationships/tags" Target="../tags/tag542.xml"/><Relationship Id="rId178" Type="http://schemas.openxmlformats.org/officeDocument/2006/relationships/tags" Target="../tags/tag563.xml"/><Relationship Id="rId61" Type="http://schemas.openxmlformats.org/officeDocument/2006/relationships/tags" Target="../tags/tag446.xml"/><Relationship Id="rId82" Type="http://schemas.openxmlformats.org/officeDocument/2006/relationships/tags" Target="../tags/tag467.xml"/><Relationship Id="rId199" Type="http://schemas.openxmlformats.org/officeDocument/2006/relationships/tags" Target="../tags/tag584.xml"/><Relationship Id="rId203" Type="http://schemas.openxmlformats.org/officeDocument/2006/relationships/tags" Target="../tags/tag588.xml"/><Relationship Id="rId19" Type="http://schemas.openxmlformats.org/officeDocument/2006/relationships/tags" Target="../tags/tag404.xml"/><Relationship Id="rId224" Type="http://schemas.openxmlformats.org/officeDocument/2006/relationships/tags" Target="../tags/tag609.xml"/><Relationship Id="rId245" Type="http://schemas.openxmlformats.org/officeDocument/2006/relationships/tags" Target="../tags/tag630.xml"/><Relationship Id="rId266" Type="http://schemas.openxmlformats.org/officeDocument/2006/relationships/tags" Target="../tags/tag651.xml"/><Relationship Id="rId287" Type="http://schemas.openxmlformats.org/officeDocument/2006/relationships/tags" Target="../tags/tag672.xml"/><Relationship Id="rId30" Type="http://schemas.openxmlformats.org/officeDocument/2006/relationships/tags" Target="../tags/tag415.xml"/><Relationship Id="rId105" Type="http://schemas.openxmlformats.org/officeDocument/2006/relationships/tags" Target="../tags/tag490.xml"/><Relationship Id="rId126" Type="http://schemas.openxmlformats.org/officeDocument/2006/relationships/tags" Target="../tags/tag511.xml"/><Relationship Id="rId147" Type="http://schemas.openxmlformats.org/officeDocument/2006/relationships/tags" Target="../tags/tag532.xml"/><Relationship Id="rId168" Type="http://schemas.openxmlformats.org/officeDocument/2006/relationships/tags" Target="../tags/tag553.xml"/><Relationship Id="rId51" Type="http://schemas.openxmlformats.org/officeDocument/2006/relationships/tags" Target="../tags/tag436.xml"/><Relationship Id="rId72" Type="http://schemas.openxmlformats.org/officeDocument/2006/relationships/tags" Target="../tags/tag457.xml"/><Relationship Id="rId93" Type="http://schemas.openxmlformats.org/officeDocument/2006/relationships/tags" Target="../tags/tag478.xml"/><Relationship Id="rId189" Type="http://schemas.openxmlformats.org/officeDocument/2006/relationships/tags" Target="../tags/tag574.xml"/><Relationship Id="rId3" Type="http://schemas.openxmlformats.org/officeDocument/2006/relationships/tags" Target="../tags/tag388.xml"/><Relationship Id="rId214" Type="http://schemas.openxmlformats.org/officeDocument/2006/relationships/tags" Target="../tags/tag599.xml"/><Relationship Id="rId235" Type="http://schemas.openxmlformats.org/officeDocument/2006/relationships/tags" Target="../tags/tag620.xml"/><Relationship Id="rId256" Type="http://schemas.openxmlformats.org/officeDocument/2006/relationships/tags" Target="../tags/tag641.xml"/><Relationship Id="rId277" Type="http://schemas.openxmlformats.org/officeDocument/2006/relationships/tags" Target="../tags/tag662.xml"/><Relationship Id="rId116" Type="http://schemas.openxmlformats.org/officeDocument/2006/relationships/tags" Target="../tags/tag501.xml"/><Relationship Id="rId137" Type="http://schemas.openxmlformats.org/officeDocument/2006/relationships/tags" Target="../tags/tag522.xml"/><Relationship Id="rId158" Type="http://schemas.openxmlformats.org/officeDocument/2006/relationships/tags" Target="../tags/tag543.xml"/><Relationship Id="rId20" Type="http://schemas.openxmlformats.org/officeDocument/2006/relationships/tags" Target="../tags/tag405.xml"/><Relationship Id="rId41" Type="http://schemas.openxmlformats.org/officeDocument/2006/relationships/tags" Target="../tags/tag426.xml"/><Relationship Id="rId62" Type="http://schemas.openxmlformats.org/officeDocument/2006/relationships/tags" Target="../tags/tag447.xml"/><Relationship Id="rId83" Type="http://schemas.openxmlformats.org/officeDocument/2006/relationships/tags" Target="../tags/tag468.xml"/><Relationship Id="rId179" Type="http://schemas.openxmlformats.org/officeDocument/2006/relationships/tags" Target="../tags/tag564.xml"/><Relationship Id="rId190" Type="http://schemas.openxmlformats.org/officeDocument/2006/relationships/tags" Target="../tags/tag575.xml"/><Relationship Id="rId204" Type="http://schemas.openxmlformats.org/officeDocument/2006/relationships/tags" Target="../tags/tag589.xml"/><Relationship Id="rId225" Type="http://schemas.openxmlformats.org/officeDocument/2006/relationships/tags" Target="../tags/tag610.xml"/><Relationship Id="rId246" Type="http://schemas.openxmlformats.org/officeDocument/2006/relationships/tags" Target="../tags/tag631.xml"/><Relationship Id="rId267" Type="http://schemas.openxmlformats.org/officeDocument/2006/relationships/tags" Target="../tags/tag652.xml"/><Relationship Id="rId288" Type="http://schemas.openxmlformats.org/officeDocument/2006/relationships/slideLayout" Target="../slideLayouts/slideLayout3.xml"/><Relationship Id="rId106" Type="http://schemas.openxmlformats.org/officeDocument/2006/relationships/tags" Target="../tags/tag491.xml"/><Relationship Id="rId127" Type="http://schemas.openxmlformats.org/officeDocument/2006/relationships/tags" Target="../tags/tag512.xml"/><Relationship Id="rId10" Type="http://schemas.openxmlformats.org/officeDocument/2006/relationships/tags" Target="../tags/tag395.xml"/><Relationship Id="rId31" Type="http://schemas.openxmlformats.org/officeDocument/2006/relationships/tags" Target="../tags/tag416.xml"/><Relationship Id="rId52" Type="http://schemas.openxmlformats.org/officeDocument/2006/relationships/tags" Target="../tags/tag437.xml"/><Relationship Id="rId73" Type="http://schemas.openxmlformats.org/officeDocument/2006/relationships/tags" Target="../tags/tag458.xml"/><Relationship Id="rId94" Type="http://schemas.openxmlformats.org/officeDocument/2006/relationships/tags" Target="../tags/tag479.xml"/><Relationship Id="rId148" Type="http://schemas.openxmlformats.org/officeDocument/2006/relationships/tags" Target="../tags/tag533.xml"/><Relationship Id="rId169" Type="http://schemas.openxmlformats.org/officeDocument/2006/relationships/tags" Target="../tags/tag554.xml"/><Relationship Id="rId4" Type="http://schemas.openxmlformats.org/officeDocument/2006/relationships/tags" Target="../tags/tag389.xml"/><Relationship Id="rId180" Type="http://schemas.openxmlformats.org/officeDocument/2006/relationships/tags" Target="../tags/tag565.xml"/><Relationship Id="rId215" Type="http://schemas.openxmlformats.org/officeDocument/2006/relationships/tags" Target="../tags/tag600.xml"/><Relationship Id="rId236" Type="http://schemas.openxmlformats.org/officeDocument/2006/relationships/tags" Target="../tags/tag621.xml"/><Relationship Id="rId257" Type="http://schemas.openxmlformats.org/officeDocument/2006/relationships/tags" Target="../tags/tag642.xml"/><Relationship Id="rId278" Type="http://schemas.openxmlformats.org/officeDocument/2006/relationships/tags" Target="../tags/tag663.xml"/><Relationship Id="rId42" Type="http://schemas.openxmlformats.org/officeDocument/2006/relationships/tags" Target="../tags/tag427.xml"/><Relationship Id="rId84" Type="http://schemas.openxmlformats.org/officeDocument/2006/relationships/tags" Target="../tags/tag469.xml"/><Relationship Id="rId138" Type="http://schemas.openxmlformats.org/officeDocument/2006/relationships/tags" Target="../tags/tag523.xml"/><Relationship Id="rId191" Type="http://schemas.openxmlformats.org/officeDocument/2006/relationships/tags" Target="../tags/tag576.xml"/><Relationship Id="rId205" Type="http://schemas.openxmlformats.org/officeDocument/2006/relationships/tags" Target="../tags/tag590.xml"/><Relationship Id="rId247" Type="http://schemas.openxmlformats.org/officeDocument/2006/relationships/tags" Target="../tags/tag632.xml"/><Relationship Id="rId107" Type="http://schemas.openxmlformats.org/officeDocument/2006/relationships/tags" Target="../tags/tag492.xml"/><Relationship Id="rId289" Type="http://schemas.openxmlformats.org/officeDocument/2006/relationships/notesSlide" Target="../notesSlides/notesSlide7.xml"/><Relationship Id="rId11" Type="http://schemas.openxmlformats.org/officeDocument/2006/relationships/tags" Target="../tags/tag396.xml"/><Relationship Id="rId53" Type="http://schemas.openxmlformats.org/officeDocument/2006/relationships/tags" Target="../tags/tag438.xml"/><Relationship Id="rId149" Type="http://schemas.openxmlformats.org/officeDocument/2006/relationships/tags" Target="../tags/tag534.xml"/><Relationship Id="rId95" Type="http://schemas.openxmlformats.org/officeDocument/2006/relationships/tags" Target="../tags/tag480.xml"/><Relationship Id="rId160" Type="http://schemas.openxmlformats.org/officeDocument/2006/relationships/tags" Target="../tags/tag545.xml"/><Relationship Id="rId216" Type="http://schemas.openxmlformats.org/officeDocument/2006/relationships/tags" Target="../tags/tag601.xml"/><Relationship Id="rId258" Type="http://schemas.openxmlformats.org/officeDocument/2006/relationships/tags" Target="../tags/tag643.xml"/><Relationship Id="rId22" Type="http://schemas.openxmlformats.org/officeDocument/2006/relationships/tags" Target="../tags/tag407.xml"/><Relationship Id="rId64" Type="http://schemas.openxmlformats.org/officeDocument/2006/relationships/tags" Target="../tags/tag449.xml"/><Relationship Id="rId118" Type="http://schemas.openxmlformats.org/officeDocument/2006/relationships/tags" Target="../tags/tag503.xml"/><Relationship Id="rId171" Type="http://schemas.openxmlformats.org/officeDocument/2006/relationships/tags" Target="../tags/tag556.xml"/><Relationship Id="rId227" Type="http://schemas.openxmlformats.org/officeDocument/2006/relationships/tags" Target="../tags/tag612.xml"/><Relationship Id="rId269" Type="http://schemas.openxmlformats.org/officeDocument/2006/relationships/tags" Target="../tags/tag654.xml"/><Relationship Id="rId33" Type="http://schemas.openxmlformats.org/officeDocument/2006/relationships/tags" Target="../tags/tag418.xml"/><Relationship Id="rId129" Type="http://schemas.openxmlformats.org/officeDocument/2006/relationships/tags" Target="../tags/tag514.xml"/><Relationship Id="rId280" Type="http://schemas.openxmlformats.org/officeDocument/2006/relationships/tags" Target="../tags/tag665.xml"/></Relationships>
</file>

<file path=ppt/slides/_rels/slide10.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jpeg"/><Relationship Id="rId3" Type="http://schemas.openxmlformats.org/officeDocument/2006/relationships/image" Target="../media/image57.jpeg"/><Relationship Id="rId7" Type="http://schemas.openxmlformats.org/officeDocument/2006/relationships/image" Target="../media/image61.png"/><Relationship Id="rId12" Type="http://schemas.openxmlformats.org/officeDocument/2006/relationships/image" Target="../media/image66.jpeg"/><Relationship Id="rId2" Type="http://schemas.openxmlformats.org/officeDocument/2006/relationships/notesSlide" Target="../notesSlides/notesSlide8.xml"/><Relationship Id="rId16" Type="http://schemas.openxmlformats.org/officeDocument/2006/relationships/image" Target="../media/image70.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jpe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4" Type="http://schemas.openxmlformats.org/officeDocument/2006/relationships/image" Target="../media/image58.jpeg"/><Relationship Id="rId9" Type="http://schemas.openxmlformats.org/officeDocument/2006/relationships/image" Target="../media/image63.png"/><Relationship Id="rId14" Type="http://schemas.openxmlformats.org/officeDocument/2006/relationships/image" Target="../media/image6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8065" y="5543550"/>
            <a:ext cx="6096000" cy="400110"/>
          </a:xfrm>
          <a:prstGeom prst="rect">
            <a:avLst/>
          </a:prstGeom>
          <a:noFill/>
        </p:spPr>
        <p:txBody>
          <a:bodyPr wrap="square" rtlCol="0" anchor="t">
            <a:spAutoFit/>
          </a:bodyPr>
          <a:lstStyle/>
          <a:p>
            <a:r>
              <a:rPr lang="en-US" altLang="zh-CN" sz="2000" dirty="0">
                <a:solidFill>
                  <a:schemeClr val="bg1"/>
                </a:solidFill>
                <a:latin typeface="+mj-lt"/>
                <a:ea typeface="微软雅黑" panose="020B0503020204020204" pitchFamily="34" charset="-122"/>
                <a:cs typeface="微软雅黑" panose="020B0503020204020204" pitchFamily="34" charset="-122"/>
                <a:sym typeface="+mn-ea"/>
              </a:rPr>
              <a:t>Feb 2026</a:t>
            </a:r>
            <a:endParaRPr lang="en-US" altLang="zh-CN" sz="2000" dirty="0">
              <a:solidFill>
                <a:schemeClr val="bg1"/>
              </a:solidFill>
              <a:latin typeface="+mj-lt"/>
              <a:ea typeface="微软雅黑" panose="020B0503020204020204" pitchFamily="34" charset="-122"/>
              <a:cs typeface="微软雅黑" panose="020B0503020204020204" pitchFamily="34" charset="-122"/>
            </a:endParaRPr>
          </a:p>
        </p:txBody>
      </p:sp>
      <p:sp>
        <p:nvSpPr>
          <p:cNvPr id="4" name="标题 3"/>
          <p:cNvSpPr>
            <a:spLocks noGrp="1"/>
          </p:cNvSpPr>
          <p:nvPr>
            <p:ph type="title"/>
            <p:custDataLst>
              <p:tags r:id="rId1"/>
            </p:custDataLst>
          </p:nvPr>
        </p:nvSpPr>
        <p:spPr>
          <a:xfrm>
            <a:off x="844868" y="1785620"/>
            <a:ext cx="9091612" cy="1498600"/>
          </a:xfrm>
        </p:spPr>
        <p:txBody>
          <a:bodyPr>
            <a:normAutofit fontScale="90000"/>
          </a:bodyPr>
          <a:lstStyle/>
          <a:p>
            <a:br>
              <a:rPr lang="zh-CN" altLang="en-US" sz="5000" b="0" cap="all" spc="100" noProof="1">
                <a:solidFill>
                  <a:schemeClr val="bg1"/>
                </a:solidFill>
                <a:latin typeface="Arial" panose="020B0604020202020204" pitchFamily="34" charset="0"/>
                <a:cs typeface="Arial" panose="020B0604020202020204" pitchFamily="34" charset="0"/>
              </a:rPr>
            </a:br>
            <a:br>
              <a:rPr lang="zh-CN" altLang="en-US" sz="5000" b="0" cap="all" spc="100" dirty="0">
                <a:solidFill>
                  <a:schemeClr val="bg1"/>
                </a:solidFill>
                <a:highlight>
                  <a:srgbClr val="ED6B00"/>
                </a:highlight>
                <a:latin typeface="Arial" panose="020B0604020202020204" pitchFamily="34" charset="0"/>
                <a:cs typeface="Arial" panose="020B0604020202020204" pitchFamily="34" charset="0"/>
              </a:rPr>
            </a:br>
            <a:r>
              <a:rPr lang="en-US" altLang="zh-CN" sz="4400" spc="100" noProof="1">
                <a:solidFill>
                  <a:schemeClr val="bg1"/>
                </a:solidFill>
                <a:latin typeface="Arial" panose="020B0604020202020204" pitchFamily="34" charset="0"/>
                <a:ea typeface="Source Han Sans CN Medium" panose="020B0200000000000000" charset="-122"/>
                <a:cs typeface="Arial" panose="020B0604020202020204" pitchFamily="34" charset="0"/>
              </a:rPr>
              <a:t>IASO BIO</a:t>
            </a:r>
            <a:endParaRPr lang="zh-CN" altLang="en-US" sz="5000" b="0" cap="all" spc="0" noProof="1">
              <a:solidFill>
                <a:schemeClr val="bg1"/>
              </a:solidFill>
              <a:latin typeface="Arial" panose="020B0604020202020204" pitchFamily="34" charset="0"/>
              <a:cs typeface="Arial" panose="020B0604020202020204" pitchFamily="34" charset="0"/>
              <a:sym typeface="华文楷体"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8"/>
          <p:cNvSpPr/>
          <p:nvPr/>
        </p:nvSpPr>
        <p:spPr>
          <a:xfrm>
            <a:off x="550863" y="476250"/>
            <a:ext cx="1549400" cy="317500"/>
          </a:xfrm>
          <a:prstGeom prst="rect">
            <a:avLst/>
          </a:prstGeom>
        </p:spPr>
        <p:txBody>
          <a:bodyPr vert="horz" wrap="square"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stStyle>
          <a:p>
            <a:pPr marL="0" marR="0" lvl="0" indent="0" algn="l" defTabSz="914400" rtl="0" eaLnBrk="0" fontAlgn="base" latinLnBrk="0" hangingPunct="1">
              <a:lnSpc>
                <a:spcPct val="75000"/>
              </a:lnSpc>
              <a:spcBef>
                <a:spcPct val="0"/>
              </a:spcBef>
              <a:spcAft>
                <a:spcPct val="0"/>
              </a:spcAft>
              <a:buClrTx/>
              <a:buSzTx/>
              <a:buFontTx/>
              <a:buNone/>
              <a:tabLst/>
              <a:defRPr/>
            </a:pPr>
            <a:endParaRPr kumimoji="0" lang="en-US" altLang="en-US" sz="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1">
              <a:lnSpc>
                <a:spcPct val="80000"/>
              </a:lnSpc>
              <a:spcBef>
                <a:spcPct val="0"/>
              </a:spcBef>
              <a:spcAft>
                <a:spcPct val="0"/>
              </a:spcAft>
              <a:buClrTx/>
              <a:buSzTx/>
              <a:buFontTx/>
              <a:buNone/>
              <a:tabLst/>
              <a:defRPr/>
            </a:pPr>
            <a:r>
              <a:rPr kumimoji="0" lang="zh-CN" altLang="zh-CN" sz="2400" b="1" i="0" u="none" strike="noStrike" kern="1200" cap="none" spc="0" normalizeH="0" baseline="0" noProof="0">
                <a:ln>
                  <a:noFill/>
                </a:ln>
                <a:solidFill>
                  <a:srgbClr val="116FA2"/>
                </a:solidFill>
                <a:effectLst/>
                <a:uLnTx/>
                <a:uFillTx/>
                <a:latin typeface="Arial" panose="020B0604020202020204" pitchFamily="34" charset="0"/>
                <a:ea typeface="等线" panose="02010600030101010101" pitchFamily="2" charset="-122"/>
                <a:cs typeface="Arial" panose="020B0604020202020204" pitchFamily="34" charset="0"/>
              </a:rPr>
              <a:t>Disclaimer</a:t>
            </a:r>
            <a:endParaRPr kumimoji="0" lang="en-US" altLang="en-US" sz="2400" b="0" i="0" u="none" strike="noStrike" kern="1200" cap="none" spc="0" normalizeH="0" baseline="0" noProof="0" dirty="0">
              <a:ln>
                <a:noFill/>
              </a:ln>
              <a:solidFill>
                <a:srgbClr val="116FA2"/>
              </a:solidFill>
              <a:effectLst/>
              <a:uLnTx/>
              <a:uFillTx/>
              <a:latin typeface="Calibri" panose="020F0502020204030204"/>
              <a:ea typeface="+mn-ea"/>
              <a:cs typeface="+mn-cs"/>
            </a:endParaRPr>
          </a:p>
        </p:txBody>
      </p:sp>
      <p:sp>
        <p:nvSpPr>
          <p:cNvPr id="9" name="textbox 16"/>
          <p:cNvSpPr/>
          <p:nvPr/>
        </p:nvSpPr>
        <p:spPr>
          <a:xfrm>
            <a:off x="550863" y="908050"/>
            <a:ext cx="11161713" cy="5834063"/>
          </a:xfrm>
          <a:prstGeom prst="rect">
            <a:avLst/>
          </a:prstGeom>
        </p:spPr>
        <p:txBody>
          <a:bodyPr vert="horz" wrap="square"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stStyle>
          <a:p>
            <a:pPr marL="0" marR="0" lvl="0" indent="0" algn="l" defTabSz="914400" rtl="0" eaLnBrk="0" fontAlgn="base" latinLnBrk="0" hangingPunct="1">
              <a:lnSpc>
                <a:spcPct val="100000"/>
              </a:lnSpc>
              <a:spcBef>
                <a:spcPct val="0"/>
              </a:spcBef>
              <a:spcAft>
                <a:spcPct val="0"/>
              </a:spcAft>
              <a:buClrTx/>
              <a:buSzTx/>
              <a:buFontTx/>
              <a:buNone/>
              <a:tabLst/>
              <a:defRPr/>
            </a:pPr>
            <a:endPar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1">
              <a:lnSpc>
                <a:spcPts val="1400"/>
              </a:lnSpc>
              <a:spcBef>
                <a:spcPct val="0"/>
              </a:spcBef>
              <a:spcAft>
                <a:spcPct val="0"/>
              </a:spcAft>
              <a:buClrTx/>
              <a:buSzTx/>
              <a:buFontTx/>
              <a:buNone/>
              <a:tabLst/>
              <a:defRPr/>
            </a:pP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This presentation has been prepared by Nanjing IASO Biotechnology Co., Ltd (hereinafter referred to as the “Company”) for reference purposes only. By reviewing or obtaining the information</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contained in this material, you hereby acknowledge and agree that the company, or any of its directors, shareholders, employees, agents, affiliates, consultants or representatives, makes no</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representations, warranties or undertakings, express or implied. And should not rely on the accuracy, fairness, completeness or correctness of the information or opinions provided or contained in this presentation. The company or any of its directors, shareholders, employees, agents, affiliates, consultants or representatives are not (by negligence or otherwise) caused by any</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information provided or contained in this presentation or other reasons related to this presentation. Any liability for any loss. Information provided or contained in this presentation is subject to change without notice and is not guaranteed.</a:t>
            </a:r>
            <a:endPar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1">
              <a:lnSpc>
                <a:spcPts val="1400"/>
              </a:lnSpc>
              <a:spcBef>
                <a:spcPts val="1440"/>
              </a:spcBef>
              <a:spcAft>
                <a:spcPct val="0"/>
              </a:spcAft>
              <a:buClrTx/>
              <a:buSzTx/>
              <a:buFontTx/>
              <a:buNone/>
              <a:tabLst/>
              <a:defRPr/>
            </a:pP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No part of</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this presentation constitutes a basis or reliance on any contract or investment decision relating to any securities or otherwise. This presentation does not contain all relevant information about the company or its securities, especially information relating to the risks and special considerations of investing in the company’s securities. Nothing contained in this presentation shall be a</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commitment or representation of the company's past or future performance. Past performance is not guaranteed or predicts future performance. You acknowledge that any evaluations you may have about the Company will be independent of this presentation and that you will be solely responsible for your own assessment of the company's market and market position, and that you will conduct your own analysis and form your own responsibilities for the future performance of the company's business.</a:t>
            </a:r>
            <a:endPar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1">
              <a:lnSpc>
                <a:spcPts val="1400"/>
              </a:lnSpc>
              <a:spcBef>
                <a:spcPts val="1440"/>
              </a:spcBef>
              <a:spcAft>
                <a:spcPct val="0"/>
              </a:spcAft>
              <a:buClrTx/>
              <a:buSzTx/>
              <a:buFontTx/>
              <a:buNone/>
              <a:tabLst/>
              <a:defRPr/>
            </a:pP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Certain statements in this presentation and other statements that the company may make are forward-looking statements. These statements reflect the company's intentions, beliefs or current</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expectations for the future. Such statements may be identified by the words "expect", "plan", "will", "estimate", "forecast", "intended", "expected", "believe", "confident" or similar Words. These</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forward-looking statements are not guarantees of future performance, but are based on assumptions about the company’s operations and other factors, many of which are beyond the company’s</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control and, therefore, actual results may differ materially from these forward-looking statements. The company or any of its affiliates, consultants or representatives has no obligation or commitment to modify forward-looking statements to reflect future events or circumstances.</a:t>
            </a:r>
            <a:endPar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1">
              <a:lnSpc>
                <a:spcPts val="1400"/>
              </a:lnSpc>
              <a:spcBef>
                <a:spcPts val="1425"/>
              </a:spcBef>
              <a:spcAft>
                <a:spcPct val="0"/>
              </a:spcAft>
              <a:buClrTx/>
              <a:buSzTx/>
              <a:buFontTx/>
              <a:buNone/>
              <a:tabLst/>
              <a:defRPr/>
            </a:pP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The information contained in this document is highly confidential and is provided solely for the purpose of providing you with information and for your use only in connection with the use of this presentation. The information contained in this document may not be reproduced, redistributed or disclosed to any other person in whole or in part. This presentation may not be forwarded, distributed or reproduced in whole or in part.</a:t>
            </a:r>
            <a:endPar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1">
              <a:lnSpc>
                <a:spcPts val="1400"/>
              </a:lnSpc>
              <a:spcBef>
                <a:spcPts val="1425"/>
              </a:spcBef>
              <a:spcAft>
                <a:spcPct val="0"/>
              </a:spcAft>
              <a:buClrTx/>
              <a:buSzTx/>
              <a:buFontTx/>
              <a:buNone/>
              <a:tabLst/>
              <a:defRPr/>
            </a:pP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Your viewing, access or participation in this presentation is the basis for your knowledge and confidentiality of the contents of this presentation and these materials. You agree not to remove</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these materials or any materials provided in connection with the conference room in which the document is provided. You further agree that you may not photograph, reproduce or otherwise</a:t>
            </a: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en-US" altLang="zh-CN" sz="1100" b="0" i="0" u="none" strike="noStrike" kern="1200" cap="none" spc="0" normalizeH="0" baseline="0" noProof="0" dirty="0">
                <a:ln>
                  <a:noFill/>
                </a:ln>
                <a:solidFill>
                  <a:srgbClr val="3B3838"/>
                </a:solidFill>
                <a:effectLst/>
                <a:uLnTx/>
                <a:uFillTx/>
                <a:latin typeface="Arial" panose="020B0604020202020204" pitchFamily="34" charset="0"/>
                <a:ea typeface="等线" panose="02010600030101010101" pitchFamily="2" charset="-122"/>
                <a:cs typeface="Arial" panose="020B0604020202020204" pitchFamily="34" charset="0"/>
              </a:rPr>
              <a:t>reproduce this presentation or transfer it to any other person for any purpose during this briefing or in a conference room. At the end of this presentation, you must return this presentation and all  other materials provided in connection with the company. Your access to, access to, or participation in this presentation is hereby agreed to be bound by the above limitations.</a:t>
            </a:r>
            <a:endPar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mn-cs"/>
            </a:endParaRPr>
          </a:p>
        </p:txBody>
      </p:sp>
      <p:pic>
        <p:nvPicPr>
          <p:cNvPr id="6148" name="图片 11" descr="徽标&#10;&#10;描述已自动生成"/>
          <p:cNvPicPr>
            <a:picLocks noChangeAspect="1"/>
          </p:cNvPicPr>
          <p:nvPr/>
        </p:nvPicPr>
        <p:blipFill>
          <a:blip r:embed="rId3"/>
          <a:stretch>
            <a:fillRect/>
          </a:stretch>
        </p:blipFill>
        <p:spPr>
          <a:xfrm>
            <a:off x="10991850" y="174625"/>
            <a:ext cx="895350" cy="604838"/>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236370" y="888462"/>
            <a:ext cx="5789053" cy="878698"/>
          </a:xfrm>
          <a:prstGeom prst="rect">
            <a:avLst/>
          </a:prstGeom>
          <a:gradFill flip="none" rotWithShape="1">
            <a:gsLst>
              <a:gs pos="100000">
                <a:srgbClr val="2683C6">
                  <a:lumMod val="20000"/>
                  <a:lumOff val="80000"/>
                </a:srgbClr>
              </a:gs>
              <a:gs pos="0">
                <a:sysClr val="window" lastClr="FFFFFF"/>
              </a:gs>
            </a:gsLst>
            <a:path path="circle">
              <a:fillToRect l="50000" t="50000" r="50000" b="50000"/>
            </a:path>
            <a:tileRect/>
          </a:gradFill>
          <a:ln w="19050" cap="flat" cmpd="sng" algn="ctr">
            <a:solidFill>
              <a:srgbClr val="2683C6">
                <a:lumMod val="20000"/>
                <a:lumOff val="80000"/>
              </a:srgbClr>
            </a:solidFill>
            <a:prstDash val="solid"/>
          </a:ln>
          <a:effectLst/>
        </p:spPr>
        <p:txBody>
          <a:bodyPr rtlCol="0" anchor="ct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Light" panose="020B0502040204020203" pitchFamily="34" charset="-122"/>
              <a:cs typeface="+mn-cs"/>
            </a:endParaRPr>
          </a:p>
        </p:txBody>
      </p:sp>
      <p:sp>
        <p:nvSpPr>
          <p:cNvPr id="8" name="矩形 7"/>
          <p:cNvSpPr/>
          <p:nvPr/>
        </p:nvSpPr>
        <p:spPr>
          <a:xfrm>
            <a:off x="174194" y="889159"/>
            <a:ext cx="5789053" cy="878698"/>
          </a:xfrm>
          <a:prstGeom prst="rect">
            <a:avLst/>
          </a:prstGeom>
          <a:gradFill flip="none" rotWithShape="1">
            <a:gsLst>
              <a:gs pos="100000">
                <a:srgbClr val="2683C6">
                  <a:lumMod val="20000"/>
                  <a:lumOff val="80000"/>
                </a:srgbClr>
              </a:gs>
              <a:gs pos="0">
                <a:sysClr val="window" lastClr="FFFFFF"/>
              </a:gs>
            </a:gsLst>
            <a:path path="circle">
              <a:fillToRect l="50000" t="50000" r="50000" b="50000"/>
            </a:path>
            <a:tileRect/>
          </a:gradFill>
          <a:ln w="19050" cap="flat" cmpd="sng" algn="ctr">
            <a:solidFill>
              <a:srgbClr val="2683C6">
                <a:lumMod val="20000"/>
                <a:lumOff val="80000"/>
              </a:srgbClr>
            </a:solidFill>
            <a:prstDash val="solid"/>
          </a:ln>
          <a:effectLst/>
        </p:spPr>
        <p:txBody>
          <a:bodyPr rtlCol="0" anchor="ct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Light" panose="020B0502040204020203" pitchFamily="34" charset="-122"/>
              <a:cs typeface="+mn-cs"/>
            </a:endParaRPr>
          </a:p>
        </p:txBody>
      </p:sp>
      <p:sp>
        <p:nvSpPr>
          <p:cNvPr id="2" name="标题 1"/>
          <p:cNvSpPr>
            <a:spLocks noGrp="1"/>
          </p:cNvSpPr>
          <p:nvPr>
            <p:ph type="title"/>
          </p:nvPr>
        </p:nvSpPr>
        <p:spPr>
          <a:xfrm>
            <a:off x="44923" y="35057"/>
            <a:ext cx="6975637" cy="505460"/>
          </a:xfrm>
        </p:spPr>
        <p:txBody>
          <a:bodyPr>
            <a:noAutofit/>
          </a:bodyPr>
          <a:lstStyle/>
          <a:p>
            <a:r>
              <a:rPr lang="en-US" altLang="zh-CN" spc="0" dirty="0">
                <a:latin typeface="+mj-lt"/>
                <a:ea typeface="+mn-ea"/>
              </a:rPr>
              <a:t>Advanced Therapy Medicinal Products</a:t>
            </a:r>
            <a:r>
              <a:rPr lang="zh-CN" altLang="en-US" spc="0" dirty="0">
                <a:latin typeface="+mj-lt"/>
                <a:ea typeface="+mn-ea"/>
              </a:rPr>
              <a:t> </a:t>
            </a:r>
            <a:r>
              <a:rPr lang="en-US" altLang="zh-CN" spc="0" dirty="0">
                <a:latin typeface="+mj-lt"/>
                <a:ea typeface="+mn-ea"/>
              </a:rPr>
              <a:t>(ATMPs)</a:t>
            </a:r>
            <a:r>
              <a:rPr lang="zh-CN" altLang="en-US" spc="0" dirty="0">
                <a:latin typeface="+mj-lt"/>
                <a:ea typeface="+mn-ea"/>
              </a:rPr>
              <a:t>:</a:t>
            </a:r>
            <a:r>
              <a:rPr lang="en-US" altLang="zh-CN" spc="0" dirty="0">
                <a:latin typeface="+mj-lt"/>
                <a:ea typeface="+mn-ea"/>
              </a:rPr>
              <a:t> Redefining Therapeutic Frontiers</a:t>
            </a:r>
            <a:endParaRPr lang="zh-CN" altLang="en-US" spc="0" dirty="0">
              <a:latin typeface="+mj-lt"/>
              <a:ea typeface="+mn-ea"/>
            </a:endParaRPr>
          </a:p>
        </p:txBody>
      </p:sp>
      <p:sp>
        <p:nvSpPr>
          <p:cNvPr id="3" name="文本框 2"/>
          <p:cNvSpPr txBox="1"/>
          <p:nvPr/>
        </p:nvSpPr>
        <p:spPr bwMode="auto">
          <a:xfrm>
            <a:off x="6200775" y="934085"/>
            <a:ext cx="5673725" cy="829945"/>
          </a:xfrm>
          <a:prstGeom prst="rect">
            <a:avLst/>
          </a:prstGeom>
          <a:noFill/>
        </p:spPr>
        <p:txBody>
          <a:bodyPr wrap="square" rtlCol="0">
            <a:spAutoFit/>
          </a:bodyPr>
          <a:lstStyle>
            <a:defPPr>
              <a:defRPr lang="en-US"/>
            </a:defPPr>
            <a:lvl1pPr algn="ctr">
              <a:defRPr sz="1600" b="1">
                <a:solidFill>
                  <a:srgbClr val="002060"/>
                </a:solidFill>
                <a:latin typeface="微软雅黑" panose="020B0503020204020204" pitchFamily="34" charset="-122"/>
                <a:ea typeface="微软雅黑" panose="020B0503020204020204" pitchFamily="34" charset="-122"/>
              </a:defRPr>
            </a:lvl1p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6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Arial" panose="020B0604020202020204" pitchFamily="34" charset="0"/>
                <a:sym typeface="微软雅黑 Light" panose="020B0502040204020203" pitchFamily="34" charset="-122"/>
              </a:rPr>
              <a:t>ATMPs deliver targeted one-time cures for previously incurable diseases through transformative gene, cell, and tissue engineering</a:t>
            </a:r>
          </a:p>
        </p:txBody>
      </p:sp>
      <p:sp>
        <p:nvSpPr>
          <p:cNvPr id="6" name="文本框 5"/>
          <p:cNvSpPr txBox="1"/>
          <p:nvPr/>
        </p:nvSpPr>
        <p:spPr>
          <a:xfrm>
            <a:off x="128270" y="890905"/>
            <a:ext cx="5797550" cy="829945"/>
          </a:xfrm>
          <a:prstGeom prst="rect">
            <a:avLst/>
          </a:prstGeom>
          <a:noFill/>
        </p:spPr>
        <p:txBody>
          <a:bodyPr wrap="square" rtlCol="0">
            <a:spAutoFit/>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6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Arial" panose="020B0604020202020204" pitchFamily="34" charset="0"/>
              </a:rPr>
              <a:t>Overcoming the limitations of small molecule and Biologics, ATMPs</a:t>
            </a:r>
            <a:r>
              <a:rPr kumimoji="0" lang="zh-CN" altLang="en-US" sz="16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Arial" panose="020B0604020202020204" pitchFamily="34" charset="0"/>
              </a:rPr>
              <a:t> </a:t>
            </a:r>
            <a:r>
              <a:rPr kumimoji="0" lang="en-US" altLang="zh-CN" sz="16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Arial" panose="020B0604020202020204" pitchFamily="34" charset="0"/>
              </a:rPr>
              <a:t>will become effective new drugs for the treatment of complex diseases</a:t>
            </a:r>
          </a:p>
        </p:txBody>
      </p:sp>
      <p:sp>
        <p:nvSpPr>
          <p:cNvPr id="13" name="文本框 12"/>
          <p:cNvSpPr txBox="1"/>
          <p:nvPr/>
        </p:nvSpPr>
        <p:spPr bwMode="auto">
          <a:xfrm>
            <a:off x="44923" y="6561589"/>
            <a:ext cx="5796780" cy="261354"/>
          </a:xfrm>
          <a:prstGeom prst="rect">
            <a:avLst/>
          </a:prstGeom>
          <a:noFill/>
          <a:ln>
            <a:noFill/>
          </a:ln>
        </p:spPr>
        <p:txBody>
          <a:bodyPr wrap="none" rtlCol="0">
            <a:spAutoFit/>
          </a:bodyPr>
          <a:lstStyle/>
          <a:p>
            <a:pPr marL="0" marR="0" lvl="0" indent="0" algn="just" defTabSz="457200" rtl="0" eaLnBrk="1" fontAlgn="base" latinLnBrk="0" hangingPunct="1">
              <a:lnSpc>
                <a:spcPct val="120000"/>
              </a:lnSpc>
              <a:spcBef>
                <a:spcPct val="20000"/>
              </a:spcBef>
              <a:spcAft>
                <a:spcPct val="0"/>
              </a:spcAft>
              <a:buClrTx/>
              <a:buSzTx/>
              <a:buFont typeface="Arial" panose="020B0604020202020204" pitchFamily="34" charset="0"/>
              <a:buNone/>
              <a:tabLst/>
              <a:defRPr/>
            </a:pPr>
            <a:r>
              <a:rPr kumimoji="0" lang="en-US" altLang="zh-CN" sz="10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sym typeface="微软雅黑 Light" panose="020B0502040204020203" pitchFamily="34" charset="-122"/>
              </a:rPr>
              <a:t>Source: Frost &amp; Sullivan</a:t>
            </a:r>
            <a:r>
              <a:rPr kumimoji="0" lang="zh-CN" altLang="en-US" sz="10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sym typeface="微软雅黑 Light" panose="020B0502040204020203" pitchFamily="34" charset="-122"/>
              </a:rPr>
              <a:t>， </a:t>
            </a:r>
            <a:r>
              <a:rPr kumimoji="0" lang="en-US" altLang="zh-CN" sz="10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sym typeface="微软雅黑 Light" panose="020B0502040204020203" pitchFamily="34" charset="-122"/>
              </a:rPr>
              <a:t>https://</a:t>
            </a:r>
            <a:r>
              <a:rPr kumimoji="0" lang="en-US" altLang="zh-CN" sz="1000" b="0" i="0" u="none" strike="noStrike" kern="1200" cap="none" spc="0" normalizeH="0" baseline="0" noProof="0" dirty="0" err="1">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sym typeface="微软雅黑 Light" panose="020B0502040204020203" pitchFamily="34" charset="-122"/>
              </a:rPr>
              <a:t>www.cevidra.com</a:t>
            </a:r>
            <a:r>
              <a:rPr kumimoji="0" lang="en-US" altLang="zh-CN" sz="10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sym typeface="微软雅黑 Light" panose="020B0502040204020203" pitchFamily="34" charset="-122"/>
              </a:rPr>
              <a:t>/advanced-therapy-medicinal-products/</a:t>
            </a:r>
          </a:p>
        </p:txBody>
      </p:sp>
      <p:sp>
        <p:nvSpPr>
          <p:cNvPr id="11" name="文本框 10"/>
          <p:cNvSpPr txBox="1"/>
          <p:nvPr/>
        </p:nvSpPr>
        <p:spPr>
          <a:xfrm>
            <a:off x="2624455" y="5814207"/>
            <a:ext cx="7152640" cy="646331"/>
          </a:xfrm>
          <a:prstGeom prst="rect">
            <a:avLst/>
          </a:prstGeom>
          <a:noFill/>
        </p:spPr>
        <p:txBody>
          <a:bodyPr wrap="square" rtlCol="0" anchor="t">
            <a:spAutoFit/>
          </a:bodyPr>
          <a:lstStyle/>
          <a:p>
            <a:pPr marL="0" marR="0" lvl="0" indent="0" algn="ctr" defTabSz="457200" rtl="0" eaLnBrk="1" fontAlgn="base" latinLnBrk="0" hangingPunct="1">
              <a:lnSpc>
                <a:spcPct val="100000"/>
              </a:lnSpc>
              <a:spcBef>
                <a:spcPct val="0"/>
              </a:spcBef>
              <a:spcAft>
                <a:spcPts val="1200"/>
              </a:spcAft>
              <a:buClrTx/>
              <a:buSzTx/>
              <a:buFont typeface="Arial" panose="020B0604020202020204" pitchFamily="34" charset="0"/>
              <a:buNone/>
              <a:tabLst/>
              <a:defRPr/>
            </a:pPr>
            <a:r>
              <a:rPr kumimoji="0" lang="en-US" altLang="zh-CN" sz="1800" b="1" i="1" u="none" strike="noStrike" kern="1200" cap="none" spc="0" normalizeH="0" baseline="0" noProof="0" dirty="0">
                <a:ln>
                  <a:noFill/>
                </a:ln>
                <a:solidFill>
                  <a:srgbClr val="0070C0"/>
                </a:solidFill>
                <a:effectLst>
                  <a:glow rad="50800">
                    <a:prstClr val="white"/>
                  </a:glow>
                </a:effectLst>
                <a:uLnTx/>
                <a:uFillTx/>
                <a:latin typeface="Arial" panose="020B0604020202020204" pitchFamily="34" charset="0"/>
                <a:ea typeface="思源黑体 CN Medium" panose="020B0600000000000000"/>
                <a:cs typeface="Arial" panose="020B0604020202020204" pitchFamily="34" charset="0"/>
                <a:sym typeface="+mn-ea"/>
              </a:rPr>
              <a:t>ATMPs unlock the promise of science: curing the incurable, renewing hope, and rewriting medicine's tomorrow</a:t>
            </a:r>
            <a:endParaRPr kumimoji="0" lang="en-US" altLang="zh-CN" sz="1200" b="1" i="1" u="none" strike="noStrike" kern="1200" cap="none" spc="0" normalizeH="0" baseline="0" noProof="0" dirty="0">
              <a:ln>
                <a:noFill/>
              </a:ln>
              <a:solidFill>
                <a:srgbClr val="0070C0"/>
              </a:solidFill>
              <a:effectLst>
                <a:glow rad="50800">
                  <a:prstClr val="white"/>
                </a:glow>
              </a:effectLst>
              <a:uLnTx/>
              <a:uFillTx/>
              <a:latin typeface="Arial" panose="020B0604020202020204" pitchFamily="34" charset="0"/>
              <a:ea typeface="思源黑体 CN Medium" panose="020B0600000000000000"/>
              <a:cs typeface="Arial" panose="020B0604020202020204" pitchFamily="34" charset="0"/>
              <a:sym typeface="+mn-ea"/>
            </a:endParaRPr>
          </a:p>
        </p:txBody>
      </p:sp>
      <p:sp>
        <p:nvSpPr>
          <p:cNvPr id="12" name="文本框 11"/>
          <p:cNvSpPr txBox="1"/>
          <p:nvPr>
            <p:custDataLst>
              <p:tags r:id="rId1"/>
            </p:custDataLst>
          </p:nvPr>
        </p:nvSpPr>
        <p:spPr>
          <a:xfrm>
            <a:off x="4175760" y="4566285"/>
            <a:ext cx="2545715" cy="600710"/>
          </a:xfrm>
          <a:prstGeom prst="rect">
            <a:avLst/>
          </a:prstGeom>
          <a:solidFill>
            <a:schemeClr val="bg1"/>
          </a:solidFill>
        </p:spPr>
        <p:txBody>
          <a:bodyPr wrap="square" rtlCol="0" anchor="t">
            <a:noAutofit/>
          </a:bodyPr>
          <a:lstStyle/>
          <a:p>
            <a:pPr marL="0" marR="0" lvl="0" indent="0" algn="ctr" defTabSz="457200" rtl="0" eaLnBrk="1" fontAlgn="base" latinLnBrk="0" hangingPunct="1">
              <a:lnSpc>
                <a:spcPct val="100000"/>
              </a:lnSpc>
              <a:spcBef>
                <a:spcPct val="0"/>
              </a:spcBef>
              <a:spcAft>
                <a:spcPts val="1200"/>
              </a:spcAft>
              <a:buClrTx/>
              <a:buSzTx/>
              <a:buFont typeface="Arial" panose="020B0604020202020204" pitchFamily="34" charset="0"/>
              <a:buNone/>
              <a:tabLst/>
              <a:defRPr/>
            </a:pPr>
            <a:endParaRPr kumimoji="0" lang="en-US" altLang="zh-CN" sz="1600" b="0" i="0" u="none" strike="noStrike" kern="1200" cap="none" spc="0" normalizeH="0" baseline="0" noProof="0" dirty="0">
              <a:ln>
                <a:noFill/>
              </a:ln>
              <a:solidFill>
                <a:srgbClr val="152E56"/>
              </a:solidFill>
              <a:effectLst>
                <a:glow rad="50800">
                  <a:prstClr val="white"/>
                </a:glow>
              </a:effectLst>
              <a:uLnTx/>
              <a:uFillTx/>
              <a:latin typeface="Arial" panose="020B0604020202020204" pitchFamily="34" charset="0"/>
              <a:ea typeface="思源黑体 CN Medium" panose="020B0600000000000000"/>
              <a:cs typeface="Arial" panose="020B0604020202020204" pitchFamily="34" charset="0"/>
              <a:sym typeface="+mn-ea"/>
            </a:endParaRPr>
          </a:p>
        </p:txBody>
      </p:sp>
      <p:pic>
        <p:nvPicPr>
          <p:cNvPr id="33" name="图片 32">
            <a:extLst>
              <a:ext uri="{FF2B5EF4-FFF2-40B4-BE49-F238E27FC236}">
                <a16:creationId xmlns:a16="http://schemas.microsoft.com/office/drawing/2014/main" id="{DEDB9273-1F33-115D-A4BF-01752898D2CD}"/>
              </a:ext>
            </a:extLst>
          </p:cNvPr>
          <p:cNvPicPr>
            <a:picLocks noChangeAspect="1"/>
          </p:cNvPicPr>
          <p:nvPr/>
        </p:nvPicPr>
        <p:blipFill rotWithShape="1">
          <a:blip r:embed="rId4"/>
          <a:srcRect l="14431" r="7476" b="4598"/>
          <a:stretch/>
        </p:blipFill>
        <p:spPr>
          <a:xfrm>
            <a:off x="467888" y="2071237"/>
            <a:ext cx="5064417" cy="3482019"/>
          </a:xfrm>
          <a:prstGeom prst="rect">
            <a:avLst/>
          </a:prstGeom>
        </p:spPr>
      </p:pic>
      <p:pic>
        <p:nvPicPr>
          <p:cNvPr id="5" name="图片 4">
            <a:extLst>
              <a:ext uri="{FF2B5EF4-FFF2-40B4-BE49-F238E27FC236}">
                <a16:creationId xmlns:a16="http://schemas.microsoft.com/office/drawing/2014/main" id="{B2D98F4D-DBB2-4D20-A8F0-87100EA045D8}"/>
              </a:ext>
            </a:extLst>
          </p:cNvPr>
          <p:cNvPicPr>
            <a:picLocks noChangeAspect="1"/>
          </p:cNvPicPr>
          <p:nvPr/>
        </p:nvPicPr>
        <p:blipFill>
          <a:blip r:embed="rId5"/>
          <a:stretch>
            <a:fillRect/>
          </a:stretch>
        </p:blipFill>
        <p:spPr>
          <a:xfrm>
            <a:off x="6481746" y="2231379"/>
            <a:ext cx="5242366" cy="3140029"/>
          </a:xfrm>
          <a:prstGeom prst="rect">
            <a:avLst/>
          </a:prstGeom>
        </p:spPr>
      </p:pic>
      <p:sp>
        <p:nvSpPr>
          <p:cNvPr id="7" name="文本框 6">
            <a:extLst>
              <a:ext uri="{FF2B5EF4-FFF2-40B4-BE49-F238E27FC236}">
                <a16:creationId xmlns:a16="http://schemas.microsoft.com/office/drawing/2014/main" id="{90D73335-DE16-14FA-F003-E92B943B3E04}"/>
              </a:ext>
            </a:extLst>
          </p:cNvPr>
          <p:cNvSpPr txBox="1"/>
          <p:nvPr/>
        </p:nvSpPr>
        <p:spPr>
          <a:xfrm>
            <a:off x="3931920" y="2569504"/>
            <a:ext cx="1656080" cy="830997"/>
          </a:xfrm>
          <a:prstGeom prst="rect">
            <a:avLst/>
          </a:prstGeom>
          <a:solidFill>
            <a:schemeClr val="bg1"/>
          </a:solidFill>
        </p:spPr>
        <p:txBody>
          <a:bodyPr wrap="square" rtlCol="0">
            <a:spAutoFit/>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200" b="1" i="0" u="none" strike="noStrike" kern="1200" cap="none" spc="0" normalizeH="0" baseline="0" noProof="0" dirty="0">
                <a:ln>
                  <a:noFill/>
                </a:ln>
                <a:solidFill>
                  <a:srgbClr val="122B54"/>
                </a:solidFill>
                <a:effectLst/>
                <a:uLnTx/>
                <a:uFillTx/>
                <a:latin typeface="Arial" panose="020B0604020202020204" pitchFamily="34" charset="0"/>
                <a:ea typeface="微软雅黑 Light" panose="020B0502040204020203" pitchFamily="34" charset="-122"/>
                <a:cs typeface="+mn-cs"/>
              </a:rPr>
              <a:t>Advanced therapy medicinal products (ATMPs)</a:t>
            </a:r>
            <a:r>
              <a:rPr kumimoji="1" lang="zh-CN" altLang="en-US" sz="1200" b="1" i="0" u="none" strike="noStrike" kern="1200" cap="none" spc="0" normalizeH="0" baseline="0" noProof="0" dirty="0">
                <a:ln>
                  <a:noFill/>
                </a:ln>
                <a:solidFill>
                  <a:srgbClr val="122B54"/>
                </a:solidFill>
                <a:effectLst/>
                <a:uLnTx/>
                <a:uFillTx/>
                <a:latin typeface="Arial" panose="020B0604020202020204" pitchFamily="34" charset="0"/>
                <a:ea typeface="微软雅黑 Light" panose="020B0502040204020203" pitchFamily="34" charset="-122"/>
                <a:cs typeface="+mn-cs"/>
              </a:rPr>
              <a:t> </a:t>
            </a:r>
            <a:endParaRPr kumimoji="1" lang="en-US" altLang="zh-CN" sz="1200" b="1" i="0" u="none" strike="noStrike" kern="1200" cap="none" spc="0" normalizeH="0" baseline="0" noProof="0" dirty="0">
              <a:ln>
                <a:noFill/>
              </a:ln>
              <a:solidFill>
                <a:srgbClr val="122B54"/>
              </a:solidFill>
              <a:effectLst/>
              <a:uLnTx/>
              <a:uFillTx/>
              <a:latin typeface="Arial" panose="020B0604020202020204" pitchFamily="34" charset="0"/>
              <a:ea typeface="微软雅黑 Light" panose="020B0502040204020203" pitchFamily="34" charset="-122"/>
              <a:cs typeface="+mn-cs"/>
            </a:endParaRPr>
          </a:p>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zh-CN" sz="1200" b="1" i="0" u="none" strike="noStrike" kern="1200" cap="none" spc="0" normalizeH="0" baseline="0" noProof="0" dirty="0">
                <a:ln>
                  <a:noFill/>
                </a:ln>
                <a:solidFill>
                  <a:srgbClr val="122B54"/>
                </a:solidFill>
                <a:effectLst/>
                <a:uLnTx/>
                <a:uFillTx/>
                <a:latin typeface="Arial" panose="020B0604020202020204" pitchFamily="34" charset="0"/>
                <a:ea typeface="微软雅黑 Light" panose="020B0502040204020203" pitchFamily="34" charset="-122"/>
                <a:cs typeface="+mn-cs"/>
              </a:rPr>
              <a:t>2020s-</a:t>
            </a:r>
            <a:endParaRPr kumimoji="1" lang="zh-CN" altLang="en-US" sz="1200" b="1" i="0" u="none" strike="noStrike" kern="1200" cap="none" spc="0" normalizeH="0" baseline="0" noProof="0" dirty="0">
              <a:ln>
                <a:noFill/>
              </a:ln>
              <a:solidFill>
                <a:srgbClr val="122B54"/>
              </a:solidFill>
              <a:effectLst/>
              <a:uLnTx/>
              <a:uFillTx/>
              <a:latin typeface="Arial" panose="020B0604020202020204" pitchFamily="34" charset="0"/>
              <a:ea typeface="微软雅黑 Light" panose="020B0502040204020203" pitchFamily="34" charset="-122"/>
              <a:cs typeface="+mn-cs"/>
            </a:endParaRPr>
          </a:p>
        </p:txBody>
      </p:sp>
    </p:spTree>
    <p:extLst>
      <p:ext uri="{BB962C8B-B14F-4D97-AF65-F5344CB8AC3E}">
        <p14:creationId xmlns:p14="http://schemas.microsoft.com/office/powerpoint/2010/main" val="1569417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descr="建筑的摆设布局&#10;&#10;描述已自动生成"/>
          <p:cNvPicPr>
            <a:picLocks noChangeAspect="1"/>
          </p:cNvPicPr>
          <p:nvPr/>
        </p:nvPicPr>
        <p:blipFill rotWithShape="1">
          <a:blip r:embed="rId17" cstate="print">
            <a:alphaModFix amt="85000"/>
            <a:extLst>
              <a:ext uri="{28A0092B-C50C-407E-A947-70E740481C1C}">
                <a14:useLocalDpi xmlns:a14="http://schemas.microsoft.com/office/drawing/2010/main" val="0"/>
              </a:ext>
            </a:extLst>
          </a:blip>
          <a:srcRect l="7250" r="11694" b="12590"/>
          <a:stretch>
            <a:fillRect/>
          </a:stretch>
        </p:blipFill>
        <p:spPr>
          <a:xfrm>
            <a:off x="5620601" y="378237"/>
            <a:ext cx="6520196" cy="4395059"/>
          </a:xfrm>
          <a:prstGeom prst="rect">
            <a:avLst/>
          </a:prstGeom>
          <a:effectLst>
            <a:softEdge rad="12700"/>
          </a:effectLst>
        </p:spPr>
      </p:pic>
      <p:pic>
        <p:nvPicPr>
          <p:cNvPr id="5" name="图片 104" descr="背景图案&#10;&#10;描述已自动生成"/>
          <p:cNvPicPr>
            <a:picLocks noChangeAspect="1"/>
          </p:cNvPicPr>
          <p:nvPr>
            <p:custDataLst>
              <p:tags r:id="rId1"/>
            </p:custDataLst>
          </p:nvPr>
        </p:nvPicPr>
        <p:blipFill>
          <a:blip r:embed="rId18"/>
          <a:stretch>
            <a:fillRect/>
          </a:stretch>
        </p:blipFill>
        <p:spPr>
          <a:xfrm>
            <a:off x="6722" y="4554887"/>
            <a:ext cx="12176809" cy="2302413"/>
          </a:xfrm>
          <a:prstGeom prst="rect">
            <a:avLst/>
          </a:prstGeom>
          <a:noFill/>
          <a:ln w="9525">
            <a:noFill/>
          </a:ln>
        </p:spPr>
      </p:pic>
      <p:sp>
        <p:nvSpPr>
          <p:cNvPr id="24" name="矩形 23"/>
          <p:cNvSpPr/>
          <p:nvPr/>
        </p:nvSpPr>
        <p:spPr>
          <a:xfrm>
            <a:off x="717567" y="644129"/>
            <a:ext cx="5641352" cy="4192105"/>
          </a:xfrm>
          <a:prstGeom prst="rect">
            <a:avLst/>
          </a:prstGeom>
          <a:no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标题 2"/>
          <p:cNvSpPr txBox="1"/>
          <p:nvPr/>
        </p:nvSpPr>
        <p:spPr>
          <a:xfrm>
            <a:off x="292212" y="33342"/>
            <a:ext cx="5263739" cy="522288"/>
          </a:xfrm>
          <a:prstGeom prst="rect">
            <a:avLst/>
          </a:prstGeom>
        </p:spPr>
        <p:txBody>
          <a:bodyPr vert="horz" lIns="90170" tIns="46990" rIns="90170" bIns="46990" rtlCol="0" anchor="ctr" anchorCtr="0">
            <a:normAutofit/>
          </a:bodyPr>
          <a:lstStyle>
            <a:lvl1pPr algn="l" defTabSz="914400" rtl="0" eaLnBrk="1" fontAlgn="auto" latinLnBrk="0" hangingPunct="1">
              <a:lnSpc>
                <a:spcPct val="100000"/>
              </a:lnSpc>
              <a:spcBef>
                <a:spcPct val="0"/>
              </a:spcBef>
              <a:buNone/>
              <a:defRPr sz="2000" b="1" u="none" strike="noStrike" kern="1200" cap="none" spc="300" normalizeH="0" baseline="0">
                <a:solidFill>
                  <a:schemeClr val="bg1"/>
                </a:solidFill>
                <a:uFillTx/>
                <a:latin typeface="Source Han Sans CN Medium" panose="020B0200000000000000" charset="-122"/>
                <a:ea typeface="Source Han Sans CN Medium" panose="020B0200000000000000" charset="-122"/>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mj-cs"/>
              </a:rPr>
              <a:t>IASO Overview</a:t>
            </a:r>
            <a:endParaRPr kumimoji="0" lang="en-US" altLang="zh-CN" sz="2000" b="1" i="0" u="none" strike="noStrike" kern="1200" cap="none" spc="0" normalizeH="0" baseline="0" noProof="1">
              <a:ln>
                <a:noFill/>
              </a:ln>
              <a:solidFill>
                <a:prstClr val="white"/>
              </a:solidFill>
              <a:effectLst/>
              <a:uLnTx/>
              <a:uFillTx/>
              <a:latin typeface="Arial"/>
              <a:ea typeface="微软雅黑" panose="020B0503020204020204" pitchFamily="34" charset="-122"/>
              <a:cs typeface="+mj-cs"/>
            </a:endParaRPr>
          </a:p>
        </p:txBody>
      </p:sp>
      <p:sp>
        <p:nvSpPr>
          <p:cNvPr id="31" name="矩形 30"/>
          <p:cNvSpPr/>
          <p:nvPr/>
        </p:nvSpPr>
        <p:spPr>
          <a:xfrm>
            <a:off x="-8469" y="4512007"/>
            <a:ext cx="12192000" cy="2349187"/>
          </a:xfrm>
          <a:prstGeom prst="rect">
            <a:avLst/>
          </a:prstGeom>
          <a:solidFill>
            <a:srgbClr val="2A81AB">
              <a:alpha val="77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panose="020B0503020204020204" pitchFamily="34" charset="-122"/>
              <a:cs typeface="+mn-cs"/>
            </a:endParaRPr>
          </a:p>
        </p:txBody>
      </p:sp>
      <p:sp>
        <p:nvSpPr>
          <p:cNvPr id="32" name="矩形 31"/>
          <p:cNvSpPr/>
          <p:nvPr>
            <p:custDataLst>
              <p:tags r:id="rId2"/>
            </p:custDataLst>
          </p:nvPr>
        </p:nvSpPr>
        <p:spPr>
          <a:xfrm flipH="1">
            <a:off x="6723" y="4509168"/>
            <a:ext cx="12192000" cy="45719"/>
          </a:xfrm>
          <a:prstGeom prst="rect">
            <a:avLst/>
          </a:prstGeom>
          <a:gradFill>
            <a:gsLst>
              <a:gs pos="97126">
                <a:srgbClr val="D1E7F6"/>
              </a:gs>
              <a:gs pos="0">
                <a:srgbClr val="CDF1FF"/>
              </a:gs>
              <a:gs pos="43000">
                <a:srgbClr val="82BFDD"/>
              </a:gs>
            </a:gsLst>
            <a:lin ang="27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297C3"/>
              </a:solidFill>
              <a:effectLst/>
              <a:uLnTx/>
              <a:uFillTx/>
              <a:latin typeface="Arial"/>
              <a:ea typeface="微软雅黑" panose="020B0503020204020204" pitchFamily="34" charset="-122"/>
              <a:cs typeface="+mn-cs"/>
              <a:sym typeface="+mn-ea"/>
            </a:endParaRPr>
          </a:p>
        </p:txBody>
      </p:sp>
      <p:sp>
        <p:nvSpPr>
          <p:cNvPr id="34" name="object 145"/>
          <p:cNvSpPr txBox="1"/>
          <p:nvPr>
            <p:custDataLst>
              <p:tags r:id="rId3"/>
            </p:custDataLst>
          </p:nvPr>
        </p:nvSpPr>
        <p:spPr>
          <a:xfrm>
            <a:off x="200132" y="4823354"/>
            <a:ext cx="3442206" cy="689932"/>
          </a:xfrm>
          <a:prstGeom prst="rect">
            <a:avLst/>
          </a:prstGeom>
        </p:spPr>
        <p:txBody>
          <a:bodyPr vert="horz" wrap="square" lIns="0" tIns="12700" rIns="0" bIns="0" rtlCol="0">
            <a:spAutoFit/>
          </a:bodyPr>
          <a:lstStyle/>
          <a:p>
            <a:pPr marL="0" marR="0" lvl="0" indent="0" algn="l" defTabSz="457200" rtl="0" eaLnBrk="1" fontAlgn="base" latinLnBrk="0" hangingPunct="1">
              <a:lnSpc>
                <a:spcPct val="100000"/>
              </a:lnSpc>
              <a:spcBef>
                <a:spcPts val="100"/>
              </a:spcBef>
              <a:spcAft>
                <a:spcPct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rPr>
              <a:t>10</a:t>
            </a: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rPr>
              <a:t> </a:t>
            </a:r>
            <a:r>
              <a:rPr kumimoji="0" lang="en-US" altLang="zh-CN" sz="1600" b="0" i="0" u="none" strike="noStrike" kern="1200" cap="none" spc="0" normalizeH="0" baseline="0" noProof="0" dirty="0">
                <a:ln>
                  <a:noFill/>
                </a:ln>
                <a:solidFill>
                  <a:prstClr val="white"/>
                </a:solidFill>
                <a:effectLst/>
                <a:uLnTx/>
                <a:uFillTx/>
                <a:latin typeface="Arial"/>
                <a:ea typeface="思源黑体 CN Medium" panose="020B0600000000000000"/>
                <a:cs typeface="+mn-cs"/>
              </a:rPr>
              <a:t>clinical pipelines ongoing with potential </a:t>
            </a: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rPr>
              <a:t>FIC/ BIC</a:t>
            </a:r>
            <a:endParaRPr kumimoji="0" sz="18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endParaRPr>
          </a:p>
        </p:txBody>
      </p:sp>
      <p:sp>
        <p:nvSpPr>
          <p:cNvPr id="35" name="object 145"/>
          <p:cNvSpPr txBox="1"/>
          <p:nvPr>
            <p:custDataLst>
              <p:tags r:id="rId4"/>
            </p:custDataLst>
          </p:nvPr>
        </p:nvSpPr>
        <p:spPr>
          <a:xfrm>
            <a:off x="-132962" y="5919814"/>
            <a:ext cx="3707764" cy="443711"/>
          </a:xfrm>
          <a:prstGeom prst="rect">
            <a:avLst/>
          </a:prstGeom>
        </p:spPr>
        <p:txBody>
          <a:bodyPr vert="horz" wrap="square" lIns="0" tIns="12700" rIns="0" bIns="0" rtlCol="0">
            <a:spAutoFit/>
          </a:bodyPr>
          <a:lstStyle/>
          <a:p>
            <a:pPr marL="0" marR="0" lvl="0" indent="0" algn="ctr" defTabSz="457200" rtl="0" eaLnBrk="1" fontAlgn="base" latinLnBrk="0" hangingPunct="1">
              <a:lnSpc>
                <a:spcPct val="100000"/>
              </a:lnSpc>
              <a:spcBef>
                <a:spcPts val="100"/>
              </a:spcBef>
              <a:spcAft>
                <a:spcPct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10+</a:t>
            </a: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pre-clinicial projects ongoing </a:t>
            </a:r>
            <a:endParaRPr kumimoji="0" sz="18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endParaRPr>
          </a:p>
        </p:txBody>
      </p:sp>
      <p:sp>
        <p:nvSpPr>
          <p:cNvPr id="36" name="object 145"/>
          <p:cNvSpPr txBox="1"/>
          <p:nvPr>
            <p:custDataLst>
              <p:tags r:id="rId5"/>
            </p:custDataLst>
          </p:nvPr>
        </p:nvSpPr>
        <p:spPr>
          <a:xfrm>
            <a:off x="4578207" y="5046857"/>
            <a:ext cx="1288215" cy="259045"/>
          </a:xfrm>
          <a:prstGeom prst="rect">
            <a:avLst/>
          </a:prstGeom>
        </p:spPr>
        <p:txBody>
          <a:bodyPr vert="horz" wrap="square" lIns="0" tIns="12700" rIns="0" bIns="0" rtlCol="0">
            <a:spAutoFit/>
          </a:bodyPr>
          <a:lstStyle/>
          <a:p>
            <a:pPr marL="0" marR="0" lvl="0" indent="0" algn="l" defTabSz="457200" rtl="0" eaLnBrk="1" fontAlgn="base" latinLnBrk="0" hangingPunct="1">
              <a:lnSpc>
                <a:spcPct val="100000"/>
              </a:lnSpc>
              <a:spcBef>
                <a:spcPts val="100"/>
              </a:spcBef>
              <a:spcAft>
                <a:spcPct val="0"/>
              </a:spcAft>
              <a:buClrTx/>
              <a:buSzTx/>
              <a:buFont typeface="Arial" panose="020B0604020202020204" pitchFamily="34" charset="0"/>
              <a:buNone/>
              <a:tabLst/>
              <a:defRPr/>
            </a:pP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rPr>
              <a:t>Globalization</a:t>
            </a:r>
            <a:endParaRPr kumimoji="0"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endParaRPr>
          </a:p>
        </p:txBody>
      </p:sp>
      <p:sp>
        <p:nvSpPr>
          <p:cNvPr id="37" name="object 145"/>
          <p:cNvSpPr txBox="1"/>
          <p:nvPr>
            <p:custDataLst>
              <p:tags r:id="rId6"/>
            </p:custDataLst>
          </p:nvPr>
        </p:nvSpPr>
        <p:spPr>
          <a:xfrm>
            <a:off x="3841203" y="5973708"/>
            <a:ext cx="2239910" cy="443711"/>
          </a:xfrm>
          <a:prstGeom prst="rect">
            <a:avLst/>
          </a:prstGeom>
        </p:spPr>
        <p:txBody>
          <a:bodyPr vert="horz" wrap="square" lIns="0" tIns="12700" rIns="0" bIns="0" rtlCol="0">
            <a:spAutoFit/>
          </a:bodyPr>
          <a:lstStyle/>
          <a:p>
            <a:pPr marL="0" marR="0" lvl="0" indent="0" algn="l" defTabSz="457200" rtl="0" eaLnBrk="1" fontAlgn="base" latinLnBrk="0" hangingPunct="1">
              <a:lnSpc>
                <a:spcPct val="100000"/>
              </a:lnSpc>
              <a:spcBef>
                <a:spcPts val="100"/>
              </a:spcBef>
              <a:spcAft>
                <a:spcPct val="0"/>
              </a:spcAft>
              <a:buClrTx/>
              <a:buSzTx/>
              <a:buFont typeface="Arial" panose="020B0604020202020204" pitchFamily="34" charset="0"/>
              <a:buNone/>
              <a:tabLst/>
              <a:defRPr/>
            </a:pP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 </a:t>
            </a:r>
            <a:r>
              <a:rPr kumimoji="0" lang="en-US" altLang="zh-CN" sz="28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4</a:t>
            </a: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 sites in China</a:t>
            </a:r>
            <a:r>
              <a:rPr kumimoji="0" lang="zh-CN" altLang="en-US"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 </a:t>
            </a: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&amp;</a:t>
            </a:r>
            <a:r>
              <a:rPr kumimoji="0" lang="zh-CN" altLang="en-US"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 </a:t>
            </a: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US</a:t>
            </a:r>
            <a:endParaRPr kumimoji="0" sz="18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endParaRPr>
          </a:p>
        </p:txBody>
      </p:sp>
      <p:sp>
        <p:nvSpPr>
          <p:cNvPr id="38" name="文本框 37"/>
          <p:cNvSpPr txBox="1"/>
          <p:nvPr>
            <p:custDataLst>
              <p:tags r:id="rId7"/>
            </p:custDataLst>
          </p:nvPr>
        </p:nvSpPr>
        <p:spPr>
          <a:xfrm>
            <a:off x="7226540" y="5046857"/>
            <a:ext cx="2067816" cy="259045"/>
          </a:xfrm>
          <a:prstGeom prst="rect">
            <a:avLst/>
          </a:prstGeom>
        </p:spPr>
        <p:txBody>
          <a:bodyPr vert="horz" wrap="square" lIns="0" tIns="12700" rIns="0" bIns="0" rtlCol="0">
            <a:spAutoFit/>
          </a:bodyPr>
          <a:lstStyle>
            <a:defPPr>
              <a:defRPr lang="en-US"/>
            </a:defPPr>
            <a:lvl1pPr>
              <a:lnSpc>
                <a:spcPct val="100000"/>
              </a:lnSpc>
              <a:spcBef>
                <a:spcPts val="100"/>
              </a:spcBef>
              <a:defRPr>
                <a:latin typeface="+mj-ea"/>
                <a:ea typeface="+mj-ea"/>
              </a:defRPr>
            </a:lvl1pPr>
          </a:lstStyle>
          <a:p>
            <a:pPr marL="0" marR="0" lvl="0" indent="0" algn="l" defTabSz="457200" rtl="0" eaLnBrk="1" fontAlgn="base" latinLnBrk="0" hangingPunct="1">
              <a:lnSpc>
                <a:spcPct val="100000"/>
              </a:lnSpc>
              <a:spcBef>
                <a:spcPts val="100"/>
              </a:spcBef>
              <a:spcAft>
                <a:spcPct val="0"/>
              </a:spcAft>
              <a:buClrTx/>
              <a:buSzTx/>
              <a:buFont typeface="Arial" panose="020B0604020202020204" pitchFamily="34" charset="0"/>
              <a:buNone/>
              <a:tabLst/>
              <a:defRPr/>
            </a:pP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sym typeface="华文楷体" panose="02010600040101010101" pitchFamily="2" charset="-122"/>
              </a:rPr>
              <a:t>Rapidly expanding</a:t>
            </a:r>
            <a:endParaRPr kumimoji="0" lang="zh-CN" altLang="en-US"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sym typeface="华文楷体" panose="02010600040101010101" pitchFamily="2" charset="-122"/>
            </a:endParaRPr>
          </a:p>
        </p:txBody>
      </p:sp>
      <p:sp>
        <p:nvSpPr>
          <p:cNvPr id="39" name="文本框 38"/>
          <p:cNvSpPr txBox="1"/>
          <p:nvPr>
            <p:custDataLst>
              <p:tags r:id="rId8"/>
            </p:custDataLst>
          </p:nvPr>
        </p:nvSpPr>
        <p:spPr>
          <a:xfrm>
            <a:off x="6262205" y="5867622"/>
            <a:ext cx="3246680" cy="692497"/>
          </a:xfrm>
          <a:prstGeom prst="rect">
            <a:avLst/>
          </a:prstGeom>
          <a:noFill/>
        </p:spPr>
        <p:txBody>
          <a:bodyPr wrap="square">
            <a:spAutoFit/>
          </a:body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~9</a:t>
            </a:r>
            <a:r>
              <a:rPr kumimoji="0" lang="zh-CN" altLang="en-US" sz="28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 </a:t>
            </a: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Years</a:t>
            </a:r>
            <a:r>
              <a:rPr kumimoji="0" lang="zh-CN" altLang="en-US"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  </a:t>
            </a:r>
            <a:r>
              <a:rPr kumimoji="0" lang="en-US" altLang="zh-CN" sz="28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480+</a:t>
            </a:r>
            <a:r>
              <a:rPr kumimoji="0" lang="zh-CN" altLang="en-US"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 </a:t>
            </a:r>
            <a:r>
              <a:rPr kumimoji="0" lang="en-US" altLang="zh-CN" sz="16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employees</a:t>
            </a:r>
          </a:p>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1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Dedicated team from </a:t>
            </a:r>
            <a:r>
              <a:rPr lang="en-US" altLang="zh-CN" sz="1100" dirty="0">
                <a:solidFill>
                  <a:prstClr val="white"/>
                </a:solidFill>
                <a:latin typeface="Arial"/>
                <a:ea typeface="微软雅黑" panose="020B0503020204020204" pitchFamily="34" charset="-122"/>
                <a:cs typeface="Arial" panose="020B0604020202020204" pitchFamily="34" charset="0"/>
              </a:rPr>
              <a:t>discovery </a:t>
            </a:r>
            <a:r>
              <a:rPr kumimoji="0" lang="en-US" altLang="zh-CN" sz="11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rPr>
              <a:t>to commercial</a:t>
            </a:r>
            <a:endParaRPr kumimoji="0" lang="zh-CN" altLang="en-US" sz="1100" b="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endParaRPr>
          </a:p>
        </p:txBody>
      </p:sp>
      <p:pic>
        <p:nvPicPr>
          <p:cNvPr id="41" name="图片 40"/>
          <p:cNvPicPr>
            <a:picLocks noChangeAspect="1"/>
          </p:cNvPicPr>
          <p:nvPr/>
        </p:nvPicPr>
        <p:blipFill>
          <a:blip r:embed="rId19" cstate="print">
            <a:biLevel thresh="25000"/>
            <a:extLst>
              <a:ext uri="{28A0092B-C50C-407E-A947-70E740481C1C}">
                <a14:useLocalDpi xmlns:a14="http://schemas.microsoft.com/office/drawing/2010/main" val="0"/>
              </a:ext>
            </a:extLst>
          </a:blip>
          <a:srcRect/>
          <a:stretch>
            <a:fillRect/>
          </a:stretch>
        </p:blipFill>
        <p:spPr>
          <a:xfrm>
            <a:off x="6500044" y="4896737"/>
            <a:ext cx="474904" cy="474904"/>
          </a:xfrm>
          <a:prstGeom prst="rect">
            <a:avLst/>
          </a:prstGeom>
        </p:spPr>
      </p:pic>
      <p:pic>
        <p:nvPicPr>
          <p:cNvPr id="42" name="图片 41" descr="图标&#10;&#10;描述已自动生成"/>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886106" y="4896737"/>
            <a:ext cx="559286" cy="559286"/>
          </a:xfrm>
          <a:prstGeom prst="rect">
            <a:avLst/>
          </a:prstGeom>
        </p:spPr>
      </p:pic>
      <p:sp>
        <p:nvSpPr>
          <p:cNvPr id="2" name="文本框 1"/>
          <p:cNvSpPr txBox="1"/>
          <p:nvPr>
            <p:custDataLst>
              <p:tags r:id="rId9"/>
            </p:custDataLst>
          </p:nvPr>
        </p:nvSpPr>
        <p:spPr bwMode="auto">
          <a:xfrm>
            <a:off x="180881" y="881308"/>
            <a:ext cx="5486400" cy="3295774"/>
          </a:xfrm>
          <a:prstGeom prst="rect">
            <a:avLst/>
          </a:prstGeom>
          <a:noFill/>
          <a:ln>
            <a:noFill/>
          </a:ln>
        </p:spPr>
        <p:txBody>
          <a:bodyPr wrap="square">
            <a:spAutoFit/>
          </a:bodyPr>
          <a:lstStyle/>
          <a:p>
            <a:pPr marL="12700" marR="5080" lvl="0" indent="0" algn="just" defTabSz="457200" rtl="0" eaLnBrk="1" fontAlgn="base" latinLnBrk="0" hangingPunct="1">
              <a:lnSpc>
                <a:spcPct val="130000"/>
              </a:lnSpc>
              <a:spcBef>
                <a:spcPts val="55"/>
              </a:spcBef>
              <a:spcAft>
                <a:spcPts val="0"/>
              </a:spcAft>
              <a:buClrTx/>
              <a:buSzTx/>
              <a:buFont typeface="Arial" panose="020B0604020202020204" pitchFamily="34" charset="0"/>
              <a:buNone/>
              <a:tabLst/>
              <a:defRPr/>
            </a:pPr>
            <a:r>
              <a:rPr kumimoji="0" lang="en-US" altLang="zh-CN" sz="1800" b="1" i="0" u="none" strike="noStrike" kern="1200" cap="none" spc="0" normalizeH="0" baseline="0" noProof="0" dirty="0">
                <a:ln>
                  <a:noFill/>
                </a:ln>
                <a:solidFill>
                  <a:srgbClr val="0070C0"/>
                </a:solidFill>
                <a:effectLst/>
                <a:uLnTx/>
                <a:uFillTx/>
                <a:latin typeface="Arial"/>
                <a:ea typeface="微软雅黑" panose="020B0503020204020204" pitchFamily="34" charset="-122"/>
                <a:cs typeface="Arial" panose="020B0604020202020204" pitchFamily="34" charset="0"/>
              </a:rPr>
              <a:t>IASO Bio is an innovation-driven advanced therapy company. Deeply rooted in </a:t>
            </a:r>
            <a:r>
              <a:rPr kumimoji="0" lang="en-US" altLang="zh-CN" sz="1800" b="1" i="0" u="none" strike="noStrike" kern="1200" cap="none" spc="0" normalizeH="0" baseline="0" noProof="0" dirty="0">
                <a:ln>
                  <a:noFill/>
                </a:ln>
                <a:solidFill>
                  <a:srgbClr val="ED6B00"/>
                </a:solidFill>
                <a:effectLst/>
                <a:uLnTx/>
                <a:uFillTx/>
                <a:latin typeface="Arial"/>
                <a:ea typeface="微软雅黑" panose="020B0503020204020204" pitchFamily="34" charset="-122"/>
                <a:cs typeface="Arial" panose="020B0604020202020204" pitchFamily="34" charset="0"/>
              </a:rPr>
              <a:t>hematologic malignancies</a:t>
            </a:r>
            <a:r>
              <a:rPr kumimoji="0" lang="en-US" altLang="zh-CN" sz="1800" b="1" i="0" u="none" strike="noStrike" kern="1200" cap="none" spc="0" normalizeH="0" baseline="0" noProof="0" dirty="0">
                <a:ln>
                  <a:noFill/>
                </a:ln>
                <a:solidFill>
                  <a:srgbClr val="0070C0"/>
                </a:solidFill>
                <a:effectLst/>
                <a:uLnTx/>
                <a:uFillTx/>
                <a:latin typeface="Arial"/>
                <a:ea typeface="微软雅黑" panose="020B0503020204020204" pitchFamily="34" charset="-122"/>
                <a:cs typeface="Arial" panose="020B0604020202020204" pitchFamily="34" charset="0"/>
              </a:rPr>
              <a:t> and </a:t>
            </a:r>
            <a:r>
              <a:rPr kumimoji="0" lang="en-US" altLang="zh-CN" sz="1800" b="1" i="0" u="none" strike="noStrike" kern="1200" cap="none" spc="0" normalizeH="0" baseline="0" noProof="0" dirty="0">
                <a:ln>
                  <a:noFill/>
                </a:ln>
                <a:solidFill>
                  <a:srgbClr val="ED6B00"/>
                </a:solidFill>
                <a:effectLst/>
                <a:uLnTx/>
                <a:uFillTx/>
                <a:latin typeface="Arial"/>
                <a:ea typeface="微软雅黑" panose="020B0503020204020204" pitchFamily="34" charset="-122"/>
                <a:cs typeface="Arial" panose="020B0604020202020204" pitchFamily="34" charset="0"/>
              </a:rPr>
              <a:t>autoimmune diseases</a:t>
            </a:r>
            <a:r>
              <a:rPr kumimoji="0" lang="en-US" altLang="zh-CN" sz="1800" b="1" i="0" u="none" strike="noStrike" kern="1200" cap="none" spc="0" normalizeH="0" baseline="0" noProof="0" dirty="0">
                <a:ln>
                  <a:noFill/>
                </a:ln>
                <a:solidFill>
                  <a:srgbClr val="0070C0"/>
                </a:solidFill>
                <a:effectLst/>
                <a:uLnTx/>
                <a:uFillTx/>
                <a:latin typeface="Arial"/>
                <a:ea typeface="微软雅黑" panose="020B0503020204020204" pitchFamily="34" charset="-122"/>
                <a:cs typeface="Arial" panose="020B0604020202020204" pitchFamily="34" charset="0"/>
              </a:rPr>
              <a:t>, it has expanded into therapeutic areas with unmet medical needs such as </a:t>
            </a:r>
            <a:r>
              <a:rPr kumimoji="0" lang="en-US" altLang="zh-CN" sz="1800" b="1" i="0" u="none" strike="noStrike" kern="1200" cap="none" spc="0" normalizeH="0" baseline="0" noProof="0" dirty="0">
                <a:ln>
                  <a:noFill/>
                </a:ln>
                <a:solidFill>
                  <a:srgbClr val="ED6B00"/>
                </a:solidFill>
                <a:effectLst/>
                <a:uLnTx/>
                <a:uFillTx/>
                <a:latin typeface="Arial"/>
                <a:ea typeface="微软雅黑" panose="020B0503020204020204" pitchFamily="34" charset="-122"/>
                <a:cs typeface="Arial" panose="020B0604020202020204" pitchFamily="34" charset="0"/>
              </a:rPr>
              <a:t>aging related diseases</a:t>
            </a:r>
            <a:r>
              <a:rPr kumimoji="0" lang="en-US" altLang="zh-CN" sz="1800" b="1" i="0" u="none" strike="noStrike" kern="1200" cap="none" spc="0" normalizeH="0" baseline="0" noProof="0" dirty="0">
                <a:ln>
                  <a:noFill/>
                </a:ln>
                <a:solidFill>
                  <a:srgbClr val="0070C0"/>
                </a:solidFill>
                <a:effectLst/>
                <a:uLnTx/>
                <a:uFillTx/>
                <a:latin typeface="Arial"/>
                <a:ea typeface="微软雅黑" panose="020B0503020204020204" pitchFamily="34" charset="-122"/>
                <a:cs typeface="Arial" panose="020B0604020202020204" pitchFamily="34" charset="0"/>
              </a:rPr>
              <a:t>. Committed to transforming disease treatment paradigms, IASO leverages China’s capabilities to build a global industrial ecosystem, </a:t>
            </a:r>
            <a:r>
              <a:rPr kumimoji="0" lang="en-US" altLang="zh-CN" sz="1800" b="1" i="0" u="none" strike="noStrike" kern="1200" cap="none" spc="0" normalizeH="0" baseline="0" noProof="0" dirty="0">
                <a:ln>
                  <a:noFill/>
                </a:ln>
                <a:solidFill>
                  <a:srgbClr val="ED6B00"/>
                </a:solidFill>
                <a:effectLst/>
                <a:uLnTx/>
                <a:uFillTx/>
                <a:latin typeface="Arial"/>
                <a:ea typeface="微软雅黑" panose="020B0503020204020204" pitchFamily="34" charset="-122"/>
                <a:cs typeface="Arial" panose="020B0604020202020204" pitchFamily="34" charset="0"/>
              </a:rPr>
              <a:t>bringing curative hope to patients</a:t>
            </a:r>
            <a:r>
              <a:rPr kumimoji="0" lang="en-US" altLang="zh-CN" sz="1800" b="1" i="0" u="none" strike="noStrike" kern="1200" cap="none" spc="0" normalizeH="0" baseline="0" noProof="0" dirty="0">
                <a:ln>
                  <a:noFill/>
                </a:ln>
                <a:solidFill>
                  <a:srgbClr val="0070C0"/>
                </a:solidFill>
                <a:effectLst/>
                <a:uLnTx/>
                <a:uFillTx/>
                <a:latin typeface="Arial"/>
                <a:ea typeface="微软雅黑" panose="020B0503020204020204" pitchFamily="34" charset="-122"/>
                <a:cs typeface="Arial" panose="020B0604020202020204" pitchFamily="34" charset="0"/>
              </a:rPr>
              <a:t>.</a:t>
            </a:r>
            <a:endParaRPr kumimoji="0" lang="zh-CN" altLang="en-US" sz="1800" b="1" i="0" u="none" strike="noStrike" kern="1200" cap="none" spc="0" normalizeH="0" baseline="0" noProof="0" dirty="0">
              <a:ln>
                <a:noFill/>
              </a:ln>
              <a:solidFill>
                <a:srgbClr val="0070C0"/>
              </a:solidFill>
              <a:effectLst/>
              <a:uLnTx/>
              <a:uFillTx/>
              <a:latin typeface="Arial"/>
              <a:ea typeface="微软雅黑" panose="020B0503020204020204" pitchFamily="34" charset="-122"/>
              <a:cs typeface="Arial" panose="020B0604020202020204" pitchFamily="34" charset="0"/>
            </a:endParaRPr>
          </a:p>
        </p:txBody>
      </p:sp>
      <p:sp>
        <p:nvSpPr>
          <p:cNvPr id="3" name="矩形 2">
            <a:extLst>
              <a:ext uri="{FF2B5EF4-FFF2-40B4-BE49-F238E27FC236}">
                <a16:creationId xmlns:a16="http://schemas.microsoft.com/office/drawing/2014/main" id="{F4B0E1FA-016C-8155-5033-8419BC58480F}"/>
              </a:ext>
            </a:extLst>
          </p:cNvPr>
          <p:cNvSpPr/>
          <p:nvPr>
            <p:custDataLst>
              <p:tags r:id="rId10"/>
            </p:custDataLst>
          </p:nvPr>
        </p:nvSpPr>
        <p:spPr>
          <a:xfrm rot="5400000">
            <a:off x="8576609" y="5673941"/>
            <a:ext cx="1940656" cy="45720"/>
          </a:xfrm>
          <a:prstGeom prst="rect">
            <a:avLst/>
          </a:prstGeom>
          <a:gradFill>
            <a:gsLst>
              <a:gs pos="87356">
                <a:srgbClr val="D1E7F6"/>
              </a:gs>
              <a:gs pos="0">
                <a:srgbClr val="CDF1FF"/>
              </a:gs>
              <a:gs pos="45000">
                <a:srgbClr val="3297C3"/>
              </a:gs>
            </a:gsLst>
            <a:lin ang="27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panose="020B0503020204020204" pitchFamily="34" charset="-122"/>
              <a:cs typeface="+mn-cs"/>
              <a:sym typeface="+mn-ea"/>
            </a:endParaRPr>
          </a:p>
        </p:txBody>
      </p:sp>
      <p:sp>
        <p:nvSpPr>
          <p:cNvPr id="7" name="文本框 6">
            <a:extLst>
              <a:ext uri="{FF2B5EF4-FFF2-40B4-BE49-F238E27FC236}">
                <a16:creationId xmlns:a16="http://schemas.microsoft.com/office/drawing/2014/main" id="{0BB9B9E7-5F58-D762-7888-967E6105DBF9}"/>
              </a:ext>
            </a:extLst>
          </p:cNvPr>
          <p:cNvSpPr txBox="1"/>
          <p:nvPr>
            <p:custDataLst>
              <p:tags r:id="rId11"/>
            </p:custDataLst>
          </p:nvPr>
        </p:nvSpPr>
        <p:spPr>
          <a:xfrm>
            <a:off x="9676602" y="5038797"/>
            <a:ext cx="2616721" cy="259045"/>
          </a:xfrm>
          <a:prstGeom prst="rect">
            <a:avLst/>
          </a:prstGeom>
        </p:spPr>
        <p:txBody>
          <a:bodyPr vert="horz" wrap="square" lIns="0" tIns="12700" rIns="0" bIns="0" rtlCol="0">
            <a:spAutoFit/>
          </a:bodyPr>
          <a:lstStyle>
            <a:defPPr>
              <a:defRPr lang="en-US"/>
            </a:defPPr>
            <a:lvl1pPr>
              <a:lnSpc>
                <a:spcPct val="100000"/>
              </a:lnSpc>
              <a:spcBef>
                <a:spcPts val="100"/>
              </a:spcBef>
              <a:defRPr>
                <a:latin typeface="+mj-ea"/>
                <a:ea typeface="+mj-ea"/>
              </a:defRPr>
            </a:lvl1pPr>
          </a:lstStyle>
          <a:p>
            <a:pPr marL="0" marR="0" lvl="0" indent="0" algn="l" defTabSz="457200" rtl="0" eaLnBrk="1" fontAlgn="base" latinLnBrk="0" hangingPunct="1">
              <a:lnSpc>
                <a:spcPct val="100000"/>
              </a:lnSpc>
              <a:spcBef>
                <a:spcPts val="100"/>
              </a:spcBef>
              <a:spcAft>
                <a:spcPct val="0"/>
              </a:spcAft>
              <a:buClrTx/>
              <a:buSzTx/>
              <a:buFont typeface="Arial" panose="020B0604020202020204" pitchFamily="34" charset="0"/>
              <a:buNone/>
              <a:tabLst/>
              <a:defRPr/>
            </a:pPr>
            <a:r>
              <a:rPr kumimoji="0" lang="en-US" altLang="zh-CN" sz="1600"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sym typeface="华文楷体" panose="02010600040101010101" pitchFamily="2" charset="-122"/>
              </a:rPr>
              <a:t>Leading marketing position</a:t>
            </a:r>
            <a:endParaRPr kumimoji="0" lang="zh-CN" altLang="en-US" sz="1600" i="0" u="none" strike="noStrike" kern="1200" cap="none" spc="0" normalizeH="0" baseline="0" noProof="0" dirty="0">
              <a:ln>
                <a:noFill/>
              </a:ln>
              <a:solidFill>
                <a:prstClr val="white"/>
              </a:solidFill>
              <a:effectLst/>
              <a:uLnTx/>
              <a:uFillTx/>
              <a:latin typeface="Arial"/>
              <a:ea typeface="微软雅黑" panose="020B0503020204020204" pitchFamily="34" charset="-122"/>
              <a:cs typeface="+mn-cs"/>
              <a:sym typeface="华文楷体" panose="02010600040101010101" pitchFamily="2" charset="-122"/>
            </a:endParaRPr>
          </a:p>
        </p:txBody>
      </p:sp>
      <p:sp>
        <p:nvSpPr>
          <p:cNvPr id="9" name="文本框 8">
            <a:extLst>
              <a:ext uri="{FF2B5EF4-FFF2-40B4-BE49-F238E27FC236}">
                <a16:creationId xmlns:a16="http://schemas.microsoft.com/office/drawing/2014/main" id="{C0ADAF8D-B132-8118-5268-D432CAF52F7C}"/>
              </a:ext>
            </a:extLst>
          </p:cNvPr>
          <p:cNvSpPr txBox="1"/>
          <p:nvPr>
            <p:custDataLst>
              <p:tags r:id="rId12"/>
            </p:custDataLst>
          </p:nvPr>
        </p:nvSpPr>
        <p:spPr>
          <a:xfrm>
            <a:off x="9852702" y="5905740"/>
            <a:ext cx="2125537" cy="579646"/>
          </a:xfrm>
          <a:prstGeom prst="rect">
            <a:avLst/>
          </a:prstGeom>
        </p:spPr>
        <p:txBody>
          <a:bodyPr vert="horz" wrap="square" lIns="0" tIns="12700" rIns="0" bIns="0" rtlCol="0">
            <a:spAutoFit/>
          </a:bodyPr>
          <a:lstStyle>
            <a:defPPr>
              <a:defRPr lang="en-US"/>
            </a:defPPr>
            <a:lvl1pPr>
              <a:lnSpc>
                <a:spcPct val="100000"/>
              </a:lnSpc>
              <a:spcBef>
                <a:spcPts val="100"/>
              </a:spcBef>
              <a:defRPr>
                <a:latin typeface="+mj-ea"/>
                <a:ea typeface="+mj-ea"/>
              </a:defRPr>
            </a:lvl1pPr>
          </a:lstStyle>
          <a:p>
            <a:pPr marL="0" marR="0" lvl="0" indent="0" algn="l" defTabSz="457200" rtl="0" eaLnBrk="1" fontAlgn="base" latinLnBrk="0" hangingPunct="1">
              <a:lnSpc>
                <a:spcPct val="100000"/>
              </a:lnSpc>
              <a:spcBef>
                <a:spcPts val="100"/>
              </a:spcBef>
              <a:spcAft>
                <a:spcPct val="0"/>
              </a:spcAft>
              <a:buClrTx/>
              <a:buSzTx/>
              <a:buFont typeface="Arial" panose="020B0604020202020204" pitchFamily="34" charset="0"/>
              <a:buNone/>
              <a:tabLst/>
              <a:defRPr/>
            </a:pPr>
            <a:r>
              <a:rPr kumimoji="0" lang="en-US" altLang="zh-CN" sz="20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TOP selling </a:t>
            </a:r>
            <a:r>
              <a:rPr kumimoji="0" lang="en-US" altLang="zh-CN" sz="160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CAR-T</a:t>
            </a:r>
          </a:p>
          <a:p>
            <a:pPr marL="0" marR="0" lvl="0" indent="0" algn="l" defTabSz="457200" rtl="0" eaLnBrk="1" fontAlgn="base" latinLnBrk="0" hangingPunct="1">
              <a:lnSpc>
                <a:spcPct val="100000"/>
              </a:lnSpc>
              <a:spcBef>
                <a:spcPts val="100"/>
              </a:spcBef>
              <a:spcAft>
                <a:spcPct val="0"/>
              </a:spcAft>
              <a:buClrTx/>
              <a:buSzTx/>
              <a:buFont typeface="Arial" panose="020B0604020202020204" pitchFamily="34" charset="0"/>
              <a:buNone/>
              <a:tabLst/>
              <a:defRPr/>
            </a:pPr>
            <a:r>
              <a:rPr kumimoji="0" lang="en-US" altLang="zh-CN" sz="160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rPr>
              <a:t>In China </a:t>
            </a:r>
            <a:endParaRPr kumimoji="0" lang="zh-CN" altLang="en-US" sz="1600" i="0" u="none" strike="noStrike" kern="1200" cap="none" spc="0" normalizeH="0" baseline="0" noProof="0" dirty="0">
              <a:ln>
                <a:noFill/>
              </a:ln>
              <a:solidFill>
                <a:prstClr val="white"/>
              </a:solidFill>
              <a:effectLst/>
              <a:uLnTx/>
              <a:uFillTx/>
              <a:latin typeface="Arial"/>
              <a:ea typeface="微软雅黑" panose="020B0503020204020204" pitchFamily="34" charset="-122"/>
              <a:cs typeface="Arial" panose="020B0604020202020204" pitchFamily="34" charset="0"/>
              <a:sym typeface="华文楷体" panose="02010600040101010101" pitchFamily="2" charset="-122"/>
            </a:endParaRPr>
          </a:p>
        </p:txBody>
      </p:sp>
      <p:sp>
        <p:nvSpPr>
          <p:cNvPr id="4" name="矩形 3">
            <a:extLst>
              <a:ext uri="{FF2B5EF4-FFF2-40B4-BE49-F238E27FC236}">
                <a16:creationId xmlns:a16="http://schemas.microsoft.com/office/drawing/2014/main" id="{84619D0C-5918-26AE-D9E6-130EFB0CB6A6}"/>
              </a:ext>
            </a:extLst>
          </p:cNvPr>
          <p:cNvSpPr/>
          <p:nvPr>
            <p:custDataLst>
              <p:tags r:id="rId13"/>
            </p:custDataLst>
          </p:nvPr>
        </p:nvSpPr>
        <p:spPr>
          <a:xfrm rot="5400000">
            <a:off x="5168593" y="5683576"/>
            <a:ext cx="1940656" cy="45720"/>
          </a:xfrm>
          <a:prstGeom prst="rect">
            <a:avLst/>
          </a:prstGeom>
          <a:gradFill>
            <a:gsLst>
              <a:gs pos="87356">
                <a:srgbClr val="D1E7F6"/>
              </a:gs>
              <a:gs pos="0">
                <a:srgbClr val="CDF1FF"/>
              </a:gs>
              <a:gs pos="45000">
                <a:srgbClr val="3297C3"/>
              </a:gs>
            </a:gsLst>
            <a:lin ang="27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panose="020B0503020204020204" pitchFamily="34" charset="-122"/>
              <a:cs typeface="+mn-cs"/>
              <a:sym typeface="+mn-ea"/>
            </a:endParaRPr>
          </a:p>
        </p:txBody>
      </p:sp>
      <p:sp>
        <p:nvSpPr>
          <p:cNvPr id="6" name="矩形 5">
            <a:extLst>
              <a:ext uri="{FF2B5EF4-FFF2-40B4-BE49-F238E27FC236}">
                <a16:creationId xmlns:a16="http://schemas.microsoft.com/office/drawing/2014/main" id="{67AB0F80-61E5-CC2D-19D0-38CFDA5D0948}"/>
              </a:ext>
            </a:extLst>
          </p:cNvPr>
          <p:cNvSpPr/>
          <p:nvPr>
            <p:custDataLst>
              <p:tags r:id="rId14"/>
            </p:custDataLst>
          </p:nvPr>
        </p:nvSpPr>
        <p:spPr>
          <a:xfrm rot="5400000">
            <a:off x="2647976" y="5658962"/>
            <a:ext cx="1940656" cy="45720"/>
          </a:xfrm>
          <a:prstGeom prst="rect">
            <a:avLst/>
          </a:prstGeom>
          <a:gradFill>
            <a:gsLst>
              <a:gs pos="87356">
                <a:srgbClr val="D1E7F6"/>
              </a:gs>
              <a:gs pos="0">
                <a:srgbClr val="CDF1FF"/>
              </a:gs>
              <a:gs pos="45000">
                <a:srgbClr val="3297C3"/>
              </a:gs>
            </a:gsLst>
            <a:lin ang="27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panose="020B0503020204020204" pitchFamily="34" charset="-122"/>
              <a:cs typeface="+mn-cs"/>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descr="路旁的建筑&#10;&#10;描述已自动生成">
            <a:extLst>
              <a:ext uri="{FF2B5EF4-FFF2-40B4-BE49-F238E27FC236}">
                <a16:creationId xmlns:a16="http://schemas.microsoft.com/office/drawing/2014/main" id="{97E6D65E-8063-1D78-2F6E-96159CD60F6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148461" y="1137948"/>
            <a:ext cx="2914603" cy="197329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标题 1">
            <a:extLst>
              <a:ext uri="{FF2B5EF4-FFF2-40B4-BE49-F238E27FC236}">
                <a16:creationId xmlns:a16="http://schemas.microsoft.com/office/drawing/2014/main" id="{A89C3325-9FBF-FC44-FC06-8C98AAC6AD0D}"/>
              </a:ext>
            </a:extLst>
          </p:cNvPr>
          <p:cNvSpPr>
            <a:spLocks noGrp="1"/>
          </p:cNvSpPr>
          <p:nvPr>
            <p:ph type="title"/>
          </p:nvPr>
        </p:nvSpPr>
        <p:spPr>
          <a:xfrm>
            <a:off x="64504" y="26987"/>
            <a:ext cx="8742144" cy="505460"/>
          </a:xfrm>
        </p:spPr>
        <p:txBody>
          <a:bodyPr>
            <a:normAutofit/>
          </a:bodyPr>
          <a:lstStyle/>
          <a:p>
            <a:r>
              <a:rPr lang="en-US" altLang="zh-CN" spc="0" dirty="0">
                <a:latin typeface="+mj-lt"/>
              </a:rPr>
              <a:t>Global Footprint with International Competitiveness</a:t>
            </a:r>
            <a:endParaRPr lang="zh-CN" altLang="en-US" spc="0" dirty="0">
              <a:latin typeface="+mj-lt"/>
            </a:endParaRPr>
          </a:p>
        </p:txBody>
      </p:sp>
      <p:sp>
        <p:nvSpPr>
          <p:cNvPr id="3" name="圆角矩形 59">
            <a:extLst>
              <a:ext uri="{FF2B5EF4-FFF2-40B4-BE49-F238E27FC236}">
                <a16:creationId xmlns:a16="http://schemas.microsoft.com/office/drawing/2014/main" id="{629EABBD-2025-09D6-5546-BB99934347FA}"/>
              </a:ext>
            </a:extLst>
          </p:cNvPr>
          <p:cNvSpPr/>
          <p:nvPr/>
        </p:nvSpPr>
        <p:spPr>
          <a:xfrm>
            <a:off x="37773" y="4137167"/>
            <a:ext cx="3194824" cy="1673026"/>
          </a:xfrm>
          <a:prstGeom prst="roundRect">
            <a:avLst>
              <a:gd name="adj" fmla="val 9257"/>
            </a:avLst>
          </a:prstGeom>
          <a:noFill/>
          <a:ln>
            <a:gradFill>
              <a:gsLst>
                <a:gs pos="0">
                  <a:schemeClr val="accent1">
                    <a:lumMod val="5000"/>
                    <a:lumOff val="95000"/>
                    <a:alpha val="20000"/>
                  </a:schemeClr>
                </a:gs>
                <a:gs pos="95000">
                  <a:srgbClr val="002060"/>
                </a:gs>
              </a:gsLst>
              <a:lin ang="5580000" scaled="0"/>
            </a:gradFill>
          </a:ln>
          <a:extLst>
            <a:ext uri="{909E8E84-426E-40DD-AFC4-6F175D3DCCD1}">
              <a14:hiddenFill xmlns:a14="http://schemas.microsoft.com/office/drawing/2010/main">
                <a:gradFill>
                  <a:gsLst>
                    <a:gs pos="0">
                      <a:srgbClr val="FBE5D7"/>
                    </a:gs>
                    <a:gs pos="100000">
                      <a:srgbClr val="FEF6F1">
                        <a:alpha val="0"/>
                      </a:srgbClr>
                    </a:gs>
                  </a:gsLst>
                  <a:lin ang="16200000" scaled="0"/>
                </a:gra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070" b="0" i="0" u="none" strike="noStrike" kern="1200" cap="none" spc="0" normalizeH="0" baseline="0" noProof="0">
              <a:ln>
                <a:noFill/>
              </a:ln>
              <a:solidFill>
                <a:prstClr val="white"/>
              </a:solidFill>
              <a:effectLst/>
              <a:uLnTx/>
              <a:uFillTx/>
              <a:latin typeface="Arial"/>
              <a:ea typeface="微软雅黑"/>
              <a:cs typeface="+mn-cs"/>
            </a:endParaRPr>
          </a:p>
        </p:txBody>
      </p:sp>
      <p:pic>
        <p:nvPicPr>
          <p:cNvPr id="4" name="图片 3" descr="H:/驯鹿/IASO/yue.ma/4x/资源 12@4x.png资源 12@4x">
            <a:extLst>
              <a:ext uri="{FF2B5EF4-FFF2-40B4-BE49-F238E27FC236}">
                <a16:creationId xmlns:a16="http://schemas.microsoft.com/office/drawing/2014/main" id="{C6425004-6695-65A9-0019-EEFF3D337DB7}"/>
              </a:ext>
            </a:extLst>
          </p:cNvPr>
          <p:cNvPicPr>
            <a:picLocks noChangeAspect="1"/>
          </p:cNvPicPr>
          <p:nvPr>
            <p:custDataLst>
              <p:tags r:id="rId1"/>
            </p:custDataLst>
          </p:nvPr>
        </p:nvPicPr>
        <p:blipFill>
          <a:blip r:embed="rId14"/>
          <a:srcRect/>
          <a:stretch>
            <a:fillRect/>
          </a:stretch>
        </p:blipFill>
        <p:spPr>
          <a:xfrm>
            <a:off x="3276594" y="1141958"/>
            <a:ext cx="2717754" cy="19469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图片 4" descr="资源 13@4x">
            <a:extLst>
              <a:ext uri="{FF2B5EF4-FFF2-40B4-BE49-F238E27FC236}">
                <a16:creationId xmlns:a16="http://schemas.microsoft.com/office/drawing/2014/main" id="{87C2A2F5-318E-C044-35B7-73F9DB0B23BF}"/>
              </a:ext>
            </a:extLst>
          </p:cNvPr>
          <p:cNvPicPr>
            <a:picLocks noChangeAspect="1"/>
          </p:cNvPicPr>
          <p:nvPr>
            <p:custDataLst>
              <p:tags r:id="rId2"/>
            </p:custDataLst>
          </p:nvPr>
        </p:nvPicPr>
        <p:blipFill>
          <a:blip r:embed="rId15"/>
          <a:stretch>
            <a:fillRect/>
          </a:stretch>
        </p:blipFill>
        <p:spPr>
          <a:xfrm>
            <a:off x="299485" y="1141958"/>
            <a:ext cx="2717754" cy="19469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图片 5">
            <a:extLst>
              <a:ext uri="{FF2B5EF4-FFF2-40B4-BE49-F238E27FC236}">
                <a16:creationId xmlns:a16="http://schemas.microsoft.com/office/drawing/2014/main" id="{F2080B87-F2A7-BEB6-4B84-37FD0FEEA32D}"/>
              </a:ext>
            </a:extLst>
          </p:cNvPr>
          <p:cNvPicPr>
            <a:picLocks noChangeAspect="1"/>
          </p:cNvPicPr>
          <p:nvPr/>
        </p:nvPicPr>
        <p:blipFill>
          <a:blip r:embed="rId16"/>
          <a:stretch>
            <a:fillRect/>
          </a:stretch>
        </p:blipFill>
        <p:spPr>
          <a:xfrm>
            <a:off x="6253705" y="1141958"/>
            <a:ext cx="2720677" cy="19462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矩形 6">
            <a:extLst>
              <a:ext uri="{FF2B5EF4-FFF2-40B4-BE49-F238E27FC236}">
                <a16:creationId xmlns:a16="http://schemas.microsoft.com/office/drawing/2014/main" id="{3C42A960-28EA-95EC-CEAB-B291EF34ABF4}"/>
              </a:ext>
            </a:extLst>
          </p:cNvPr>
          <p:cNvSpPr/>
          <p:nvPr>
            <p:custDataLst>
              <p:tags r:id="rId3"/>
            </p:custDataLst>
          </p:nvPr>
        </p:nvSpPr>
        <p:spPr>
          <a:xfrm>
            <a:off x="678" y="3073925"/>
            <a:ext cx="3194823" cy="612956"/>
          </a:xfrm>
          <a:prstGeom prst="rect">
            <a:avLst/>
          </a:prstGeom>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380" b="1" i="0" u="none" strike="noStrike" kern="1200" cap="none" spc="0" normalizeH="0" baseline="0" noProof="0" dirty="0">
                <a:ln>
                  <a:noFill/>
                </a:ln>
                <a:solidFill>
                  <a:srgbClr val="0B2F54"/>
                </a:solidFill>
                <a:effectLst/>
                <a:uLnTx/>
                <a:uFillTx/>
                <a:latin typeface="Arial" panose="020B0604020202020204" pitchFamily="34" charset="0"/>
                <a:ea typeface="微软雅黑" panose="020B0503020204020204" charset="-122"/>
                <a:cs typeface="Arial" panose="020B0604020202020204" pitchFamily="34" charset="0"/>
              </a:rPr>
              <a:t>Research and Clinical Manufacturing Site, Nanjing, China  </a:t>
            </a:r>
            <a:endParaRPr kumimoji="0" lang="en-US" altLang="zh-CN" sz="1380" b="1" i="0" u="none" strike="noStrike" kern="1200" cap="none" spc="0" normalizeH="0" baseline="0" noProof="0" dirty="0">
              <a:ln>
                <a:noFill/>
              </a:ln>
              <a:solidFill>
                <a:srgbClr val="0B2F54"/>
              </a:solidFill>
              <a:effectLst/>
              <a:uLnTx/>
              <a:uFillTx/>
              <a:latin typeface="Arial" panose="020B0604020202020204" pitchFamily="34" charset="0"/>
              <a:ea typeface="微软雅黑" panose="020B0503020204020204" charset="-122"/>
              <a:cs typeface="Arial" panose="020B0604020202020204" pitchFamily="34" charset="0"/>
              <a:sym typeface="华文楷体" panose="02010600040101010101" pitchFamily="2" charset="-122"/>
            </a:endParaRPr>
          </a:p>
        </p:txBody>
      </p:sp>
      <p:sp>
        <p:nvSpPr>
          <p:cNvPr id="8" name="textbox 380">
            <a:extLst>
              <a:ext uri="{FF2B5EF4-FFF2-40B4-BE49-F238E27FC236}">
                <a16:creationId xmlns:a16="http://schemas.microsoft.com/office/drawing/2014/main" id="{57F02C0F-C3A4-FDD5-B172-7A12DDE485DC}"/>
              </a:ext>
            </a:extLst>
          </p:cNvPr>
          <p:cNvSpPr/>
          <p:nvPr>
            <p:custDataLst>
              <p:tags r:id="rId4"/>
            </p:custDataLst>
          </p:nvPr>
        </p:nvSpPr>
        <p:spPr>
          <a:xfrm>
            <a:off x="3043539" y="3088951"/>
            <a:ext cx="3050168" cy="291501"/>
          </a:xfrm>
          <a:prstGeom prst="rect">
            <a:avLst/>
          </a:prstGeom>
        </p:spPr>
        <p:txBody>
          <a:bodyPr vert="horz" wrap="square" lIns="105202" tIns="52600" rIns="105202" bIns="5260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altLang="zh-CN" sz="1380" b="1" i="0" u="none" strike="noStrike" kern="1200" cap="none" spc="0" normalizeH="0" baseline="0" noProof="0">
                <a:ln>
                  <a:noFill/>
                </a:ln>
                <a:solidFill>
                  <a:srgbClr val="0B2F54"/>
                </a:solidFill>
                <a:effectLst/>
                <a:uLnTx/>
                <a:uFillTx/>
                <a:latin typeface="Arial" panose="020B0604020202020204" pitchFamily="34" charset="0"/>
                <a:ea typeface="微软雅黑" panose="020B0503020204020204" charset="-122"/>
                <a:cs typeface="Arial" panose="020B0604020202020204" pitchFamily="34" charset="0"/>
                <a:sym typeface="+mn-ea"/>
              </a:rPr>
              <a:t>GMP Manufacturing Site,</a:t>
            </a:r>
          </a:p>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altLang="zh-CN" sz="1380" b="1" i="0" u="none" strike="noStrike" kern="1200" cap="none" spc="0" normalizeH="0" baseline="0" noProof="0">
                <a:ln>
                  <a:noFill/>
                </a:ln>
                <a:solidFill>
                  <a:srgbClr val="0B2F54"/>
                </a:solidFill>
                <a:effectLst/>
                <a:uLnTx/>
                <a:uFillTx/>
                <a:latin typeface="Arial" panose="020B0604020202020204" pitchFamily="34" charset="0"/>
                <a:ea typeface="微软雅黑" panose="020B0503020204020204" charset="-122"/>
                <a:cs typeface="Arial" panose="020B0604020202020204" pitchFamily="34" charset="0"/>
                <a:sym typeface="+mn-ea"/>
              </a:rPr>
              <a:t>Nanjing, China</a:t>
            </a:r>
          </a:p>
        </p:txBody>
      </p:sp>
      <p:sp>
        <p:nvSpPr>
          <p:cNvPr id="9" name="textbox 380">
            <a:extLst>
              <a:ext uri="{FF2B5EF4-FFF2-40B4-BE49-F238E27FC236}">
                <a16:creationId xmlns:a16="http://schemas.microsoft.com/office/drawing/2014/main" id="{6AB96B79-4A03-7DFC-1B1C-CC0388B8A555}"/>
              </a:ext>
            </a:extLst>
          </p:cNvPr>
          <p:cNvSpPr/>
          <p:nvPr>
            <p:custDataLst>
              <p:tags r:id="rId5"/>
            </p:custDataLst>
          </p:nvPr>
        </p:nvSpPr>
        <p:spPr>
          <a:xfrm>
            <a:off x="5914716" y="3088951"/>
            <a:ext cx="3367969" cy="291501"/>
          </a:xfrm>
          <a:prstGeom prst="rect">
            <a:avLst/>
          </a:prstGeom>
        </p:spPr>
        <p:txBody>
          <a:bodyPr vert="horz" wrap="square" lIns="105202" tIns="52600" rIns="105202" bIns="5260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altLang="zh-CN" sz="1380" b="1" i="0" u="none" strike="noStrike" kern="1200" cap="none" spc="0" normalizeH="0" baseline="0" noProof="0">
                <a:ln>
                  <a:noFill/>
                </a:ln>
                <a:solidFill>
                  <a:srgbClr val="0B2F54"/>
                </a:solidFill>
                <a:effectLst/>
                <a:uLnTx/>
                <a:uFillTx/>
                <a:latin typeface="Arial" panose="020B0604020202020204" pitchFamily="34" charset="0"/>
                <a:ea typeface="微软雅黑" panose="020B0503020204020204" charset="-122"/>
                <a:cs typeface="Arial" panose="020B0604020202020204" pitchFamily="34" charset="0"/>
                <a:sym typeface="+mn-ea"/>
              </a:rPr>
              <a:t>Global R&amp;D, Commercial, and Manufacturing Site, Shanghai, China</a:t>
            </a:r>
          </a:p>
        </p:txBody>
      </p:sp>
      <p:sp>
        <p:nvSpPr>
          <p:cNvPr id="10" name="textbox 380">
            <a:extLst>
              <a:ext uri="{FF2B5EF4-FFF2-40B4-BE49-F238E27FC236}">
                <a16:creationId xmlns:a16="http://schemas.microsoft.com/office/drawing/2014/main" id="{0A107F0F-AAFB-2378-CCB5-823B9EDC54FB}"/>
              </a:ext>
            </a:extLst>
          </p:cNvPr>
          <p:cNvSpPr/>
          <p:nvPr>
            <p:custDataLst>
              <p:tags r:id="rId6"/>
            </p:custDataLst>
          </p:nvPr>
        </p:nvSpPr>
        <p:spPr>
          <a:xfrm>
            <a:off x="9452910" y="3115253"/>
            <a:ext cx="2207810" cy="291501"/>
          </a:xfrm>
          <a:prstGeom prst="rect">
            <a:avLst/>
          </a:prstGeom>
        </p:spPr>
        <p:txBody>
          <a:bodyPr vert="horz" wrap="square" lIns="105202" tIns="52600" rIns="105202" bIns="5260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altLang="zh-CN" sz="1380" b="1" i="0" u="none" strike="noStrike" kern="1200" cap="none" spc="0" normalizeH="0" baseline="0" noProof="0" dirty="0">
                <a:ln>
                  <a:noFill/>
                </a:ln>
                <a:solidFill>
                  <a:srgbClr val="0B2F54"/>
                </a:solidFill>
                <a:effectLst/>
                <a:uLnTx/>
                <a:uFillTx/>
                <a:latin typeface="Arial" panose="020B0604020202020204" pitchFamily="34" charset="0"/>
                <a:ea typeface="微软雅黑" panose="020B0503020204020204" charset="-122"/>
                <a:cs typeface="Arial" panose="020B0604020202020204" pitchFamily="34" charset="0"/>
                <a:sym typeface="+mn-ea"/>
              </a:rPr>
              <a:t>US R&amp;D Center, Pleasanton, California</a:t>
            </a:r>
          </a:p>
        </p:txBody>
      </p:sp>
      <p:sp>
        <p:nvSpPr>
          <p:cNvPr id="11" name="文本框 10">
            <a:extLst>
              <a:ext uri="{FF2B5EF4-FFF2-40B4-BE49-F238E27FC236}">
                <a16:creationId xmlns:a16="http://schemas.microsoft.com/office/drawing/2014/main" id="{DB81A371-22A4-DAE8-82D2-4E466A245A21}"/>
              </a:ext>
            </a:extLst>
          </p:cNvPr>
          <p:cNvSpPr txBox="1"/>
          <p:nvPr/>
        </p:nvSpPr>
        <p:spPr>
          <a:xfrm>
            <a:off x="3947951" y="3794485"/>
            <a:ext cx="4063481" cy="338455"/>
          </a:xfrm>
          <a:prstGeom prst="rect">
            <a:avLst/>
          </a:prstGeom>
          <a:noFill/>
        </p:spPr>
        <p:txBody>
          <a:bodyPr wrap="square" rtlCol="0">
            <a:spAutoFit/>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1610" b="1" i="0" u="none" strike="noStrike" kern="1200" cap="none" spc="0" normalizeH="0" baseline="0" noProof="0">
                <a:ln>
                  <a:noFill/>
                </a:ln>
                <a:solidFill>
                  <a:srgbClr val="ED5F00"/>
                </a:solidFill>
                <a:effectLst/>
                <a:uLnTx/>
                <a:uFillTx/>
                <a:latin typeface="Arial" panose="020B0604020202020204" pitchFamily="34" charset="0"/>
                <a:ea typeface="微软雅黑 Light" panose="020B0502040204020203" pitchFamily="34" charset="-122"/>
                <a:cs typeface="+mn-cs"/>
              </a:rPr>
              <a:t>Overseas cooperation</a:t>
            </a:r>
          </a:p>
        </p:txBody>
      </p:sp>
      <p:pic>
        <p:nvPicPr>
          <p:cNvPr id="12" name="图片 11" descr="资源 15@4x">
            <a:extLst>
              <a:ext uri="{FF2B5EF4-FFF2-40B4-BE49-F238E27FC236}">
                <a16:creationId xmlns:a16="http://schemas.microsoft.com/office/drawing/2014/main" id="{ACC302D3-65A5-BB15-7EA4-92B3B6A0EF9C}"/>
              </a:ext>
            </a:extLst>
          </p:cNvPr>
          <p:cNvPicPr>
            <a:picLocks noChangeAspect="1"/>
          </p:cNvPicPr>
          <p:nvPr/>
        </p:nvPicPr>
        <p:blipFill>
          <a:blip r:embed="rId17"/>
          <a:stretch>
            <a:fillRect/>
          </a:stretch>
        </p:blipFill>
        <p:spPr>
          <a:xfrm>
            <a:off x="1584573" y="4010068"/>
            <a:ext cx="2571639" cy="14612"/>
          </a:xfrm>
          <a:prstGeom prst="rect">
            <a:avLst/>
          </a:prstGeom>
        </p:spPr>
      </p:pic>
      <p:pic>
        <p:nvPicPr>
          <p:cNvPr id="13" name="图片 12" descr="资源 15@4x">
            <a:extLst>
              <a:ext uri="{FF2B5EF4-FFF2-40B4-BE49-F238E27FC236}">
                <a16:creationId xmlns:a16="http://schemas.microsoft.com/office/drawing/2014/main" id="{6EDA40E5-73EC-35C7-916E-E67F7EB72C18}"/>
              </a:ext>
            </a:extLst>
          </p:cNvPr>
          <p:cNvPicPr>
            <a:picLocks noChangeAspect="1"/>
          </p:cNvPicPr>
          <p:nvPr/>
        </p:nvPicPr>
        <p:blipFill>
          <a:blip r:embed="rId17"/>
          <a:stretch>
            <a:fillRect/>
          </a:stretch>
        </p:blipFill>
        <p:spPr>
          <a:xfrm>
            <a:off x="7795957" y="4018834"/>
            <a:ext cx="2571639" cy="14612"/>
          </a:xfrm>
          <a:prstGeom prst="rect">
            <a:avLst/>
          </a:prstGeom>
        </p:spPr>
      </p:pic>
      <p:pic>
        <p:nvPicPr>
          <p:cNvPr id="14" name="图片 13" descr="资源 16@4x">
            <a:extLst>
              <a:ext uri="{FF2B5EF4-FFF2-40B4-BE49-F238E27FC236}">
                <a16:creationId xmlns:a16="http://schemas.microsoft.com/office/drawing/2014/main" id="{9FC257D9-17E6-CEF5-23AA-042212ED7F92}"/>
              </a:ext>
            </a:extLst>
          </p:cNvPr>
          <p:cNvPicPr>
            <a:picLocks noChangeAspect="1"/>
          </p:cNvPicPr>
          <p:nvPr/>
        </p:nvPicPr>
        <p:blipFill>
          <a:blip r:embed="rId18"/>
          <a:stretch>
            <a:fillRect/>
          </a:stretch>
        </p:blipFill>
        <p:spPr>
          <a:xfrm>
            <a:off x="6337989" y="4128059"/>
            <a:ext cx="1751198" cy="655329"/>
          </a:xfrm>
          <a:prstGeom prst="rect">
            <a:avLst/>
          </a:prstGeom>
        </p:spPr>
      </p:pic>
      <p:pic>
        <p:nvPicPr>
          <p:cNvPr id="15" name="图片 14" descr="资源 17@4x">
            <a:extLst>
              <a:ext uri="{FF2B5EF4-FFF2-40B4-BE49-F238E27FC236}">
                <a16:creationId xmlns:a16="http://schemas.microsoft.com/office/drawing/2014/main" id="{E46831DA-1578-1E9C-ACE9-070250263C78}"/>
              </a:ext>
            </a:extLst>
          </p:cNvPr>
          <p:cNvPicPr>
            <a:picLocks noChangeAspect="1"/>
          </p:cNvPicPr>
          <p:nvPr/>
        </p:nvPicPr>
        <p:blipFill>
          <a:blip r:embed="rId19"/>
          <a:stretch>
            <a:fillRect/>
          </a:stretch>
        </p:blipFill>
        <p:spPr>
          <a:xfrm>
            <a:off x="3340083" y="5239121"/>
            <a:ext cx="2203427" cy="493872"/>
          </a:xfrm>
          <a:prstGeom prst="rect">
            <a:avLst/>
          </a:prstGeom>
        </p:spPr>
      </p:pic>
      <p:pic>
        <p:nvPicPr>
          <p:cNvPr id="16" name="图片 15" descr="资源 18@4xAAA">
            <a:extLst>
              <a:ext uri="{FF2B5EF4-FFF2-40B4-BE49-F238E27FC236}">
                <a16:creationId xmlns:a16="http://schemas.microsoft.com/office/drawing/2014/main" id="{022E8B28-3A8E-97CE-91CF-1F00931F8141}"/>
              </a:ext>
            </a:extLst>
          </p:cNvPr>
          <p:cNvPicPr>
            <a:picLocks noChangeAspect="1"/>
          </p:cNvPicPr>
          <p:nvPr/>
        </p:nvPicPr>
        <p:blipFill>
          <a:blip r:embed="rId20"/>
          <a:stretch>
            <a:fillRect/>
          </a:stretch>
        </p:blipFill>
        <p:spPr>
          <a:xfrm>
            <a:off x="1000877" y="4192357"/>
            <a:ext cx="1464811" cy="710853"/>
          </a:xfrm>
          <a:prstGeom prst="rect">
            <a:avLst/>
          </a:prstGeom>
        </p:spPr>
      </p:pic>
      <p:sp>
        <p:nvSpPr>
          <p:cNvPr id="17" name="textbox 376">
            <a:extLst>
              <a:ext uri="{FF2B5EF4-FFF2-40B4-BE49-F238E27FC236}">
                <a16:creationId xmlns:a16="http://schemas.microsoft.com/office/drawing/2014/main" id="{E76EFDF6-6C66-A3FA-7374-C562A14AE2D2}"/>
              </a:ext>
            </a:extLst>
          </p:cNvPr>
          <p:cNvSpPr/>
          <p:nvPr>
            <p:custDataLst>
              <p:tags r:id="rId7"/>
            </p:custDataLst>
          </p:nvPr>
        </p:nvSpPr>
        <p:spPr>
          <a:xfrm>
            <a:off x="64304" y="4626321"/>
            <a:ext cx="3595179" cy="553779"/>
          </a:xfrm>
          <a:prstGeom prst="rect">
            <a:avLst/>
          </a:prstGeom>
          <a:noFill/>
          <a:ln w="0" cap="flat">
            <a:noFill/>
            <a:prstDash val="solid"/>
            <a:miter lim="0"/>
          </a:ln>
        </p:spPr>
        <p:txBody>
          <a:bodyPr vert="horz" wrap="square" lIns="0" tIns="0" rIns="0" bIns="0"/>
          <a:lstStyle/>
          <a:p>
            <a:pPr marL="0" marR="0" lvl="0" indent="0" algn="l" defTabSz="457200" rtl="0" eaLnBrk="0" fontAlgn="base" latinLnBrk="0" hangingPunct="1">
              <a:lnSpc>
                <a:spcPct val="150000"/>
              </a:lnSpc>
              <a:spcBef>
                <a:spcPct val="0"/>
              </a:spcBef>
              <a:spcAft>
                <a:spcPct val="0"/>
              </a:spcAft>
              <a:buClrTx/>
              <a:buSzTx/>
              <a:buFont typeface="Arial" panose="020B0604020202020204" pitchFamily="34" charset="0"/>
              <a:buNone/>
              <a:tabLst/>
              <a:defRPr/>
            </a:pPr>
            <a:endParaRPr kumimoji="0" sz="115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a:cs typeface="Arial" panose="020B0604020202020204" pitchFamily="34" charset="0"/>
            </a:endParaRPr>
          </a:p>
          <a:p>
            <a:pPr marL="12700" marR="0" lvl="0" indent="0" algn="l" defTabSz="457200" rtl="0" eaLnBrk="0" fontAlgn="base" latinLnBrk="0" hangingPunct="1">
              <a:lnSpc>
                <a:spcPct val="150000"/>
              </a:lnSpc>
              <a:spcBef>
                <a:spcPct val="0"/>
              </a:spcBef>
              <a:spcAft>
                <a:spcPct val="0"/>
              </a:spcAft>
              <a:buClrTx/>
              <a:buSzTx/>
              <a:buFont typeface="Arial" panose="020B0604020202020204" pitchFamily="34" charset="0"/>
              <a:buNone/>
              <a:tabLst/>
              <a:defRPr/>
            </a:pPr>
            <a:r>
              <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rPr>
              <a:t>Licensed out BCMA construct for allogeneic cell therapies and in vivo CAR-T </a:t>
            </a:r>
          </a:p>
          <a:p>
            <a:pPr marL="12700" marR="0" lvl="0" indent="0" algn="l" defTabSz="457200" rtl="0" eaLnBrk="0" fontAlgn="base" latinLnBrk="0" hangingPunct="1">
              <a:lnSpc>
                <a:spcPct val="150000"/>
              </a:lnSpc>
              <a:spcBef>
                <a:spcPct val="0"/>
              </a:spcBef>
              <a:spcAft>
                <a:spcPct val="0"/>
              </a:spcAft>
              <a:buClrTx/>
              <a:buSzTx/>
              <a:buFont typeface="Arial" panose="020B0604020202020204" pitchFamily="34" charset="0"/>
              <a:buNone/>
              <a:tabLst/>
              <a:defRPr/>
            </a:pPr>
            <a:r>
              <a:rPr kumimoji="0" lang="en-US" altLang="zh-CN" sz="1150" b="0" i="1" u="none" strike="noStrike" kern="1200" cap="none" spc="0" normalizeH="0" baseline="0" noProof="0" dirty="0">
                <a:ln>
                  <a:noFill/>
                </a:ln>
                <a:solidFill>
                  <a:srgbClr val="ED5F00"/>
                </a:solidFill>
                <a:effectLst/>
                <a:uLnTx/>
                <a:uFillTx/>
                <a:latin typeface="Arial" panose="020B0604020202020204" pitchFamily="34" charset="0"/>
                <a:ea typeface="-apple-system"/>
                <a:cs typeface="Arial" panose="020B0604020202020204" pitchFamily="34" charset="0"/>
                <a:sym typeface="+mn-ea"/>
              </a:rPr>
              <a:t>Up to $204 million</a:t>
            </a:r>
            <a:r>
              <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sym typeface="+mn-ea"/>
              </a:rPr>
              <a:t> </a:t>
            </a:r>
            <a:r>
              <a:rPr kumimoji="0" lang="en-US" altLang="zh-CN" sz="1150" b="0" i="1" u="none" strike="noStrike" kern="1200" cap="none" spc="0" normalizeH="0" baseline="0" noProof="0" dirty="0">
                <a:ln>
                  <a:noFill/>
                </a:ln>
                <a:solidFill>
                  <a:srgbClr val="ED5F00"/>
                </a:solidFill>
                <a:effectLst/>
                <a:uLnTx/>
                <a:uFillTx/>
                <a:latin typeface="Arial" panose="020B0604020202020204" pitchFamily="34" charset="0"/>
                <a:ea typeface="-apple-system"/>
                <a:cs typeface="Arial" panose="020B0604020202020204" pitchFamily="34" charset="0"/>
              </a:rPr>
              <a:t>milestone payment</a:t>
            </a:r>
          </a:p>
        </p:txBody>
      </p:sp>
      <p:sp>
        <p:nvSpPr>
          <p:cNvPr id="18" name="textbox 376">
            <a:extLst>
              <a:ext uri="{FF2B5EF4-FFF2-40B4-BE49-F238E27FC236}">
                <a16:creationId xmlns:a16="http://schemas.microsoft.com/office/drawing/2014/main" id="{0EC0688E-21F6-2D68-A4EC-432311075695}"/>
              </a:ext>
            </a:extLst>
          </p:cNvPr>
          <p:cNvSpPr/>
          <p:nvPr>
            <p:custDataLst>
              <p:tags r:id="rId8"/>
            </p:custDataLst>
          </p:nvPr>
        </p:nvSpPr>
        <p:spPr>
          <a:xfrm>
            <a:off x="2858308" y="5590516"/>
            <a:ext cx="3325596" cy="553779"/>
          </a:xfrm>
          <a:prstGeom prst="rect">
            <a:avLst/>
          </a:prstGeom>
          <a:noFill/>
          <a:ln w="0" cap="flat">
            <a:noFill/>
            <a:prstDash val="solid"/>
            <a:miter lim="0"/>
          </a:ln>
        </p:spPr>
        <p:txBody>
          <a:bodyPr vert="horz" wrap="square" lIns="0" tIns="0" rIns="0" bIns="0"/>
          <a:lstStyle/>
          <a:p>
            <a:pPr marL="12700" marR="0" lvl="0" indent="0" algn="l" defTabSz="457200" rtl="0" eaLnBrk="0" fontAlgn="base" latinLnBrk="0" hangingPunct="1">
              <a:lnSpc>
                <a:spcPct val="150000"/>
              </a:lnSpc>
              <a:spcBef>
                <a:spcPct val="0"/>
              </a:spcBef>
              <a:spcAft>
                <a:spcPct val="0"/>
              </a:spcAft>
              <a:buClrTx/>
              <a:buSzTx/>
              <a:buFont typeface="Arial" panose="020B0604020202020204" pitchFamily="34" charset="0"/>
              <a:buNone/>
              <a:tabLst/>
              <a:defRPr/>
            </a:pPr>
            <a:endPar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endParaRPr>
          </a:p>
          <a:p>
            <a:pPr marL="12700" marR="0" lvl="0" indent="0" algn="l" defTabSz="457200" rtl="0" eaLnBrk="0" fontAlgn="base" latinLnBrk="0" hangingPunct="1">
              <a:lnSpc>
                <a:spcPct val="150000"/>
              </a:lnSpc>
              <a:spcBef>
                <a:spcPct val="0"/>
              </a:spcBef>
              <a:spcAft>
                <a:spcPct val="0"/>
              </a:spcAft>
              <a:buClrTx/>
              <a:buSzTx/>
              <a:buFont typeface="Arial" panose="020B0604020202020204" pitchFamily="34" charset="0"/>
              <a:buNone/>
              <a:tabLst/>
              <a:defRPr/>
            </a:pPr>
            <a:r>
              <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rPr>
              <a:t>Licensed out CD19 binder for CAR-Ts targeting autoimmune diseases </a:t>
            </a:r>
          </a:p>
          <a:p>
            <a:pPr marL="12700" marR="0" lvl="0" indent="0" algn="l" defTabSz="457200" rtl="0" eaLnBrk="0" fontAlgn="base" latinLnBrk="0" hangingPunct="1">
              <a:lnSpc>
                <a:spcPct val="150000"/>
              </a:lnSpc>
              <a:spcBef>
                <a:spcPct val="0"/>
              </a:spcBef>
              <a:spcAft>
                <a:spcPct val="0"/>
              </a:spcAft>
              <a:buClrTx/>
              <a:buSzTx/>
              <a:buFont typeface="Arial" panose="020B0604020202020204" pitchFamily="34" charset="0"/>
              <a:buNone/>
              <a:tabLst/>
              <a:defRPr/>
            </a:pPr>
            <a:r>
              <a:rPr kumimoji="0" lang="en-US" altLang="zh-CN" sz="1150" b="0" i="1" u="none" strike="noStrike" kern="1200" cap="none" spc="0" normalizeH="0" baseline="0" noProof="0" dirty="0">
                <a:ln>
                  <a:noFill/>
                </a:ln>
                <a:solidFill>
                  <a:srgbClr val="ED5F00"/>
                </a:solidFill>
                <a:effectLst/>
                <a:uLnTx/>
                <a:uFillTx/>
                <a:latin typeface="Arial" panose="020B0604020202020204" pitchFamily="34" charset="0"/>
                <a:ea typeface="-apple-system"/>
                <a:cs typeface="Arial" panose="020B0604020202020204" pitchFamily="34" charset="0"/>
                <a:sym typeface="+mn-ea"/>
              </a:rPr>
              <a:t>Up to $162 million</a:t>
            </a:r>
            <a:r>
              <a:rPr kumimoji="0" lang="en-US" altLang="zh-CN" sz="1150" b="0" i="1" u="none" strike="noStrike" kern="1200" cap="none" spc="0" normalizeH="0" baseline="0" noProof="0" dirty="0">
                <a:ln>
                  <a:noFill/>
                </a:ln>
                <a:solidFill>
                  <a:srgbClr val="ED5F00"/>
                </a:solidFill>
                <a:effectLst/>
                <a:uLnTx/>
                <a:uFillTx/>
                <a:latin typeface="Arial" panose="020B0604020202020204" pitchFamily="34" charset="0"/>
                <a:ea typeface="-apple-system"/>
                <a:cs typeface="Arial" panose="020B0604020202020204" pitchFamily="34" charset="0"/>
              </a:rPr>
              <a:t> milestone payment</a:t>
            </a:r>
          </a:p>
        </p:txBody>
      </p:sp>
      <p:sp>
        <p:nvSpPr>
          <p:cNvPr id="19" name="textbox 376">
            <a:extLst>
              <a:ext uri="{FF2B5EF4-FFF2-40B4-BE49-F238E27FC236}">
                <a16:creationId xmlns:a16="http://schemas.microsoft.com/office/drawing/2014/main" id="{6221215B-B2E2-7952-22A2-2CD66B9CA692}"/>
              </a:ext>
            </a:extLst>
          </p:cNvPr>
          <p:cNvSpPr/>
          <p:nvPr>
            <p:custDataLst>
              <p:tags r:id="rId9"/>
            </p:custDataLst>
          </p:nvPr>
        </p:nvSpPr>
        <p:spPr>
          <a:xfrm>
            <a:off x="5565019" y="4473821"/>
            <a:ext cx="3325596" cy="793409"/>
          </a:xfrm>
          <a:prstGeom prst="rect">
            <a:avLst/>
          </a:prstGeom>
          <a:noFill/>
          <a:ln w="0" cap="flat">
            <a:noFill/>
            <a:prstDash val="solid"/>
            <a:miter lim="0"/>
          </a:ln>
        </p:spPr>
        <p:txBody>
          <a:bodyPr vert="horz" wrap="square" lIns="0" tIns="0" rIns="0" bIns="0"/>
          <a:lstStyle/>
          <a:p>
            <a:pPr marL="0" marR="0" lvl="0" indent="0" algn="ctr" defTabSz="457200" rtl="0" eaLnBrk="0" fontAlgn="base" latinLnBrk="0" hangingPunct="1">
              <a:lnSpc>
                <a:spcPct val="150000"/>
              </a:lnSpc>
              <a:spcBef>
                <a:spcPct val="0"/>
              </a:spcBef>
              <a:spcAft>
                <a:spcPct val="0"/>
              </a:spcAft>
              <a:buClrTx/>
              <a:buSzTx/>
              <a:buFont typeface="Arial" panose="020B0604020202020204" pitchFamily="34" charset="0"/>
              <a:buNone/>
              <a:tabLst/>
              <a:defRPr/>
            </a:pPr>
            <a:endParaRPr kumimoji="0" sz="115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a:cs typeface="Arial" panose="020B0604020202020204" pitchFamily="34" charset="0"/>
            </a:endParaRPr>
          </a:p>
          <a:p>
            <a:pPr marL="12700" marR="0" lvl="0" indent="0" algn="l" defTabSz="457200" rtl="0" eaLnBrk="0" fontAlgn="base" latinLnBrk="0" hangingPunct="1">
              <a:lnSpc>
                <a:spcPct val="150000"/>
              </a:lnSpc>
              <a:spcBef>
                <a:spcPct val="0"/>
              </a:spcBef>
              <a:spcAft>
                <a:spcPct val="0"/>
              </a:spcAft>
              <a:buClrTx/>
              <a:buSzTx/>
              <a:buFont typeface="Arial" panose="020B0604020202020204" pitchFamily="34" charset="0"/>
              <a:buNone/>
              <a:tabLst/>
              <a:defRPr/>
            </a:pPr>
            <a:r>
              <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rPr>
              <a:t>Collaboration on ex vivo allogeneic cell therapies and in vivo CAR-T therapies </a:t>
            </a:r>
            <a:r>
              <a:rPr kumimoji="0" lang="en-US" altLang="zh-CN" sz="1150" b="0" i="1" u="none" strike="noStrike" kern="1200" cap="none" spc="0" normalizeH="0" baseline="0" noProof="0" dirty="0">
                <a:ln>
                  <a:noFill/>
                </a:ln>
                <a:solidFill>
                  <a:srgbClr val="ED5F00"/>
                </a:solidFill>
                <a:effectLst/>
                <a:uLnTx/>
                <a:uFillTx/>
                <a:latin typeface="Arial" panose="020B0604020202020204" pitchFamily="34" charset="0"/>
                <a:ea typeface="-apple-system"/>
                <a:cs typeface="Arial" panose="020B0604020202020204" pitchFamily="34" charset="0"/>
              </a:rPr>
              <a:t>by </a:t>
            </a:r>
            <a:r>
              <a:rPr kumimoji="0" lang="en-US" altLang="zh-CN" sz="1150" b="0" i="1" u="none" strike="noStrike" kern="1200" cap="none" spc="0" normalizeH="0" baseline="0" noProof="0" dirty="0">
                <a:ln>
                  <a:noFill/>
                </a:ln>
                <a:solidFill>
                  <a:srgbClr val="ED5F00"/>
                </a:solidFill>
                <a:effectLst/>
                <a:uLnTx/>
                <a:uFillTx/>
                <a:latin typeface="Arial" panose="020B0604020202020204" pitchFamily="34" charset="0"/>
                <a:ea typeface="-apple-system"/>
                <a:cs typeface="Arial" panose="020B0604020202020204" pitchFamily="34" charset="0"/>
                <a:sym typeface="+mn-ea"/>
              </a:rPr>
              <a:t>combining Umoja’s cutting edge vivo </a:t>
            </a:r>
            <a:r>
              <a:rPr kumimoji="0" lang="en-US" altLang="zh-CN" sz="1150" b="0" i="1" u="none" strike="noStrike" kern="1200" cap="none" spc="0" normalizeH="0" baseline="0" noProof="0" dirty="0" err="1">
                <a:ln>
                  <a:noFill/>
                </a:ln>
                <a:solidFill>
                  <a:srgbClr val="ED5F00"/>
                </a:solidFill>
                <a:effectLst/>
                <a:uLnTx/>
                <a:uFillTx/>
                <a:latin typeface="Arial" panose="020B0604020202020204" pitchFamily="34" charset="0"/>
                <a:ea typeface="-apple-system"/>
                <a:cs typeface="Arial" panose="020B0604020202020204" pitchFamily="34" charset="0"/>
                <a:sym typeface="+mn-ea"/>
              </a:rPr>
              <a:t>vec</a:t>
            </a:r>
            <a:r>
              <a:rPr kumimoji="0" lang="en-US" altLang="zh-CN" sz="1150" b="0" i="1" u="none" strike="noStrike" kern="1200" cap="none" spc="0" normalizeH="0" baseline="0" noProof="0" dirty="0">
                <a:ln>
                  <a:noFill/>
                </a:ln>
                <a:solidFill>
                  <a:srgbClr val="ED5F00"/>
                </a:solidFill>
                <a:effectLst/>
                <a:uLnTx/>
                <a:uFillTx/>
                <a:latin typeface="Arial" panose="020B0604020202020204" pitchFamily="34" charset="0"/>
                <a:ea typeface="-apple-system"/>
                <a:cs typeface="Arial" panose="020B0604020202020204" pitchFamily="34" charset="0"/>
                <a:sym typeface="+mn-ea"/>
              </a:rPr>
              <a:t> and RACR technologies and IASO’s clinically validated binders</a:t>
            </a:r>
            <a:r>
              <a:rPr kumimoji="0" lang="en-US" altLang="zh-CN" sz="1150" b="0" i="1" u="none" strike="noStrike" kern="1200" cap="none" spc="0" normalizeH="0" baseline="0" noProof="0" dirty="0">
                <a:ln>
                  <a:noFill/>
                </a:ln>
                <a:solidFill>
                  <a:srgbClr val="ED5F00"/>
                </a:solidFill>
                <a:effectLst/>
                <a:uLnTx/>
                <a:uFillTx/>
                <a:latin typeface="Arial" panose="020B0604020202020204" pitchFamily="34" charset="0"/>
                <a:ea typeface="-apple-system"/>
                <a:cs typeface="Arial" panose="020B0604020202020204" pitchFamily="34" charset="0"/>
              </a:rPr>
              <a:t> </a:t>
            </a:r>
          </a:p>
        </p:txBody>
      </p:sp>
      <p:sp>
        <p:nvSpPr>
          <p:cNvPr id="20" name="圆角矩形 66">
            <a:extLst>
              <a:ext uri="{FF2B5EF4-FFF2-40B4-BE49-F238E27FC236}">
                <a16:creationId xmlns:a16="http://schemas.microsoft.com/office/drawing/2014/main" id="{D3A7E40B-3BC5-63EB-2321-6BA5355B69C3}"/>
              </a:ext>
            </a:extLst>
          </p:cNvPr>
          <p:cNvSpPr/>
          <p:nvPr/>
        </p:nvSpPr>
        <p:spPr>
          <a:xfrm>
            <a:off x="2789800" y="5114322"/>
            <a:ext cx="3194824" cy="1673026"/>
          </a:xfrm>
          <a:prstGeom prst="roundRect">
            <a:avLst>
              <a:gd name="adj" fmla="val 9257"/>
            </a:avLst>
          </a:prstGeom>
          <a:noFill/>
          <a:ln>
            <a:gradFill>
              <a:gsLst>
                <a:gs pos="0">
                  <a:schemeClr val="accent1">
                    <a:lumMod val="5000"/>
                    <a:lumOff val="95000"/>
                    <a:alpha val="20000"/>
                  </a:schemeClr>
                </a:gs>
                <a:gs pos="95000">
                  <a:srgbClr val="002060"/>
                </a:gs>
              </a:gsLst>
              <a:lin ang="5580000" scaled="0"/>
            </a:gradFill>
          </a:ln>
          <a:extLst>
            <a:ext uri="{909E8E84-426E-40DD-AFC4-6F175D3DCCD1}">
              <a14:hiddenFill xmlns:a14="http://schemas.microsoft.com/office/drawing/2010/main">
                <a:gradFill>
                  <a:gsLst>
                    <a:gs pos="0">
                      <a:srgbClr val="FBE5D7"/>
                    </a:gs>
                    <a:gs pos="100000">
                      <a:srgbClr val="FEF6F1">
                        <a:alpha val="0"/>
                      </a:srgbClr>
                    </a:gs>
                  </a:gsLst>
                  <a:lin ang="16200000" scaled="0"/>
                </a:gra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070" b="0" i="0" u="none" strike="noStrike" kern="1200" cap="none" spc="0" normalizeH="0" baseline="0" noProof="0">
              <a:ln>
                <a:noFill/>
              </a:ln>
              <a:solidFill>
                <a:prstClr val="white"/>
              </a:solidFill>
              <a:effectLst/>
              <a:uLnTx/>
              <a:uFillTx/>
              <a:latin typeface="Arial"/>
              <a:ea typeface="微软雅黑"/>
              <a:cs typeface="+mn-cs"/>
            </a:endParaRPr>
          </a:p>
        </p:txBody>
      </p:sp>
      <p:sp>
        <p:nvSpPr>
          <p:cNvPr id="21" name="圆角矩形 67">
            <a:extLst>
              <a:ext uri="{FF2B5EF4-FFF2-40B4-BE49-F238E27FC236}">
                <a16:creationId xmlns:a16="http://schemas.microsoft.com/office/drawing/2014/main" id="{85B1306A-E811-4788-2CB3-D0AD9B6437A9}"/>
              </a:ext>
            </a:extLst>
          </p:cNvPr>
          <p:cNvSpPr/>
          <p:nvPr/>
        </p:nvSpPr>
        <p:spPr>
          <a:xfrm>
            <a:off x="5550790" y="4137167"/>
            <a:ext cx="3325597" cy="1673026"/>
          </a:xfrm>
          <a:prstGeom prst="roundRect">
            <a:avLst>
              <a:gd name="adj" fmla="val 9257"/>
            </a:avLst>
          </a:prstGeom>
          <a:noFill/>
          <a:ln>
            <a:gradFill>
              <a:gsLst>
                <a:gs pos="0">
                  <a:schemeClr val="accent1">
                    <a:lumMod val="5000"/>
                    <a:lumOff val="95000"/>
                    <a:alpha val="20000"/>
                  </a:schemeClr>
                </a:gs>
                <a:gs pos="95000">
                  <a:srgbClr val="002060"/>
                </a:gs>
              </a:gsLst>
              <a:lin ang="5580000" scaled="0"/>
            </a:gradFill>
          </a:ln>
          <a:extLst>
            <a:ext uri="{909E8E84-426E-40DD-AFC4-6F175D3DCCD1}">
              <a14:hiddenFill xmlns:a14="http://schemas.microsoft.com/office/drawing/2010/main">
                <a:gradFill>
                  <a:gsLst>
                    <a:gs pos="0">
                      <a:srgbClr val="FBE5D7"/>
                    </a:gs>
                    <a:gs pos="100000">
                      <a:srgbClr val="FEF6F1">
                        <a:alpha val="0"/>
                      </a:srgbClr>
                    </a:gs>
                  </a:gsLst>
                  <a:lin ang="16200000" scaled="0"/>
                </a:gra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070" b="0" i="0" u="none" strike="noStrike" kern="1200" cap="none" spc="0" normalizeH="0" baseline="0" noProof="0">
              <a:ln>
                <a:noFill/>
              </a:ln>
              <a:solidFill>
                <a:prstClr val="white"/>
              </a:solidFill>
              <a:effectLst/>
              <a:uLnTx/>
              <a:uFillTx/>
              <a:latin typeface="Arial"/>
              <a:ea typeface="微软雅黑"/>
              <a:cs typeface="+mn-cs"/>
            </a:endParaRPr>
          </a:p>
        </p:txBody>
      </p:sp>
      <p:sp>
        <p:nvSpPr>
          <p:cNvPr id="24" name="textbox 376">
            <a:extLst>
              <a:ext uri="{FF2B5EF4-FFF2-40B4-BE49-F238E27FC236}">
                <a16:creationId xmlns:a16="http://schemas.microsoft.com/office/drawing/2014/main" id="{E1A9A63D-C303-45E8-4E3B-8F8EB49EFAED}"/>
              </a:ext>
            </a:extLst>
          </p:cNvPr>
          <p:cNvSpPr/>
          <p:nvPr>
            <p:custDataLst>
              <p:tags r:id="rId10"/>
            </p:custDataLst>
          </p:nvPr>
        </p:nvSpPr>
        <p:spPr>
          <a:xfrm>
            <a:off x="8719026" y="5601649"/>
            <a:ext cx="3325596" cy="793409"/>
          </a:xfrm>
          <a:prstGeom prst="rect">
            <a:avLst/>
          </a:prstGeom>
          <a:noFill/>
          <a:ln w="0" cap="flat">
            <a:noFill/>
            <a:prstDash val="solid"/>
            <a:miter lim="0"/>
          </a:ln>
        </p:spPr>
        <p:txBody>
          <a:bodyPr vert="horz" wrap="square" lIns="0" tIns="0" rIns="0" bIns="0"/>
          <a:lstStyle/>
          <a:p>
            <a:pPr marL="0" marR="0" lvl="0" indent="0" algn="ctr" defTabSz="457200" rtl="0" eaLnBrk="0" fontAlgn="base" latinLnBrk="0" hangingPunct="1">
              <a:lnSpc>
                <a:spcPct val="150000"/>
              </a:lnSpc>
              <a:spcBef>
                <a:spcPct val="0"/>
              </a:spcBef>
              <a:spcAft>
                <a:spcPct val="0"/>
              </a:spcAft>
              <a:buClrTx/>
              <a:buSzTx/>
              <a:buFont typeface="Arial" panose="020B0604020202020204" pitchFamily="34" charset="0"/>
              <a:buNone/>
              <a:tabLst/>
              <a:defRPr/>
            </a:pPr>
            <a:endParaRPr kumimoji="0" sz="115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a:cs typeface="Arial" panose="020B0604020202020204" pitchFamily="34" charset="0"/>
            </a:endParaRPr>
          </a:p>
          <a:p>
            <a:pPr marL="12700" marR="0" lvl="0" indent="0" algn="l" defTabSz="457200" rtl="0" eaLnBrk="0" fontAlgn="base" latinLnBrk="0" hangingPunct="1">
              <a:lnSpc>
                <a:spcPct val="150000"/>
              </a:lnSpc>
              <a:spcBef>
                <a:spcPct val="0"/>
              </a:spcBef>
              <a:spcAft>
                <a:spcPct val="0"/>
              </a:spcAft>
              <a:buClrTx/>
              <a:buSzTx/>
              <a:buFont typeface="Arial" panose="020B0604020202020204" pitchFamily="34" charset="0"/>
              <a:buNone/>
              <a:tabLst/>
              <a:defRPr/>
            </a:pPr>
            <a:r>
              <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rPr>
              <a:t>Exclusively license out the CAR-T therapy </a:t>
            </a:r>
            <a:r>
              <a:rPr kumimoji="0" lang="en-US" altLang="zh-CN" sz="1150" b="0" i="1" u="none" strike="noStrike" kern="1200" cap="none" spc="0" normalizeH="0" baseline="0" noProof="0" dirty="0" err="1">
                <a:ln>
                  <a:noFill/>
                </a:ln>
                <a:solidFill>
                  <a:srgbClr val="0B2F54"/>
                </a:solidFill>
                <a:effectLst/>
                <a:uLnTx/>
                <a:uFillTx/>
                <a:latin typeface="Arial" panose="020B0604020202020204" pitchFamily="34" charset="0"/>
                <a:ea typeface="-apple-system"/>
                <a:cs typeface="Arial" panose="020B0604020202020204" pitchFamily="34" charset="0"/>
              </a:rPr>
              <a:t>Fucaso</a:t>
            </a:r>
            <a:r>
              <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rPr>
              <a:t> (</a:t>
            </a:r>
            <a:r>
              <a:rPr kumimoji="0" lang="en-US" altLang="zh-CN" sz="1150" b="0" i="1" u="none" strike="noStrike" kern="1200" cap="none" spc="0" normalizeH="0" baseline="0" noProof="0" dirty="0" err="1">
                <a:ln>
                  <a:noFill/>
                </a:ln>
                <a:solidFill>
                  <a:srgbClr val="0B2F54"/>
                </a:solidFill>
                <a:effectLst/>
                <a:uLnTx/>
                <a:uFillTx/>
                <a:latin typeface="Arial" panose="020B0604020202020204" pitchFamily="34" charset="0"/>
                <a:ea typeface="-apple-system"/>
                <a:cs typeface="Arial" panose="020B0604020202020204" pitchFamily="34" charset="0"/>
              </a:rPr>
              <a:t>Equecabtagene</a:t>
            </a:r>
            <a:r>
              <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rPr>
              <a:t> </a:t>
            </a:r>
            <a:r>
              <a:rPr kumimoji="0" lang="en-US" altLang="zh-CN" sz="1150" b="0" i="1" u="none" strike="noStrike" kern="1200" cap="none" spc="0" normalizeH="0" baseline="0" noProof="0" dirty="0" err="1">
                <a:ln>
                  <a:noFill/>
                </a:ln>
                <a:solidFill>
                  <a:srgbClr val="0B2F54"/>
                </a:solidFill>
                <a:effectLst/>
                <a:uLnTx/>
                <a:uFillTx/>
                <a:latin typeface="Arial" panose="020B0604020202020204" pitchFamily="34" charset="0"/>
                <a:ea typeface="-apple-system"/>
                <a:cs typeface="Arial" panose="020B0604020202020204" pitchFamily="34" charset="0"/>
              </a:rPr>
              <a:t>Autoleucel</a:t>
            </a:r>
            <a:r>
              <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rPr>
              <a:t>) to </a:t>
            </a:r>
            <a:r>
              <a:rPr kumimoji="0" lang="en-US" altLang="zh-CN" sz="1150" b="0" i="1" u="none" strike="noStrike" kern="1200" cap="none" spc="0" normalizeH="0" baseline="0" noProof="0" dirty="0">
                <a:ln>
                  <a:noFill/>
                </a:ln>
                <a:solidFill>
                  <a:srgbClr val="ED6B00"/>
                </a:solidFill>
                <a:effectLst/>
                <a:uLnTx/>
                <a:uFillTx/>
                <a:latin typeface="Arial" panose="020B0604020202020204" pitchFamily="34" charset="0"/>
                <a:ea typeface="-apple-system"/>
                <a:cs typeface="Arial" panose="020B0604020202020204" pitchFamily="34" charset="0"/>
              </a:rPr>
              <a:t>the South Korean market</a:t>
            </a:r>
            <a:r>
              <a:rPr kumimoji="0" lang="en-US" altLang="zh-CN" sz="1150" b="0" i="1" u="none" strike="noStrike" kern="1200" cap="none" spc="0" normalizeH="0" baseline="0" noProof="0" dirty="0">
                <a:ln>
                  <a:noFill/>
                </a:ln>
                <a:solidFill>
                  <a:srgbClr val="0B2F54"/>
                </a:solidFill>
                <a:effectLst/>
                <a:uLnTx/>
                <a:uFillTx/>
                <a:latin typeface="Arial" panose="020B0604020202020204" pitchFamily="34" charset="0"/>
                <a:ea typeface="-apple-system"/>
                <a:cs typeface="Arial" panose="020B0604020202020204" pitchFamily="34" charset="0"/>
              </a:rPr>
              <a:t> for the treatment of multiple myeloma.</a:t>
            </a:r>
            <a:endParaRPr kumimoji="0" lang="en-US" altLang="zh-CN" sz="1150" b="0" i="1" u="none" strike="noStrike" kern="1200" cap="none" spc="0" normalizeH="0" baseline="0" noProof="0" dirty="0">
              <a:ln>
                <a:noFill/>
              </a:ln>
              <a:solidFill>
                <a:srgbClr val="ED5F00"/>
              </a:solidFill>
              <a:effectLst/>
              <a:uLnTx/>
              <a:uFillTx/>
              <a:latin typeface="Arial" panose="020B0604020202020204" pitchFamily="34" charset="0"/>
              <a:ea typeface="-apple-system"/>
              <a:cs typeface="Arial" panose="020B0604020202020204" pitchFamily="34" charset="0"/>
            </a:endParaRPr>
          </a:p>
        </p:txBody>
      </p:sp>
      <p:sp>
        <p:nvSpPr>
          <p:cNvPr id="25" name="圆角矩形 67">
            <a:extLst>
              <a:ext uri="{FF2B5EF4-FFF2-40B4-BE49-F238E27FC236}">
                <a16:creationId xmlns:a16="http://schemas.microsoft.com/office/drawing/2014/main" id="{5E1908EC-6481-3F1C-57EE-ED5D113C9BF1}"/>
              </a:ext>
            </a:extLst>
          </p:cNvPr>
          <p:cNvSpPr/>
          <p:nvPr/>
        </p:nvSpPr>
        <p:spPr>
          <a:xfrm>
            <a:off x="8704797" y="5130769"/>
            <a:ext cx="3325597" cy="1673026"/>
          </a:xfrm>
          <a:prstGeom prst="roundRect">
            <a:avLst>
              <a:gd name="adj" fmla="val 9257"/>
            </a:avLst>
          </a:prstGeom>
          <a:noFill/>
          <a:ln>
            <a:gradFill>
              <a:gsLst>
                <a:gs pos="0">
                  <a:schemeClr val="accent1">
                    <a:lumMod val="5000"/>
                    <a:lumOff val="95000"/>
                    <a:alpha val="20000"/>
                  </a:schemeClr>
                </a:gs>
                <a:gs pos="95000">
                  <a:srgbClr val="002060"/>
                </a:gs>
              </a:gsLst>
              <a:lin ang="5580000" scaled="0"/>
            </a:gradFill>
          </a:ln>
          <a:extLst>
            <a:ext uri="{909E8E84-426E-40DD-AFC4-6F175D3DCCD1}">
              <a14:hiddenFill xmlns:a14="http://schemas.microsoft.com/office/drawing/2010/main">
                <a:gradFill>
                  <a:gsLst>
                    <a:gs pos="0">
                      <a:srgbClr val="FBE5D7"/>
                    </a:gs>
                    <a:gs pos="100000">
                      <a:srgbClr val="FEF6F1">
                        <a:alpha val="0"/>
                      </a:srgbClr>
                    </a:gs>
                  </a:gsLst>
                  <a:lin ang="16200000" scaled="0"/>
                </a:gra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070" b="0" i="0" u="none" strike="noStrike" kern="1200" cap="none" spc="0" normalizeH="0" baseline="0" noProof="0">
              <a:ln>
                <a:noFill/>
              </a:ln>
              <a:solidFill>
                <a:prstClr val="white"/>
              </a:solidFill>
              <a:effectLst/>
              <a:uLnTx/>
              <a:uFillTx/>
              <a:latin typeface="Arial"/>
              <a:ea typeface="微软雅黑"/>
              <a:cs typeface="+mn-cs"/>
            </a:endParaRPr>
          </a:p>
        </p:txBody>
      </p:sp>
      <p:pic>
        <p:nvPicPr>
          <p:cNvPr id="27" name="图片 26">
            <a:extLst>
              <a:ext uri="{FF2B5EF4-FFF2-40B4-BE49-F238E27FC236}">
                <a16:creationId xmlns:a16="http://schemas.microsoft.com/office/drawing/2014/main" id="{445B3BCC-DC90-DF2D-0EF5-E0B5884B7837}"/>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9122082" y="5049679"/>
            <a:ext cx="2248819" cy="872756"/>
          </a:xfrm>
          <a:prstGeom prst="rect">
            <a:avLst/>
          </a:prstGeom>
        </p:spPr>
      </p:pic>
    </p:spTree>
    <p:extLst>
      <p:ext uri="{BB962C8B-B14F-4D97-AF65-F5344CB8AC3E}">
        <p14:creationId xmlns:p14="http://schemas.microsoft.com/office/powerpoint/2010/main" val="448462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CA12ED-B11E-F69C-B1D7-7DACC98ABAEC}"/>
              </a:ext>
            </a:extLst>
          </p:cNvPr>
          <p:cNvSpPr>
            <a:spLocks noGrp="1"/>
          </p:cNvSpPr>
          <p:nvPr>
            <p:ph type="title"/>
          </p:nvPr>
        </p:nvSpPr>
        <p:spPr/>
        <p:txBody>
          <a:bodyPr/>
          <a:lstStyle/>
          <a:p>
            <a:r>
              <a:rPr lang="en-US" altLang="zh-CN" dirty="0"/>
              <a:t>Pipeline</a:t>
            </a:r>
            <a:endParaRPr lang="zh-CN" altLang="en-US" dirty="0"/>
          </a:p>
        </p:txBody>
      </p:sp>
      <p:pic>
        <p:nvPicPr>
          <p:cNvPr id="4" name="图片 3">
            <a:extLst>
              <a:ext uri="{FF2B5EF4-FFF2-40B4-BE49-F238E27FC236}">
                <a16:creationId xmlns:a16="http://schemas.microsoft.com/office/drawing/2014/main" id="{14DEEB20-5A23-E324-6F12-B75421D899BE}"/>
              </a:ext>
            </a:extLst>
          </p:cNvPr>
          <p:cNvPicPr>
            <a:picLocks noChangeAspect="1"/>
          </p:cNvPicPr>
          <p:nvPr/>
        </p:nvPicPr>
        <p:blipFill>
          <a:blip r:embed="rId2"/>
          <a:stretch>
            <a:fillRect/>
          </a:stretch>
        </p:blipFill>
        <p:spPr>
          <a:xfrm>
            <a:off x="330835" y="605430"/>
            <a:ext cx="9908318" cy="6153510"/>
          </a:xfrm>
          <a:prstGeom prst="rect">
            <a:avLst/>
          </a:prstGeom>
        </p:spPr>
      </p:pic>
    </p:spTree>
    <p:extLst>
      <p:ext uri="{BB962C8B-B14F-4D97-AF65-F5344CB8AC3E}">
        <p14:creationId xmlns:p14="http://schemas.microsoft.com/office/powerpoint/2010/main" val="3457108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C2220-498F-F656-FB02-1D966090FA40}"/>
            </a:ext>
          </a:extLst>
        </p:cNvPr>
        <p:cNvGrpSpPr/>
        <p:nvPr/>
      </p:nvGrpSpPr>
      <p:grpSpPr>
        <a:xfrm>
          <a:off x="0" y="0"/>
          <a:ext cx="0" cy="0"/>
          <a:chOff x="0" y="0"/>
          <a:chExt cx="0" cy="0"/>
        </a:xfrm>
      </p:grpSpPr>
      <p:pic>
        <p:nvPicPr>
          <p:cNvPr id="2050" name="Picture 2" descr="Hope - igNation">
            <a:extLst>
              <a:ext uri="{FF2B5EF4-FFF2-40B4-BE49-F238E27FC236}">
                <a16:creationId xmlns:a16="http://schemas.microsoft.com/office/drawing/2014/main" id="{601481D4-587A-0443-B181-BA7EA7E599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874" b="21180"/>
          <a:stretch/>
        </p:blipFill>
        <p:spPr bwMode="auto">
          <a:xfrm>
            <a:off x="4608608" y="4641162"/>
            <a:ext cx="1912981" cy="148488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A236BD5C-4FC4-8703-694C-35332C917553}"/>
              </a:ext>
            </a:extLst>
          </p:cNvPr>
          <p:cNvSpPr>
            <a:spLocks noGrp="1"/>
          </p:cNvSpPr>
          <p:nvPr>
            <p:ph type="title"/>
          </p:nvPr>
        </p:nvSpPr>
        <p:spPr>
          <a:xfrm>
            <a:off x="23912" y="24290"/>
            <a:ext cx="9136815" cy="480266"/>
          </a:xfrm>
        </p:spPr>
        <p:txBody>
          <a:bodyPr>
            <a:noAutofit/>
          </a:bodyPr>
          <a:lstStyle/>
          <a:p>
            <a:r>
              <a:rPr lang="en-US" altLang="en-US" spc="0" dirty="0">
                <a:solidFill>
                  <a:prstClr val="white"/>
                </a:solidFill>
                <a:latin typeface="Arial" panose="020B0604020202020204"/>
                <a:ea typeface="微软雅黑" panose="020B0503020204020204" pitchFamily="34" charset="-122"/>
                <a:sym typeface="华文楷体" panose="02010600040101010101" pitchFamily="2" charset="-122"/>
              </a:rPr>
              <a:t>Hope Restored: ‘Our Emily’ Embraces a New Life after </a:t>
            </a:r>
            <a:r>
              <a:rPr lang="en-US" altLang="zh-CN" spc="0" dirty="0">
                <a:solidFill>
                  <a:prstClr val="white"/>
                </a:solidFill>
                <a:latin typeface="Arial"/>
                <a:ea typeface="微软雅黑" panose="020B0503020204020204" pitchFamily="34" charset="-122"/>
                <a:sym typeface="华文楷体" panose="02010600040101010101" pitchFamily="2" charset="-122"/>
              </a:rPr>
              <a:t>FUCASO</a:t>
            </a:r>
            <a:r>
              <a:rPr lang="zh-CN" altLang="en-US" spc="0" baseline="30000" dirty="0">
                <a:solidFill>
                  <a:prstClr val="white"/>
                </a:solidFill>
                <a:latin typeface="Arial"/>
                <a:ea typeface="微软雅黑" panose="020B0503020204020204" pitchFamily="34" charset="-122"/>
                <a:sym typeface="华文楷体" panose="02010600040101010101" pitchFamily="2" charset="-122"/>
              </a:rPr>
              <a:t>® </a:t>
            </a:r>
            <a:endParaRPr lang="en-US" altLang="en-US" spc="0" dirty="0">
              <a:solidFill>
                <a:prstClr val="white"/>
              </a:solidFill>
              <a:latin typeface="Arial" panose="020B0604020202020204"/>
              <a:ea typeface="微软雅黑" panose="020B0503020204020204" pitchFamily="34" charset="-122"/>
              <a:sym typeface="华文楷体" panose="02010600040101010101" pitchFamily="2" charset="-122"/>
            </a:endParaRPr>
          </a:p>
        </p:txBody>
      </p:sp>
      <p:sp>
        <p:nvSpPr>
          <p:cNvPr id="3" name="文本框 4">
            <a:extLst>
              <a:ext uri="{FF2B5EF4-FFF2-40B4-BE49-F238E27FC236}">
                <a16:creationId xmlns:a16="http://schemas.microsoft.com/office/drawing/2014/main" id="{D2D169E1-1639-B65C-ECB4-04D3979E7921}"/>
              </a:ext>
            </a:extLst>
          </p:cNvPr>
          <p:cNvSpPr txBox="1"/>
          <p:nvPr/>
        </p:nvSpPr>
        <p:spPr>
          <a:xfrm>
            <a:off x="565118" y="1680555"/>
            <a:ext cx="4451788" cy="2181816"/>
          </a:xfrm>
          <a:prstGeom prst="rect">
            <a:avLst/>
          </a:prstGeom>
          <a:noFill/>
        </p:spPr>
        <p:txBody>
          <a:bodyPr wrap="square" rtlCol="0">
            <a:spAutoFit/>
          </a:bodyPr>
          <a:lstStyle/>
          <a:p>
            <a:pPr marL="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A</a:t>
            </a:r>
            <a:r>
              <a:rPr kumimoji="0" lang="zh-CN" altLang="en-US"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 </a:t>
            </a:r>
            <a:r>
              <a:rPr kumimoji="0" lang="en-US" altLang="zh-CN"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Story</a:t>
            </a:r>
            <a:r>
              <a:rPr kumimoji="0" lang="zh-CN" altLang="en-US"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 </a:t>
            </a:r>
            <a:r>
              <a:rPr kumimoji="0" lang="en-US" altLang="zh-CN"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of</a:t>
            </a:r>
            <a:r>
              <a:rPr kumimoji="0" lang="zh-CN" altLang="en-US"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 </a:t>
            </a:r>
            <a:r>
              <a:rPr kumimoji="0" lang="en-US" altLang="zh-CN"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a</a:t>
            </a:r>
            <a:r>
              <a:rPr kumimoji="0" lang="zh-CN" altLang="en-US"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 </a:t>
            </a:r>
            <a:r>
              <a:rPr kumimoji="0"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44-year-old male</a:t>
            </a:r>
            <a:r>
              <a:rPr kumimoji="0" lang="en-US"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 Farmer</a:t>
            </a:r>
            <a:endParaRPr kumimoji="0"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endParaRPr>
          </a:p>
          <a:p>
            <a:pPr marL="0" marR="0" lvl="1"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Response after i</a:t>
            </a:r>
            <a:r>
              <a:rPr kumimoji="0" lang="en-US" altLang="zh-CN" sz="14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nfusion (September 21, 2018)</a:t>
            </a:r>
            <a:endParaRPr kumimoji="0" lang="en-US" altLang="zh-CN" sz="14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endParaRPr>
          </a:p>
          <a:p>
            <a:pPr marL="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a:cs typeface="Arial" panose="020B0604020202020204" pitchFamily="34" charset="0"/>
                <a:sym typeface="华文楷体" panose="02010600040101010101" pitchFamily="2" charset="-122"/>
              </a:rPr>
              <a:t> Achieved </a:t>
            </a:r>
            <a:r>
              <a:rPr kumimoji="0" lang="en-US" altLang="zh-CN" sz="1200" b="0" i="0" u="none" strike="noStrike" kern="1200" cap="none" spc="0" normalizeH="0" baseline="0" noProof="0" dirty="0" err="1">
                <a:ln>
                  <a:noFill/>
                </a:ln>
                <a:solidFill>
                  <a:prstClr val="black">
                    <a:lumMod val="85000"/>
                    <a:lumOff val="15000"/>
                  </a:prstClr>
                </a:solidFill>
                <a:effectLst/>
                <a:uLnTx/>
                <a:uFillTx/>
                <a:latin typeface="Arial" panose="020B0604020202020204" pitchFamily="34" charset="0"/>
                <a:ea typeface="微软雅黑"/>
                <a:cs typeface="Arial" panose="020B0604020202020204" pitchFamily="34" charset="0"/>
                <a:sym typeface="华文楷体" panose="02010600040101010101" pitchFamily="2" charset="-122"/>
              </a:rPr>
              <a:t>sCR</a:t>
            </a:r>
            <a:r>
              <a:rPr kumimoji="0" lang="en-US" altLang="zh-CN" sz="1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a:cs typeface="Arial" panose="020B0604020202020204" pitchFamily="34" charset="0"/>
                <a:sym typeface="华文楷体" panose="02010600040101010101" pitchFamily="2" charset="-122"/>
              </a:rPr>
              <a:t> 14 days after i</a:t>
            </a:r>
            <a:r>
              <a:rPr kumimoji="0" lang="en-US" altLang="zh-CN" sz="1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a:cs typeface="Arial" panose="020B0604020202020204" pitchFamily="34" charset="0"/>
                <a:sym typeface="+mn-ea"/>
              </a:rPr>
              <a:t>nfusion</a:t>
            </a:r>
            <a:endParaRPr kumimoji="0" lang="en-US" altLang="zh-CN" sz="1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a:cs typeface="Arial" panose="020B0604020202020204" pitchFamily="34" charset="0"/>
              <a:sym typeface="华文楷体" panose="02010600040101010101" pitchFamily="2" charset="-122"/>
            </a:endParaRPr>
          </a:p>
          <a:p>
            <a:pPr marL="541655" marR="0" lvl="1" indent="-271780" algn="l" defTabSz="4572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altLang="zh-CN" sz="1200" b="0" i="0" u="none" strike="noStrike" kern="1200" cap="none" spc="0" normalizeH="0" baseline="0" noProof="0" dirty="0" err="1">
                <a:ln>
                  <a:noFill/>
                </a:ln>
                <a:solidFill>
                  <a:prstClr val="black">
                    <a:lumMod val="85000"/>
                    <a:lumOff val="15000"/>
                  </a:prstClr>
                </a:solidFill>
                <a:effectLst/>
                <a:uLnTx/>
                <a:uFillTx/>
                <a:latin typeface="Arial" panose="020B0604020202020204" pitchFamily="34" charset="0"/>
                <a:ea typeface="微软雅黑"/>
                <a:cs typeface="Arial" panose="020B0604020202020204" pitchFamily="34" charset="0"/>
                <a:sym typeface="华文楷体" panose="02010600040101010101" pitchFamily="2" charset="-122"/>
              </a:rPr>
              <a:t>sCR</a:t>
            </a:r>
            <a:r>
              <a:rPr kumimoji="0" lang="en-US" altLang="zh-CN" sz="1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a:cs typeface="Arial" panose="020B0604020202020204" pitchFamily="34" charset="0"/>
                <a:sym typeface="华文楷体" panose="02010600040101010101" pitchFamily="2" charset="-122"/>
              </a:rPr>
              <a:t> and MRD negative for more than 57 months</a:t>
            </a:r>
          </a:p>
          <a:p>
            <a:pPr marL="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14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CRS and ICANS</a:t>
            </a:r>
          </a:p>
          <a:p>
            <a:pPr marL="541655" marR="0" lvl="1" indent="-27178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a:cs typeface="Arial" panose="020B0604020202020204" pitchFamily="34" charset="0"/>
                <a:sym typeface="华文楷体" panose="02010600040101010101" pitchFamily="2" charset="-122"/>
              </a:rPr>
              <a:t>Controllable Level 2 CRS</a:t>
            </a:r>
          </a:p>
          <a:p>
            <a:pPr marL="541655" marR="0" lvl="1" indent="-27178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微软雅黑"/>
                <a:cs typeface="Arial" panose="020B0604020202020204" pitchFamily="34" charset="0"/>
                <a:sym typeface="华文楷体" panose="02010600040101010101" pitchFamily="2" charset="-122"/>
              </a:rPr>
              <a:t>No ICANS</a:t>
            </a:r>
          </a:p>
        </p:txBody>
      </p:sp>
      <p:sp>
        <p:nvSpPr>
          <p:cNvPr id="4" name="矩形 3">
            <a:extLst>
              <a:ext uri="{FF2B5EF4-FFF2-40B4-BE49-F238E27FC236}">
                <a16:creationId xmlns:a16="http://schemas.microsoft.com/office/drawing/2014/main" id="{47ED84FE-AFD9-4B15-190B-BF7418626044}"/>
              </a:ext>
            </a:extLst>
          </p:cNvPr>
          <p:cNvSpPr/>
          <p:nvPr/>
        </p:nvSpPr>
        <p:spPr>
          <a:xfrm>
            <a:off x="505552" y="1133075"/>
            <a:ext cx="3872230" cy="570453"/>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b="1" i="0" u="none" strike="noStrike" kern="1200" cap="none" spc="0" normalizeH="0" baseline="0" noProof="0" dirty="0">
                <a:ln>
                  <a:noFill/>
                </a:ln>
                <a:solidFill>
                  <a:srgbClr val="0070C0"/>
                </a:solidFill>
                <a:effectLst/>
                <a:uLnTx/>
                <a:uFillTx/>
                <a:latin typeface="+mj-lt"/>
                <a:ea typeface="微软雅黑" panose="020B0503020204020204" pitchFamily="34" charset="-122"/>
                <a:cs typeface="Arial" panose="020B0604020202020204" pitchFamily="34" charset="0"/>
                <a:sym typeface="微软雅黑 Light" panose="020B0502040204020203" pitchFamily="34" charset="-122"/>
              </a:rPr>
              <a:t>7-year cancer free</a:t>
            </a:r>
            <a:r>
              <a:rPr kumimoji="0" lang="zh-CN" altLang="en-US" b="1" i="0" u="none" strike="noStrike" kern="1200" cap="none" spc="0" normalizeH="0" baseline="0" noProof="0" dirty="0">
                <a:ln>
                  <a:noFill/>
                </a:ln>
                <a:solidFill>
                  <a:srgbClr val="0070C0"/>
                </a:solidFill>
                <a:effectLst/>
                <a:uLnTx/>
                <a:uFillTx/>
                <a:latin typeface="+mj-lt"/>
                <a:ea typeface="微软雅黑" panose="020B0503020204020204" pitchFamily="34" charset="-122"/>
                <a:cs typeface="Arial" panose="020B0604020202020204" pitchFamily="34" charset="0"/>
                <a:sym typeface="微软雅黑 Light" panose="020B0502040204020203" pitchFamily="34" charset="-122"/>
              </a:rPr>
              <a:t> </a:t>
            </a:r>
            <a:endParaRPr kumimoji="0" lang="en-US" altLang="zh-CN" b="1" i="0" u="none" strike="noStrike" kern="1200" cap="none" spc="0" normalizeH="0" baseline="0" noProof="0" dirty="0">
              <a:ln>
                <a:noFill/>
              </a:ln>
              <a:solidFill>
                <a:srgbClr val="0070C0"/>
              </a:solidFill>
              <a:effectLst/>
              <a:uLnTx/>
              <a:uFillTx/>
              <a:latin typeface="+mj-lt"/>
              <a:ea typeface="微软雅黑" panose="020B0503020204020204" pitchFamily="34" charset="-122"/>
              <a:cs typeface="Arial" panose="020B0604020202020204" pitchFamily="34" charset="0"/>
              <a:sym typeface="微软雅黑 Light" panose="020B0502040204020203" pitchFamily="34" charset="-122"/>
            </a:endParaRPr>
          </a:p>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Arial" panose="020B0604020202020204" pitchFamily="34" charset="0"/>
                <a:sym typeface="微软雅黑 Light" panose="020B0502040204020203" pitchFamily="34" charset="-122"/>
              </a:rPr>
              <a:t>(with FUCASO treatment)</a:t>
            </a:r>
            <a:endParaRPr kumimoji="0" lang="en-US"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Arial" panose="020B0604020202020204" pitchFamily="34" charset="0"/>
              <a:sym typeface="微软雅黑 Light" panose="020B0502040204020203" pitchFamily="34" charset="-122"/>
            </a:endParaRPr>
          </a:p>
        </p:txBody>
      </p:sp>
      <p:pic>
        <p:nvPicPr>
          <p:cNvPr id="5" name="图片 4">
            <a:extLst>
              <a:ext uri="{FF2B5EF4-FFF2-40B4-BE49-F238E27FC236}">
                <a16:creationId xmlns:a16="http://schemas.microsoft.com/office/drawing/2014/main" id="{10FEDABE-F7F7-0D9D-A7F8-55EB29D497D6}"/>
              </a:ext>
            </a:extLst>
          </p:cNvPr>
          <p:cNvPicPr>
            <a:picLocks noChangeAspect="1"/>
          </p:cNvPicPr>
          <p:nvPr/>
        </p:nvPicPr>
        <p:blipFill>
          <a:blip r:embed="rId4" cstate="print">
            <a:extLst>
              <a:ext uri="{28A0092B-C50C-407E-A947-70E740481C1C}">
                <a14:useLocalDpi xmlns:a14="http://schemas.microsoft.com/office/drawing/2010/main" val="0"/>
              </a:ext>
            </a:extLst>
          </a:blip>
          <a:srcRect t="7942" b="7942"/>
          <a:stretch/>
        </p:blipFill>
        <p:spPr>
          <a:xfrm>
            <a:off x="703715" y="3862371"/>
            <a:ext cx="3958742" cy="2499210"/>
          </a:xfrm>
          <a:prstGeom prst="rect">
            <a:avLst/>
          </a:prstGeom>
        </p:spPr>
      </p:pic>
      <p:sp>
        <p:nvSpPr>
          <p:cNvPr id="13" name="文本框 12">
            <a:extLst>
              <a:ext uri="{FF2B5EF4-FFF2-40B4-BE49-F238E27FC236}">
                <a16:creationId xmlns:a16="http://schemas.microsoft.com/office/drawing/2014/main" id="{A1D3768C-9969-09F3-AAA4-F60C9F5959D9}"/>
              </a:ext>
            </a:extLst>
          </p:cNvPr>
          <p:cNvSpPr txBox="1"/>
          <p:nvPr/>
        </p:nvSpPr>
        <p:spPr>
          <a:xfrm>
            <a:off x="3039406" y="671966"/>
            <a:ext cx="5051383" cy="400110"/>
          </a:xfrm>
          <a:prstGeom prst="rect">
            <a:avLst/>
          </a:prstGeom>
          <a:noFill/>
        </p:spPr>
        <p:txBody>
          <a:bodyPr wrap="none" rtlCol="0">
            <a:spAutoFit/>
          </a:bodyPr>
          <a:lstStyle/>
          <a:p>
            <a:pPr algn="ctr"/>
            <a:r>
              <a:rPr lang="en-US" altLang="zh-CN" sz="2000" b="1" dirty="0">
                <a:solidFill>
                  <a:srgbClr val="0070C0"/>
                </a:solidFill>
                <a:effectLst>
                  <a:glow rad="50800">
                    <a:schemeClr val="bg1"/>
                  </a:glow>
                </a:effectLst>
                <a:latin typeface="+mn-lt"/>
              </a:rPr>
              <a:t>Single dose/One time treatment for cure</a:t>
            </a:r>
            <a:endParaRPr lang="zh-CN" altLang="en-US" sz="2000" b="1" dirty="0">
              <a:solidFill>
                <a:srgbClr val="0070C0"/>
              </a:solidFill>
              <a:effectLst>
                <a:glow rad="50800">
                  <a:schemeClr val="bg1"/>
                </a:glow>
              </a:effectLst>
              <a:latin typeface="+mn-lt"/>
            </a:endParaRPr>
          </a:p>
        </p:txBody>
      </p:sp>
      <p:pic>
        <p:nvPicPr>
          <p:cNvPr id="6" name="图片 5" descr="图片包含 人, 室内, 乐器, 球拍&#10;&#10;描述已自动生成">
            <a:extLst>
              <a:ext uri="{FF2B5EF4-FFF2-40B4-BE49-F238E27FC236}">
                <a16:creationId xmlns:a16="http://schemas.microsoft.com/office/drawing/2014/main" id="{2A2C74F8-247D-5094-FCA6-A048514B95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21589" y="4728088"/>
            <a:ext cx="2081920" cy="155154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a:extLst>
              <a:ext uri="{FF2B5EF4-FFF2-40B4-BE49-F238E27FC236}">
                <a16:creationId xmlns:a16="http://schemas.microsoft.com/office/drawing/2014/main" id="{060C5F7C-B981-79E6-A691-E4B416612988}"/>
              </a:ext>
            </a:extLst>
          </p:cNvPr>
          <p:cNvPicPr>
            <a:picLocks noChangeAspect="1"/>
          </p:cNvPicPr>
          <p:nvPr/>
        </p:nvPicPr>
        <p:blipFill>
          <a:blip r:embed="rId6"/>
          <a:stretch>
            <a:fillRect/>
          </a:stretch>
        </p:blipFill>
        <p:spPr>
          <a:xfrm>
            <a:off x="8804402" y="4728088"/>
            <a:ext cx="2037604" cy="155154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文本框 9">
            <a:extLst>
              <a:ext uri="{FF2B5EF4-FFF2-40B4-BE49-F238E27FC236}">
                <a16:creationId xmlns:a16="http://schemas.microsoft.com/office/drawing/2014/main" id="{673F2B4B-8998-3C99-1070-69BCF47908D4}"/>
              </a:ext>
            </a:extLst>
          </p:cNvPr>
          <p:cNvSpPr txBox="1"/>
          <p:nvPr/>
        </p:nvSpPr>
        <p:spPr>
          <a:xfrm>
            <a:off x="6215821" y="1192356"/>
            <a:ext cx="4744330" cy="369332"/>
          </a:xfrm>
          <a:prstGeom prst="rect">
            <a:avLst/>
          </a:prstGeom>
          <a:noFill/>
        </p:spPr>
        <p:txBody>
          <a:bodyPr wrap="square" rtlCol="0">
            <a:spAutoFit/>
          </a:bodyPr>
          <a:lstStyle/>
          <a:p>
            <a:pPr algn="ctr"/>
            <a:r>
              <a:rPr lang="en-US" altLang="zh-CN" b="1" dirty="0">
                <a:solidFill>
                  <a:srgbClr val="0070C0"/>
                </a:solidFill>
                <a:effectLst>
                  <a:glow rad="50800">
                    <a:schemeClr val="bg1"/>
                  </a:glow>
                </a:effectLst>
                <a:latin typeface="+mn-lt"/>
              </a:rPr>
              <a:t>Long term remission/Better life quality</a:t>
            </a:r>
            <a:endParaRPr lang="zh-CN" altLang="en-US" b="1" dirty="0">
              <a:solidFill>
                <a:srgbClr val="0070C0"/>
              </a:solidFill>
              <a:effectLst>
                <a:glow rad="50800">
                  <a:schemeClr val="bg1"/>
                </a:glow>
              </a:effectLst>
              <a:latin typeface="+mn-lt"/>
            </a:endParaRPr>
          </a:p>
        </p:txBody>
      </p:sp>
      <p:sp>
        <p:nvSpPr>
          <p:cNvPr id="15" name="文本框 14">
            <a:extLst>
              <a:ext uri="{FF2B5EF4-FFF2-40B4-BE49-F238E27FC236}">
                <a16:creationId xmlns:a16="http://schemas.microsoft.com/office/drawing/2014/main" id="{15A69CCA-CCC5-805B-F6FA-F5E768465B6F}"/>
              </a:ext>
            </a:extLst>
          </p:cNvPr>
          <p:cNvSpPr txBox="1"/>
          <p:nvPr/>
        </p:nvSpPr>
        <p:spPr>
          <a:xfrm>
            <a:off x="6558575" y="3619279"/>
            <a:ext cx="1855275" cy="1021883"/>
          </a:xfrm>
          <a:prstGeom prst="rect">
            <a:avLst/>
          </a:prstGeom>
          <a:noFill/>
        </p:spPr>
        <p:txBody>
          <a:bodyPr wrap="square">
            <a:spAutoFit/>
          </a:bodyPr>
          <a:lstStyle/>
          <a:p>
            <a:pPr algn="ctr">
              <a:lnSpc>
                <a:spcPct val="150000"/>
              </a:lnSpc>
            </a:pPr>
            <a:r>
              <a:rPr lang="en-US" altLang="zh-CN" sz="1400" b="1" dirty="0">
                <a:solidFill>
                  <a:schemeClr val="tx2">
                    <a:lumMod val="90000"/>
                    <a:lumOff val="10000"/>
                  </a:schemeClr>
                </a:solidFill>
                <a:latin typeface="+mn-lt"/>
                <a:ea typeface="+mn-ea"/>
              </a:rPr>
              <a:t>In May 2012, CAR-T was used to treat leukemia</a:t>
            </a:r>
            <a:endParaRPr lang="zh-CN" altLang="en-US" sz="1400" b="1" dirty="0">
              <a:solidFill>
                <a:schemeClr val="tx2">
                  <a:lumMod val="90000"/>
                  <a:lumOff val="10000"/>
                </a:schemeClr>
              </a:solidFill>
              <a:latin typeface="+mn-lt"/>
              <a:ea typeface="+mn-ea"/>
            </a:endParaRPr>
          </a:p>
        </p:txBody>
      </p:sp>
      <p:sp>
        <p:nvSpPr>
          <p:cNvPr id="20" name="文本框 19">
            <a:extLst>
              <a:ext uri="{FF2B5EF4-FFF2-40B4-BE49-F238E27FC236}">
                <a16:creationId xmlns:a16="http://schemas.microsoft.com/office/drawing/2014/main" id="{D9C851BA-507F-A84B-3AFA-7046A41F3AD5}"/>
              </a:ext>
            </a:extLst>
          </p:cNvPr>
          <p:cNvSpPr txBox="1"/>
          <p:nvPr/>
        </p:nvSpPr>
        <p:spPr>
          <a:xfrm>
            <a:off x="8955123" y="3592558"/>
            <a:ext cx="1874402" cy="1021883"/>
          </a:xfrm>
          <a:prstGeom prst="rect">
            <a:avLst/>
          </a:prstGeom>
          <a:noFill/>
        </p:spPr>
        <p:txBody>
          <a:bodyPr wrap="square">
            <a:spAutoFit/>
          </a:bodyPr>
          <a:lstStyle/>
          <a:p>
            <a:pPr algn="ctr">
              <a:lnSpc>
                <a:spcPct val="150000"/>
              </a:lnSpc>
              <a:spcBef>
                <a:spcPts val="300"/>
              </a:spcBef>
            </a:pPr>
            <a:r>
              <a:rPr lang="en-US" altLang="zh-CN" sz="1400" b="1" dirty="0">
                <a:solidFill>
                  <a:schemeClr val="tx2">
                    <a:lumMod val="90000"/>
                    <a:lumOff val="10000"/>
                  </a:schemeClr>
                </a:solidFill>
                <a:latin typeface="+mn-lt"/>
                <a:ea typeface="+mn-ea"/>
              </a:rPr>
              <a:t>In May 2023, Emily achieved </a:t>
            </a:r>
            <a:r>
              <a:rPr lang="en-US" altLang="zh-CN" sz="1400" b="1" dirty="0">
                <a:solidFill>
                  <a:srgbClr val="ED6B00"/>
                </a:solidFill>
                <a:effectLst>
                  <a:glow rad="50800">
                    <a:schemeClr val="bg1"/>
                  </a:glow>
                </a:effectLst>
                <a:latin typeface="+mn-lt"/>
              </a:rPr>
              <a:t>11-year cancer-free</a:t>
            </a:r>
            <a:r>
              <a:rPr lang="en-US" altLang="zh-CN" sz="1400" b="1" dirty="0">
                <a:solidFill>
                  <a:schemeClr val="tx2">
                    <a:lumMod val="90000"/>
                    <a:lumOff val="10000"/>
                  </a:schemeClr>
                </a:solidFill>
                <a:effectLst>
                  <a:glow rad="50800">
                    <a:schemeClr val="bg1"/>
                  </a:glow>
                </a:effectLst>
                <a:latin typeface="+mn-lt"/>
              </a:rPr>
              <a:t> </a:t>
            </a:r>
            <a:r>
              <a:rPr lang="en-US" altLang="zh-CN" sz="1400" b="1" dirty="0">
                <a:solidFill>
                  <a:schemeClr val="tx2">
                    <a:lumMod val="90000"/>
                    <a:lumOff val="10000"/>
                  </a:schemeClr>
                </a:solidFill>
                <a:latin typeface="+mn-lt"/>
                <a:ea typeface="+mn-ea"/>
              </a:rPr>
              <a:t>survival</a:t>
            </a:r>
            <a:endParaRPr lang="zh-CN" altLang="en-US" sz="1400" b="1" dirty="0">
              <a:solidFill>
                <a:schemeClr val="tx2">
                  <a:lumMod val="90000"/>
                  <a:lumOff val="10000"/>
                </a:schemeClr>
              </a:solidFill>
              <a:latin typeface="+mn-lt"/>
              <a:ea typeface="+mn-ea"/>
            </a:endParaRPr>
          </a:p>
        </p:txBody>
      </p:sp>
      <p:sp>
        <p:nvSpPr>
          <p:cNvPr id="21" name="文本框 20">
            <a:extLst>
              <a:ext uri="{FF2B5EF4-FFF2-40B4-BE49-F238E27FC236}">
                <a16:creationId xmlns:a16="http://schemas.microsoft.com/office/drawing/2014/main" id="{9FA1B966-649B-5412-3755-84E0CBAA4D35}"/>
              </a:ext>
            </a:extLst>
          </p:cNvPr>
          <p:cNvSpPr txBox="1"/>
          <p:nvPr/>
        </p:nvSpPr>
        <p:spPr>
          <a:xfrm>
            <a:off x="6096000" y="1487775"/>
            <a:ext cx="5318658" cy="1995226"/>
          </a:xfrm>
          <a:prstGeom prst="rect">
            <a:avLst/>
          </a:prstGeom>
          <a:noFill/>
        </p:spPr>
        <p:txBody>
          <a:bodyPr wrap="square">
            <a:spAutoFit/>
          </a:bodyPr>
          <a:lstStyle/>
          <a:p>
            <a:pPr>
              <a:lnSpc>
                <a:spcPct val="200000"/>
              </a:lnSpc>
            </a:pPr>
            <a:r>
              <a:rPr lang="en-US" altLang="zh-CN" b="1" i="0" dirty="0">
                <a:solidFill>
                  <a:srgbClr val="272727"/>
                </a:solidFill>
                <a:effectLst/>
                <a:cs typeface="Arial" panose="020B0604020202020204" pitchFamily="34" charset="0"/>
              </a:rPr>
              <a:t>In 2012, </a:t>
            </a:r>
            <a:r>
              <a:rPr lang="en-US" altLang="zh-CN" sz="1400" i="0" dirty="0">
                <a:solidFill>
                  <a:srgbClr val="272727"/>
                </a:solidFill>
                <a:effectLst/>
                <a:cs typeface="Arial" panose="020B0604020202020204" pitchFamily="34" charset="0"/>
              </a:rPr>
              <a:t>Emily became </a:t>
            </a:r>
            <a:r>
              <a:rPr lang="en-US" altLang="zh-CN" sz="1400" b="1" i="0" dirty="0">
                <a:solidFill>
                  <a:srgbClr val="272727"/>
                </a:solidFill>
                <a:effectLst/>
                <a:cs typeface="Arial" panose="020B0604020202020204" pitchFamily="34" charset="0"/>
              </a:rPr>
              <a:t>the first child</a:t>
            </a:r>
            <a:r>
              <a:rPr lang="en-US" altLang="zh-CN" sz="1400" i="0" dirty="0">
                <a:solidFill>
                  <a:srgbClr val="272727"/>
                </a:solidFill>
                <a:effectLst/>
                <a:cs typeface="Arial" panose="020B0604020202020204" pitchFamily="34" charset="0"/>
              </a:rPr>
              <a:t> in the world to receive CAR-T cell therapy in a breakthrough clinical trial. </a:t>
            </a:r>
          </a:p>
          <a:p>
            <a:pPr>
              <a:lnSpc>
                <a:spcPct val="200000"/>
              </a:lnSpc>
            </a:pPr>
            <a:r>
              <a:rPr lang="en-US" altLang="zh-CN" b="1" dirty="0">
                <a:solidFill>
                  <a:srgbClr val="272727"/>
                </a:solidFill>
                <a:cs typeface="Arial" panose="020B0604020202020204" pitchFamily="34" charset="0"/>
              </a:rPr>
              <a:t>Today, </a:t>
            </a:r>
            <a:r>
              <a:rPr lang="en-US" altLang="zh-CN" sz="1400" dirty="0">
                <a:solidFill>
                  <a:srgbClr val="272727"/>
                </a:solidFill>
                <a:cs typeface="Arial" panose="020B0604020202020204" pitchFamily="34" charset="0"/>
              </a:rPr>
              <a:t>Emily is cancer-free and attends college at Penn State University.</a:t>
            </a:r>
            <a:endParaRPr lang="zh-CN" altLang="en-US" sz="1400" dirty="0">
              <a:solidFill>
                <a:srgbClr val="272727"/>
              </a:solidFill>
              <a:cs typeface="Arial" panose="020B0604020202020204" pitchFamily="34" charset="0"/>
            </a:endParaRPr>
          </a:p>
        </p:txBody>
      </p:sp>
      <p:sp>
        <p:nvSpPr>
          <p:cNvPr id="22" name="文本框 21">
            <a:extLst>
              <a:ext uri="{FF2B5EF4-FFF2-40B4-BE49-F238E27FC236}">
                <a16:creationId xmlns:a16="http://schemas.microsoft.com/office/drawing/2014/main" id="{CFD734E8-2C29-11A3-901A-587A39570D16}"/>
              </a:ext>
            </a:extLst>
          </p:cNvPr>
          <p:cNvSpPr txBox="1"/>
          <p:nvPr/>
        </p:nvSpPr>
        <p:spPr>
          <a:xfrm>
            <a:off x="5846758" y="6358877"/>
            <a:ext cx="6118260" cy="276999"/>
          </a:xfrm>
          <a:prstGeom prst="rect">
            <a:avLst/>
          </a:prstGeom>
          <a:noFill/>
        </p:spPr>
        <p:txBody>
          <a:bodyPr wrap="square">
            <a:spAutoFit/>
          </a:bodyPr>
          <a:lstStyle/>
          <a:p>
            <a:r>
              <a:rPr lang="en-US" altLang="zh-CN" sz="1200" dirty="0">
                <a:solidFill>
                  <a:srgbClr val="272727"/>
                </a:solidFill>
                <a:cs typeface="Arial" panose="020B0604020202020204" pitchFamily="34" charset="0"/>
              </a:rPr>
              <a:t>*T</a:t>
            </a:r>
            <a:r>
              <a:rPr lang="en-US" altLang="zh-CN" sz="1200" b="0" i="0" dirty="0">
                <a:solidFill>
                  <a:srgbClr val="272727"/>
                </a:solidFill>
                <a:effectLst/>
                <a:cs typeface="Arial" panose="020B0604020202020204" pitchFamily="34" charset="0"/>
              </a:rPr>
              <a:t>he first pediatric patient in the world to receive CAR T-cell therapy</a:t>
            </a:r>
            <a:endParaRPr lang="zh-CN" altLang="en-US" sz="1200" dirty="0">
              <a:cs typeface="Arial" panose="020B0604020202020204" pitchFamily="34" charset="0"/>
            </a:endParaRPr>
          </a:p>
        </p:txBody>
      </p:sp>
    </p:spTree>
    <p:extLst>
      <p:ext uri="{BB962C8B-B14F-4D97-AF65-F5344CB8AC3E}">
        <p14:creationId xmlns:p14="http://schemas.microsoft.com/office/powerpoint/2010/main" val="1051347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0AFFA-3722-9E18-1BE3-DC0CFEBF5C4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864D70E-2BF4-F788-A938-A23F24AB2240}"/>
              </a:ext>
            </a:extLst>
          </p:cNvPr>
          <p:cNvSpPr>
            <a:spLocks noGrp="1"/>
          </p:cNvSpPr>
          <p:nvPr>
            <p:ph type="title"/>
          </p:nvPr>
        </p:nvSpPr>
        <p:spPr>
          <a:xfrm>
            <a:off x="181978" y="99060"/>
            <a:ext cx="8855695" cy="505460"/>
          </a:xfrm>
        </p:spPr>
        <p:txBody>
          <a:bodyPr>
            <a:normAutofit fontScale="90000"/>
          </a:bodyPr>
          <a:lstStyle/>
          <a:p>
            <a:r>
              <a:rPr lang="en-US" altLang="zh-CN" dirty="0" err="1">
                <a:uFill>
                  <a:solidFill>
                    <a:prstClr val="black">
                      <a:alpha val="0"/>
                    </a:prstClr>
                  </a:solidFill>
                </a:uFill>
                <a:ea typeface="Microsoft JhengHei" panose="020B0604030504040204" pitchFamily="34" charset="-120"/>
              </a:rPr>
              <a:t>Eque</a:t>
            </a:r>
            <a:r>
              <a:rPr lang="en-US" altLang="zh-CN" dirty="0">
                <a:uFill>
                  <a:solidFill>
                    <a:prstClr val="black">
                      <a:alpha val="0"/>
                    </a:prstClr>
                  </a:solidFill>
                </a:uFill>
                <a:ea typeface="Microsoft JhengHei" panose="020B0604030504040204" pitchFamily="34" charset="-120"/>
              </a:rPr>
              <a:t>-cel – FIC and Potentially BIC BCMA CAR-T Therapy</a:t>
            </a:r>
            <a:endParaRPr lang="zh-CN" altLang="en-US" dirty="0"/>
          </a:p>
        </p:txBody>
      </p:sp>
      <p:graphicFrame>
        <p:nvGraphicFramePr>
          <p:cNvPr id="3" name="Table 9">
            <a:extLst>
              <a:ext uri="{FF2B5EF4-FFF2-40B4-BE49-F238E27FC236}">
                <a16:creationId xmlns:a16="http://schemas.microsoft.com/office/drawing/2014/main" id="{8A10CDB3-17F7-9DEE-4E9B-CF2DBAC17501}"/>
              </a:ext>
            </a:extLst>
          </p:cNvPr>
          <p:cNvGraphicFramePr>
            <a:graphicFrameLocks noGrp="1"/>
          </p:cNvGraphicFramePr>
          <p:nvPr>
            <p:extLst>
              <p:ext uri="{D42A27DB-BD31-4B8C-83A1-F6EECF244321}">
                <p14:modId xmlns:p14="http://schemas.microsoft.com/office/powerpoint/2010/main" val="1759382852"/>
              </p:ext>
            </p:extLst>
          </p:nvPr>
        </p:nvGraphicFramePr>
        <p:xfrm>
          <a:off x="619531" y="1597560"/>
          <a:ext cx="10856184" cy="4771773"/>
        </p:xfrm>
        <a:graphic>
          <a:graphicData uri="http://schemas.openxmlformats.org/drawingml/2006/table">
            <a:tbl>
              <a:tblPr firstRow="1" firstCol="1" bandRow="1"/>
              <a:tblGrid>
                <a:gridCol w="1492364">
                  <a:extLst>
                    <a:ext uri="{9D8B030D-6E8A-4147-A177-3AD203B41FA5}">
                      <a16:colId xmlns:a16="http://schemas.microsoft.com/office/drawing/2014/main" val="20000"/>
                    </a:ext>
                  </a:extLst>
                </a:gridCol>
                <a:gridCol w="1872764">
                  <a:extLst>
                    <a:ext uri="{9D8B030D-6E8A-4147-A177-3AD203B41FA5}">
                      <a16:colId xmlns:a16="http://schemas.microsoft.com/office/drawing/2014/main" val="20001"/>
                    </a:ext>
                  </a:extLst>
                </a:gridCol>
                <a:gridCol w="1872764">
                  <a:extLst>
                    <a:ext uri="{9D8B030D-6E8A-4147-A177-3AD203B41FA5}">
                      <a16:colId xmlns:a16="http://schemas.microsoft.com/office/drawing/2014/main" val="20002"/>
                    </a:ext>
                  </a:extLst>
                </a:gridCol>
                <a:gridCol w="1872764">
                  <a:extLst>
                    <a:ext uri="{9D8B030D-6E8A-4147-A177-3AD203B41FA5}">
                      <a16:colId xmlns:a16="http://schemas.microsoft.com/office/drawing/2014/main" val="20003"/>
                    </a:ext>
                  </a:extLst>
                </a:gridCol>
                <a:gridCol w="1872764">
                  <a:extLst>
                    <a:ext uri="{9D8B030D-6E8A-4147-A177-3AD203B41FA5}">
                      <a16:colId xmlns:a16="http://schemas.microsoft.com/office/drawing/2014/main" val="20004"/>
                    </a:ext>
                  </a:extLst>
                </a:gridCol>
                <a:gridCol w="1872764">
                  <a:extLst>
                    <a:ext uri="{9D8B030D-6E8A-4147-A177-3AD203B41FA5}">
                      <a16:colId xmlns:a16="http://schemas.microsoft.com/office/drawing/2014/main" val="20005"/>
                    </a:ext>
                  </a:extLst>
                </a:gridCol>
              </a:tblGrid>
              <a:tr h="337988">
                <a:tc>
                  <a:txBody>
                    <a:bodyPr/>
                    <a:lstStyle/>
                    <a:p>
                      <a:pPr>
                        <a:buFont typeface="Arial" panose="020B0604020202020204" pitchFamily="34" charset="0"/>
                      </a:pPr>
                      <a:endParaRPr lang="zh-CN" altLang="en-US" sz="110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buFont typeface="Arial" panose="020B0604020202020204" pitchFamily="34" charset="0"/>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Fucaso</a:t>
                      </a:r>
                      <a:r>
                        <a:rPr lang="en-US" sz="1100" b="1" i="0" u="none" strike="noStrike" cap="none" baseline="3000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t>
                      </a:r>
                      <a:endParaRPr lang="zh-CN" altLang="en-US" sz="1100" b="1" baseline="30000" dirty="0">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p>
                  </a:txBody>
                  <a:tcPr anchor="ctr">
                    <a:lnL w="12700" cmpd="sng">
                      <a:noFill/>
                    </a:lnL>
                    <a:lnR w="12700" cmpd="sng">
                      <a:noFill/>
                    </a:lnR>
                    <a:lnT w="6350" cap="flat" cmpd="sng" algn="ctr">
                      <a:solidFill>
                        <a:schemeClr val="accent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08025" rtl="0" eaLnBrk="1" fontAlgn="auto" latinLnBrk="0" hangingPunct="1">
                        <a:lnSpc>
                          <a:spcPct val="100000"/>
                        </a:lnSpc>
                        <a:spcBef>
                          <a:spcPct val="0"/>
                        </a:spcBef>
                        <a:spcAft>
                          <a:spcPct val="0"/>
                        </a:spcAft>
                        <a:buClrTx/>
                        <a:buSzTx/>
                        <a:buFont typeface="Arial" panose="020B0604020202020204" pitchFamily="34" charset="0"/>
                        <a:buNone/>
                        <a:defRPr/>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Abecma</a:t>
                      </a:r>
                      <a:r>
                        <a:rPr lang="en-US" sz="1100" b="1" i="0" u="none" strike="noStrike" cap="none" baseline="3000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t>
                      </a:r>
                      <a:endParaRPr lang="zh-CN" altLang="en-US" sz="1100" b="1" baseline="30000" dirty="0">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815" rtl="0" eaLnBrk="1" fontAlgn="auto" latinLnBrk="0" hangingPunct="1">
                        <a:lnSpc>
                          <a:spcPct val="100000"/>
                        </a:lnSpc>
                        <a:spcBef>
                          <a:spcPct val="0"/>
                        </a:spcBef>
                        <a:spcAft>
                          <a:spcPct val="0"/>
                        </a:spcAft>
                        <a:buClrTx/>
                        <a:buSzTx/>
                        <a:buFont typeface="Arial" panose="020B0604020202020204" pitchFamily="34" charset="0"/>
                        <a:buNone/>
                        <a:defRPr/>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Carvykti</a:t>
                      </a:r>
                      <a:r>
                        <a:rPr lang="en-US" sz="1100" b="1" i="0" u="none" strike="noStrike" cap="none" baseline="3000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t>
                      </a:r>
                      <a:endParaRPr lang="zh-CN" altLang="en-US" sz="1100" b="1" baseline="30000" dirty="0">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815" rtl="0" eaLnBrk="1" fontAlgn="auto" latinLnBrk="0" hangingPunct="1">
                        <a:lnSpc>
                          <a:spcPct val="100000"/>
                        </a:lnSpc>
                        <a:spcBef>
                          <a:spcPct val="0"/>
                        </a:spcBef>
                        <a:spcAft>
                          <a:spcPct val="0"/>
                        </a:spcAft>
                        <a:buClrTx/>
                        <a:buSzTx/>
                        <a:buFont typeface="Arial" panose="020B0604020202020204" pitchFamily="34" charset="0"/>
                        <a:buNone/>
                        <a:defRPr/>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赛恺泽</a:t>
                      </a:r>
                      <a:r>
                        <a:rPr lang="en-US" sz="1100" b="1" i="0" u="none" strike="noStrike" cap="none" baseline="3000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 </a:t>
                      </a: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(Zevor-cel)</a:t>
                      </a:r>
                      <a:endParaRPr lang="zh-CN" altLang="en-US" sz="1100" b="1" baseline="0" dirty="0">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87091">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a:buFont typeface="Arial" panose="020B0604020202020204" pitchFamily="34" charset="0"/>
                      </a:pPr>
                      <a:endParaRPr lang="zh-CN" altLang="en-US" sz="110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no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algn="ctr">
                        <a:buFont typeface="Arial" panose="020B0604020202020204" pitchFamily="34" charset="0"/>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Patients without </a:t>
                      </a:r>
                      <a:br>
                        <a:rPr sz="1100" dirty="0">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b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prior CAR-T</a:t>
                      </a:r>
                      <a:endParaRPr lang="en-US" altLang="zh-TW" sz="1100" b="1" dirty="0">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p>
                      <a:pPr algn="ctr">
                        <a:buFont typeface="Arial" panose="020B0604020202020204" pitchFamily="34" charset="0"/>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N=97</a:t>
                      </a:r>
                      <a:endParaRPr lang="zh-CN" altLang="en-US" sz="1100" b="1">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solidFill>
                        <a:schemeClr val="accent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anose="020B0604020202020204" pitchFamily="34" charset="0"/>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All patients</a:t>
                      </a:r>
                      <a:endParaRPr lang="en-US" altLang="zh-TW" sz="1100" b="1" dirty="0">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p>
                      <a:pPr algn="ctr">
                        <a:buFont typeface="Arial" panose="020B0604020202020204" pitchFamily="34" charset="0"/>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N=109</a:t>
                      </a:r>
                      <a:endParaRPr lang="zh-CN" altLang="en-US" sz="1100" b="1">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solidFill>
                        <a:schemeClr val="accent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algn="ctr">
                        <a:buFont typeface="Arial" panose="020B0604020202020204" pitchFamily="34" charset="0"/>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N=128</a:t>
                      </a:r>
                      <a:endParaRPr lang="zh-CN" altLang="en-US" sz="1100" b="1">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solidFill>
                        <a:schemeClr val="accent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marL="0" marR="0" lvl="0" indent="0" algn="ctr" defTabSz="932815" rtl="0" eaLnBrk="1" fontAlgn="auto" latinLnBrk="0" hangingPunct="1">
                        <a:lnSpc>
                          <a:spcPct val="100000"/>
                        </a:lnSpc>
                        <a:spcBef>
                          <a:spcPct val="0"/>
                        </a:spcBef>
                        <a:spcAft>
                          <a:spcPct val="0"/>
                        </a:spcAft>
                        <a:buClrTx/>
                        <a:buSzTx/>
                        <a:buFont typeface="Arial" panose="020B0604020202020204" pitchFamily="34" charset="0"/>
                        <a:buNone/>
                        <a:defRPr/>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N=97</a:t>
                      </a:r>
                      <a:endParaRPr lang="zh-CN" altLang="en-US" sz="1100" b="1">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solidFill>
                        <a:schemeClr val="accent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32815" rtl="0" eaLnBrk="1" fontAlgn="auto" latinLnBrk="0" hangingPunct="1">
                        <a:lnSpc>
                          <a:spcPct val="100000"/>
                        </a:lnSpc>
                        <a:spcBef>
                          <a:spcPct val="0"/>
                        </a:spcBef>
                        <a:spcAft>
                          <a:spcPct val="0"/>
                        </a:spcAft>
                        <a:buClrTx/>
                        <a:buSzTx/>
                        <a:buFont typeface="Arial" panose="020B0604020202020204" pitchFamily="34" charset="0"/>
                        <a:buNone/>
                        <a:defRPr/>
                      </a:pPr>
                      <a:r>
                        <a:rPr lang="en-US" sz="1100" b="1" i="0" u="none" strike="noStrike" cap="none" baseline="0" dirty="0">
                          <a:solidFill>
                            <a:srgbClr val="0032A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N=102</a:t>
                      </a:r>
                      <a:endParaRPr lang="zh-CN" altLang="en-US" sz="1100" b="1">
                        <a:solidFill>
                          <a:srgbClr val="0032A0"/>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48924" marB="48924" anchor="ctr">
                    <a:lnL w="12700" cmpd="sng">
                      <a:noFill/>
                    </a:lnL>
                    <a:lnR w="12700" cmpd="sng">
                      <a:noFill/>
                    </a:lnR>
                    <a:lnT w="6350" cap="flat" cmpd="sng" algn="ctr">
                      <a:solidFill>
                        <a:schemeClr val="accent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9211">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a:buFont typeface="Arial" panose="020B0604020202020204" pitchFamily="34" charset="0"/>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Approval</a:t>
                      </a:r>
                      <a:endParaRPr lang="zh-CN" altLang="en-US" sz="1100" dirty="0">
                        <a:solidFill>
                          <a:schemeClr val="bg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9525"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China Jun. 2023</a:t>
                      </a:r>
                      <a:endParaRPr lang="zh-CN" altLang="en-US" sz="110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9525"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9525"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USA Mar. 2021</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9525"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USA Feb. 2022</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9525"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China Feb. 2024</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9525"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339211">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a:buFont typeface="Arial" panose="020B0604020202020204" pitchFamily="34" charset="0"/>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Overall Response</a:t>
                      </a:r>
                      <a:endParaRPr lang="zh-CN" altLang="en-US" sz="1100">
                        <a:solidFill>
                          <a:schemeClr val="bg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98.9%</a:t>
                      </a:r>
                      <a:endParaRPr lang="zh-CN" altLang="en-US" sz="1100" b="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96.3%</a:t>
                      </a:r>
                      <a:endParaRPr lang="zh-CN" altLang="en-US" sz="1100" b="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73%</a:t>
                      </a:r>
                      <a:endParaRPr lang="zh-CN" altLang="en-US" sz="1100" b="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97.9%</a:t>
                      </a:r>
                      <a:endParaRPr lang="zh-CN" altLang="en-US" sz="1100" b="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92.2%</a:t>
                      </a:r>
                      <a:endParaRPr lang="zh-CN" altLang="en-US" sz="1100" b="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39211">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a:buFont typeface="Arial" panose="020B0604020202020204" pitchFamily="34" charset="0"/>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≥CR </a:t>
                      </a:r>
                      <a:endParaRPr lang="zh-CN" altLang="en-US" sz="1100">
                        <a:solidFill>
                          <a:schemeClr val="bg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Clr>
                          <a:schemeClr val="tx1"/>
                        </a:buClr>
                        <a:buSzTx/>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88.4%</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buClr>
                          <a:schemeClr val="tx1"/>
                        </a:buClr>
                        <a:buSzTx/>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83.2%</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Clr>
                          <a:schemeClr val="tx1"/>
                        </a:buClr>
                        <a:buSzTx/>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33%</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Clr>
                          <a:schemeClr val="tx1"/>
                        </a:buClr>
                        <a:buSzTx/>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82.5%</a:t>
                      </a:r>
                      <a:endParaRPr lang="zh-CN" altLang="en-US" sz="110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buClr>
                          <a:schemeClr val="tx1"/>
                        </a:buClr>
                        <a:buSzTx/>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71.6%</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339211">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a:buFont typeface="Arial" panose="020B0604020202020204" pitchFamily="34" charset="0"/>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mPFS (months)</a:t>
                      </a:r>
                      <a:endParaRPr lang="zh-CN" altLang="en-US" sz="1100" dirty="0">
                        <a:solidFill>
                          <a:schemeClr val="bg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35.9</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30.5</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8.8</a:t>
                      </a:r>
                      <a:endParaRPr lang="zh-CN" altLang="en-US" sz="110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34.9</a:t>
                      </a:r>
                      <a:endParaRPr lang="zh-CN" altLang="en-US" sz="110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altLang="zh-TW" sz="1100" baseline="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t>
                      </a:r>
                      <a:endParaRPr lang="zh-CN" altLang="en-US" sz="110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39211">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a:buFont typeface="Arial" panose="020B0604020202020204" pitchFamily="34" charset="0"/>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12-month PFS</a:t>
                      </a:r>
                      <a:endParaRPr lang="zh-CN" altLang="en-US" sz="1100" dirty="0">
                        <a:solidFill>
                          <a:schemeClr val="bg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85.5%</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80.0%</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altLang="zh-CN" sz="1100" baseline="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t>
                      </a:r>
                      <a:endParaRPr lang="zh-CN" altLang="en-US" sz="110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altLang="zh-CN" sz="1100" kern="120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t>
                      </a:r>
                      <a:endParaRPr lang="zh-CN" altLang="en-US" sz="1100" kern="12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76.3%</a:t>
                      </a:r>
                      <a:endParaRPr lang="zh-CN" altLang="en-US" sz="1100" kern="12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r h="339211">
                <a:tc>
                  <a:txBody>
                    <a:bodyPr/>
                    <a:lstStyle>
                      <a:lvl1pPr marL="0">
                        <a:defRPr b="1">
                          <a:solidFill>
                            <a:schemeClr val="tx1"/>
                          </a:solidFill>
                          <a:latin typeface="Arial" panose="020B0604020202020204"/>
                          <a:ea typeface="宋体" panose="02010600030101010101" pitchFamily="2" charset="-122"/>
                        </a:defRPr>
                      </a:lvl1pPr>
                      <a:lvl2pPr marL="457200">
                        <a:defRPr b="1">
                          <a:solidFill>
                            <a:schemeClr val="tx1"/>
                          </a:solidFill>
                          <a:latin typeface="Arial" panose="020B0604020202020204"/>
                          <a:ea typeface="宋体" panose="02010600030101010101" pitchFamily="2" charset="-122"/>
                        </a:defRPr>
                      </a:lvl2pPr>
                      <a:lvl3pPr marL="914400">
                        <a:defRPr b="1">
                          <a:solidFill>
                            <a:schemeClr val="tx1"/>
                          </a:solidFill>
                          <a:latin typeface="Arial" panose="020B0604020202020204"/>
                          <a:ea typeface="宋体" panose="02010600030101010101" pitchFamily="2" charset="-122"/>
                        </a:defRPr>
                      </a:lvl3pPr>
                      <a:lvl4pPr marL="1371600">
                        <a:defRPr b="1">
                          <a:solidFill>
                            <a:schemeClr val="tx1"/>
                          </a:solidFill>
                          <a:latin typeface="Arial" panose="020B0604020202020204"/>
                          <a:ea typeface="宋体" panose="02010600030101010101" pitchFamily="2" charset="-122"/>
                        </a:defRPr>
                      </a:lvl4pPr>
                      <a:lvl5pPr marL="1828800">
                        <a:defRPr b="1">
                          <a:solidFill>
                            <a:schemeClr val="tx1"/>
                          </a:solidFill>
                          <a:latin typeface="Arial" panose="020B0604020202020204"/>
                          <a:ea typeface="宋体" panose="02010600030101010101" pitchFamily="2" charset="-122"/>
                        </a:defRPr>
                      </a:lvl5pPr>
                      <a:lvl6pPr marL="2286000">
                        <a:defRPr b="1">
                          <a:solidFill>
                            <a:schemeClr val="tx1"/>
                          </a:solidFill>
                          <a:latin typeface="Arial" panose="020B0604020202020204"/>
                          <a:ea typeface="宋体" panose="02010600030101010101" pitchFamily="2" charset="-122"/>
                        </a:defRPr>
                      </a:lvl6pPr>
                      <a:lvl7pPr marL="2743200">
                        <a:defRPr b="1">
                          <a:solidFill>
                            <a:schemeClr val="tx1"/>
                          </a:solidFill>
                          <a:latin typeface="Arial" panose="020B0604020202020204"/>
                          <a:ea typeface="宋体" panose="02010600030101010101" pitchFamily="2" charset="-122"/>
                        </a:defRPr>
                      </a:lvl7pPr>
                      <a:lvl8pPr marL="3200400">
                        <a:defRPr b="1">
                          <a:solidFill>
                            <a:schemeClr val="tx1"/>
                          </a:solidFill>
                          <a:latin typeface="Arial" panose="020B0604020202020204"/>
                          <a:ea typeface="宋体" panose="02010600030101010101" pitchFamily="2" charset="-122"/>
                        </a:defRPr>
                      </a:lvl8pPr>
                      <a:lvl9pPr marL="3657600">
                        <a:defRPr b="1">
                          <a:solidFill>
                            <a:schemeClr val="tx1"/>
                          </a:solidFill>
                          <a:latin typeface="Arial" panose="020B0604020202020204"/>
                          <a:ea typeface="宋体" panose="02010600030101010101" pitchFamily="2" charset="-122"/>
                        </a:defRPr>
                      </a:lvl9pPr>
                    </a:lstStyle>
                    <a:p>
                      <a:pPr>
                        <a:buFont typeface="Arial" panose="020B0604020202020204" pitchFamily="34" charset="0"/>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CRS Grade ≥3</a:t>
                      </a:r>
                      <a:endParaRPr lang="zh-CN" altLang="en-US" sz="1100">
                        <a:solidFill>
                          <a:schemeClr val="bg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1.0%</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0.9%</a:t>
                      </a:r>
                      <a:endParaRPr lang="zh-CN" altLang="en-US" sz="11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prstDash val="solid"/>
                    </a:lnL>
                    <a:lnR w="12700" cmpd="sng">
                      <a:noFill/>
                      <a:prstDash val="soli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5.5%</a:t>
                      </a:r>
                      <a:endParaRPr lang="zh-CN" altLang="en-US" sz="110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Arial" panose="020B0604020202020204"/>
                          <a:ea typeface="宋体" panose="02010600030101010101" pitchFamily="2" charset="-122"/>
                        </a:defRPr>
                      </a:lvl1pPr>
                      <a:lvl2pPr marL="457200">
                        <a:defRPr>
                          <a:solidFill>
                            <a:schemeClr val="tx1"/>
                          </a:solidFill>
                          <a:latin typeface="Arial" panose="020B0604020202020204"/>
                          <a:ea typeface="宋体" panose="02010600030101010101" pitchFamily="2" charset="-122"/>
                        </a:defRPr>
                      </a:lvl2pPr>
                      <a:lvl3pPr marL="914400">
                        <a:defRPr>
                          <a:solidFill>
                            <a:schemeClr val="tx1"/>
                          </a:solidFill>
                          <a:latin typeface="Arial" panose="020B0604020202020204"/>
                          <a:ea typeface="宋体" panose="02010600030101010101" pitchFamily="2" charset="-122"/>
                        </a:defRPr>
                      </a:lvl3pPr>
                      <a:lvl4pPr marL="1371600">
                        <a:defRPr>
                          <a:solidFill>
                            <a:schemeClr val="tx1"/>
                          </a:solidFill>
                          <a:latin typeface="Arial" panose="020B0604020202020204"/>
                          <a:ea typeface="宋体" panose="02010600030101010101" pitchFamily="2" charset="-122"/>
                        </a:defRPr>
                      </a:lvl4pPr>
                      <a:lvl5pPr marL="1828800">
                        <a:defRPr>
                          <a:solidFill>
                            <a:schemeClr val="tx1"/>
                          </a:solidFill>
                          <a:latin typeface="Arial" panose="020B0604020202020204"/>
                          <a:ea typeface="宋体" panose="02010600030101010101" pitchFamily="2" charset="-122"/>
                        </a:defRPr>
                      </a:lvl5pPr>
                      <a:lvl6pPr marL="2286000">
                        <a:defRPr>
                          <a:solidFill>
                            <a:schemeClr val="tx1"/>
                          </a:solidFill>
                          <a:latin typeface="Arial" panose="020B0604020202020204"/>
                          <a:ea typeface="宋体" panose="02010600030101010101" pitchFamily="2" charset="-122"/>
                        </a:defRPr>
                      </a:lvl6pPr>
                      <a:lvl7pPr marL="2743200">
                        <a:defRPr>
                          <a:solidFill>
                            <a:schemeClr val="tx1"/>
                          </a:solidFill>
                          <a:latin typeface="Arial" panose="020B0604020202020204"/>
                          <a:ea typeface="宋体" panose="02010600030101010101" pitchFamily="2" charset="-122"/>
                        </a:defRPr>
                      </a:lvl7pPr>
                      <a:lvl8pPr marL="3200400">
                        <a:defRPr>
                          <a:solidFill>
                            <a:schemeClr val="tx1"/>
                          </a:solidFill>
                          <a:latin typeface="Arial" panose="020B0604020202020204"/>
                          <a:ea typeface="宋体" panose="02010600030101010101" pitchFamily="2" charset="-122"/>
                        </a:defRPr>
                      </a:lvl8pPr>
                      <a:lvl9pPr marL="3657600">
                        <a:defRPr>
                          <a:solidFill>
                            <a:schemeClr val="tx1"/>
                          </a:solidFill>
                          <a:latin typeface="Arial" panose="020B0604020202020204"/>
                          <a:ea typeface="宋体" panose="02010600030101010101" pitchFamily="2" charset="-122"/>
                        </a:defRPr>
                      </a:lvl9p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5.1%</a:t>
                      </a:r>
                      <a:endParaRPr lang="zh-CN" altLang="en-US" sz="1100" kern="12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6.9%</a:t>
                      </a:r>
                      <a:endParaRPr lang="zh-CN" altLang="en-US" sz="1100" kern="120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691463">
                <a:tc>
                  <a:txBody>
                    <a:bodyPr/>
                    <a:lstStyle/>
                    <a:p>
                      <a:pPr>
                        <a:buFont typeface="Arial" panose="020B0604020202020204" pitchFamily="34" charset="0"/>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CAR-T-associated Neurotoxicity (Including ICANS) ≥ Grade 3</a:t>
                      </a:r>
                      <a:endParaRPr lang="zh-CN" altLang="en-US" sz="1100" b="1" dirty="0">
                        <a:solidFill>
                          <a:schemeClr val="bg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gridSpan="2">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endParaRPr lang="zh-CN"/>
                    </a:p>
                  </a:txBody>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4%</a:t>
                      </a:r>
                      <a:endParaRPr lang="zh-CN" altLang="en-US" sz="1100" b="0" baseline="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11%</a:t>
                      </a:r>
                      <a:endParaRPr lang="en-US" altLang="zh-CN" sz="1100" b="0" kern="120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a:t>
                      </a:r>
                      <a:endParaRPr lang="en-US" altLang="zh-CN" sz="1100" b="0" kern="120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8"/>
                  </a:ext>
                </a:extLst>
              </a:tr>
              <a:tr h="339211">
                <a:tc>
                  <a:txBody>
                    <a:bodyPr/>
                    <a:lstStyle/>
                    <a:p>
                      <a:pPr>
                        <a:buFont typeface="Arial" panose="020B0604020202020204" pitchFamily="34" charset="0"/>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Parkinsonism</a:t>
                      </a:r>
                      <a:endParaRPr lang="zh-CN" altLang="en-US" sz="1100" b="1">
                        <a:solidFill>
                          <a:schemeClr val="bg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gridSpan="2">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p>
                  </a:txBody>
                  <a:tcPr/>
                </a:tc>
                <a:tc>
                  <a:txBody>
                    <a:bodyPr/>
                    <a:lstStyle/>
                    <a:p>
                      <a:pPr marL="0" indent="0" algn="ctr">
                        <a:buFont typeface="Arial" panose="020B0604020202020204" pitchFamily="34" charset="0"/>
                        <a:buNone/>
                      </a:pPr>
                      <a:r>
                        <a:rPr lang="en-US" altLang="zh-TW" sz="1100" b="0" baseline="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t>
                      </a:r>
                      <a:endParaRPr lang="zh-CN" altLang="en-US" sz="1100" b="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5%</a:t>
                      </a:r>
                      <a:endParaRPr lang="en-US" altLang="zh-CN" sz="1100" b="0" kern="120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a:t>
                      </a:r>
                      <a:endParaRPr lang="en-US" altLang="zh-CN" sz="1100" b="0" kern="120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339211">
                <a:tc>
                  <a:txBody>
                    <a:bodyPr/>
                    <a:lstStyle/>
                    <a:p>
                      <a:pPr>
                        <a:buFont typeface="Arial" panose="020B0604020202020204" pitchFamily="34" charset="0"/>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MDS Incidence Rate</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gridSpan="2">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endParaRPr lang="zh-CN"/>
                    </a:p>
                  </a:txBody>
                  <a:tcPr marT="18288" marB="18288"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2/137</a:t>
                      </a:r>
                      <a:endParaRPr lang="zh-CN" altLang="en-US" sz="1100" b="0" baseline="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7/97</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10"/>
                  </a:ext>
                </a:extLst>
              </a:tr>
              <a:tr h="339211">
                <a:tc>
                  <a:txBody>
                    <a:bodyPr/>
                    <a:lstStyle/>
                    <a:p>
                      <a:pPr marL="0" marR="0" lvl="0" indent="0" algn="l" defTabSz="753110" rtl="0" eaLnBrk="1" fontAlgn="auto" latinLnBrk="0" hangingPunct="1">
                        <a:lnSpc>
                          <a:spcPct val="100000"/>
                        </a:lnSpc>
                        <a:spcBef>
                          <a:spcPct val="0"/>
                        </a:spcBef>
                        <a:spcAft>
                          <a:spcPct val="0"/>
                        </a:spcAft>
                        <a:buClrTx/>
                        <a:buSzTx/>
                        <a:buFont typeface="Arial" panose="020B0604020202020204" pitchFamily="34" charset="0"/>
                        <a:buNone/>
                        <a:defRPr/>
                      </a:pPr>
                      <a:r>
                        <a:rPr lang="en-US" sz="1100" b="1" i="0" u="none" strike="noStrike" cap="none" baseline="0" dirty="0">
                          <a:solidFill>
                            <a:srgbClr val="FFFFFF"/>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AML Incidence Rate</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32A0"/>
                    </a:solidFill>
                  </a:tcPr>
                </a:tc>
                <a:tc gridSpan="2">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endParaRPr lang="zh-CN"/>
                    </a:p>
                  </a:txBody>
                  <a:tcPr marT="18288" marB="18288"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a:t>
                      </a:r>
                      <a:endParaRPr lang="zh-CN" altLang="en-US" sz="1100" b="0" baseline="0" dirty="0">
                        <a:solidFill>
                          <a:schemeClr val="tx1"/>
                        </a:solid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endParaRP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3/97</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lgn="ctr">
                        <a:buFont typeface="Arial" panose="020B0604020202020204" pitchFamily="34" charset="0"/>
                        <a:buNone/>
                      </a:pPr>
                      <a:r>
                        <a:rPr lang="en-US" sz="1100" b="0" i="0" u="none" strike="noStrike" cap="none" baseline="0" dirty="0">
                          <a:solidFill>
                            <a:srgbClr val="000000"/>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0%</a:t>
                      </a:r>
                    </a:p>
                  </a:txBody>
                  <a:tcPr marL="97849" marR="97849" marT="19570" marB="19570" anchor="ctr">
                    <a:lnL w="12700" cmpd="sng">
                      <a:noFill/>
                    </a:lnL>
                    <a:lnR w="12700" cmpd="sng">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11"/>
                  </a:ext>
                </a:extLst>
              </a:tr>
            </a:tbl>
          </a:graphicData>
        </a:graphic>
      </p:graphicFrame>
      <p:grpSp>
        <p:nvGrpSpPr>
          <p:cNvPr id="5" name="Group 12">
            <a:extLst>
              <a:ext uri="{FF2B5EF4-FFF2-40B4-BE49-F238E27FC236}">
                <a16:creationId xmlns:a16="http://schemas.microsoft.com/office/drawing/2014/main" id="{FABEF3CB-46FD-6A7C-F1F7-D4C6E1842BCA}"/>
              </a:ext>
            </a:extLst>
          </p:cNvPr>
          <p:cNvGrpSpPr/>
          <p:nvPr/>
        </p:nvGrpSpPr>
        <p:grpSpPr>
          <a:xfrm>
            <a:off x="618765" y="1193515"/>
            <a:ext cx="10861193" cy="245349"/>
            <a:chOff x="621464" y="1259630"/>
            <a:chExt cx="10149841" cy="229280"/>
          </a:xfrm>
        </p:grpSpPr>
        <p:sp>
          <p:nvSpPr>
            <p:cNvPr id="6" name="Text Placeholder 1">
              <a:extLst>
                <a:ext uri="{FF2B5EF4-FFF2-40B4-BE49-F238E27FC236}">
                  <a16:creationId xmlns:a16="http://schemas.microsoft.com/office/drawing/2014/main" id="{BDEC5F75-2F23-75C8-5CD4-43B5D608FBEE}"/>
                </a:ext>
              </a:extLst>
            </p:cNvPr>
            <p:cNvSpPr txBox="1"/>
            <p:nvPr>
              <p:custDataLst>
                <p:tags r:id="rId2"/>
              </p:custDataLst>
            </p:nvPr>
          </p:nvSpPr>
          <p:spPr>
            <a:xfrm>
              <a:off x="621464" y="1259630"/>
              <a:ext cx="4930273" cy="150607"/>
            </a:xfrm>
            <a:prstGeom prst="rect">
              <a:avLst/>
            </a:prstGeom>
          </p:spPr>
          <p:txBody>
            <a:bodyPr vert="horz" wrap="none" lIns="0" tIns="0" rIns="0" bIns="0" rtlCol="0">
              <a:noAutofit/>
            </a:bodyPr>
            <a:lstStyle>
              <a:lvl1pPr indent="0" defTabSz="1208405">
                <a:spcBef>
                  <a:spcPct val="0"/>
                </a:spcBef>
                <a:spcAft>
                  <a:spcPts val="600"/>
                </a:spcAft>
                <a:buClr>
                  <a:schemeClr val="tx2"/>
                </a:buClr>
                <a:buSzPct val="115000"/>
                <a:buFont typeface="Arial" panose="020B0604020202020204" pitchFamily="34" charset="0"/>
                <a:buNone/>
                <a:tabLst>
                  <a:tab pos="10972800" algn="r"/>
                </a:tabLst>
                <a:defRPr sz="1000" b="1" spc="-20">
                  <a:solidFill>
                    <a:schemeClr val="accent1"/>
                  </a:solidFill>
                  <a:latin typeface="Arial" panose="020B0604020202020204" pitchFamily="34" charset="0"/>
                  <a:cs typeface="Arial" panose="020B0604020202020204" pitchFamily="34" charset="0"/>
                </a:defRPr>
              </a:lvl1pPr>
              <a:lvl2pPr marL="234950" indent="-114300" defTabSz="1019175">
                <a:spcBef>
                  <a:spcPct val="0"/>
                </a:spcBef>
                <a:spcAft>
                  <a:spcPts val="400"/>
                </a:spcAft>
                <a:buClr>
                  <a:schemeClr val="tx2"/>
                </a:buClr>
                <a:buSzTx/>
                <a:buFont typeface="Arial" panose="020B0604020202020204" pitchFamily="34" charset="0"/>
                <a:buChar char="–"/>
                <a:defRPr sz="800">
                  <a:latin typeface="Arial" panose="020B0604020202020204" pitchFamily="34" charset="0"/>
                  <a:cs typeface="Arial" panose="020B0604020202020204" pitchFamily="34" charset="0"/>
                </a:defRPr>
              </a:lvl2pPr>
              <a:lvl3pPr marL="349250" indent="-114300" defTabSz="914400">
                <a:spcBef>
                  <a:spcPct val="0"/>
                </a:spcBef>
                <a:spcAft>
                  <a:spcPts val="400"/>
                </a:spcAft>
                <a:buClr>
                  <a:schemeClr val="tx2"/>
                </a:buClr>
                <a:buFont typeface="Courier New" panose="02070309020205020404" pitchFamily="49" charset="0"/>
                <a:buChar char="o"/>
                <a:defRPr sz="800" baseline="0">
                  <a:latin typeface="Arial" panose="020B0604020202020204" pitchFamily="34" charset="0"/>
                  <a:cs typeface="Arial" panose="020B0604020202020204" pitchFamily="34" charset="0"/>
                </a:defRPr>
              </a:lvl3pPr>
              <a:lvl4pPr marL="455930" indent="-111125" defTabSz="1019175">
                <a:spcBef>
                  <a:spcPct val="0"/>
                </a:spcBef>
                <a:spcAft>
                  <a:spcPts val="400"/>
                </a:spcAft>
                <a:buClr>
                  <a:schemeClr val="tx2"/>
                </a:buClr>
                <a:buSzTx/>
                <a:buFont typeface="Arial" panose="020B0604020202020204" pitchFamily="34" charset="0"/>
                <a:buChar char="»"/>
                <a:defRPr sz="800">
                  <a:latin typeface="Arial" panose="020B0604020202020204" pitchFamily="34" charset="0"/>
                  <a:cs typeface="Arial" panose="020B0604020202020204" pitchFamily="34" charset="0"/>
                </a:defRPr>
              </a:lvl4pPr>
              <a:lvl5pPr marL="568325" indent="0" defTabSz="1019175">
                <a:spcBef>
                  <a:spcPct val="0"/>
                </a:spcBef>
                <a:spcAft>
                  <a:spcPts val="400"/>
                </a:spcAft>
                <a:buClr>
                  <a:schemeClr val="tx2"/>
                </a:buClr>
                <a:buSzPct val="115000"/>
                <a:buFont typeface="Arial" panose="020B0604020202020204" pitchFamily="34" charset="0"/>
                <a:buNone/>
                <a:defRPr sz="800">
                  <a:latin typeface="Arial" panose="020B0604020202020204" pitchFamily="34" charset="0"/>
                  <a:cs typeface="Arial" panose="020B0604020202020204" pitchFamily="34" charset="0"/>
                </a:defRPr>
              </a:lvl5pPr>
              <a:lvl6pPr marL="558800" indent="-101600" defTabSz="914400">
                <a:spcBef>
                  <a:spcPct val="20000"/>
                </a:spcBef>
                <a:buFont typeface="Arial" panose="020B0604020202020204" pitchFamily="34" charset="0"/>
                <a:buChar char="–"/>
                <a:defRPr sz="800"/>
              </a:lvl6pPr>
              <a:lvl7pPr marL="2971165" indent="-228600" defTabSz="914400">
                <a:spcBef>
                  <a:spcPct val="20000"/>
                </a:spcBef>
                <a:buFont typeface="Arial" panose="020B0604020202020204" pitchFamily="34" charset="0"/>
                <a:buChar char="•"/>
              </a:lvl7pPr>
              <a:lvl8pPr marL="3428365" indent="-228600" defTabSz="914400">
                <a:spcBef>
                  <a:spcPct val="20000"/>
                </a:spcBef>
                <a:buFont typeface="Arial" panose="020B0604020202020204" pitchFamily="34" charset="0"/>
                <a:buChar char="•"/>
              </a:lvl8pPr>
              <a:lvl9pPr marL="3885565" indent="-228600" defTabSz="914400">
                <a:spcBef>
                  <a:spcPct val="20000"/>
                </a:spcBef>
                <a:buFont typeface="Arial" panose="020B0604020202020204" pitchFamily="34" charset="0"/>
                <a:buChar char="•"/>
              </a:lvl9pPr>
            </a:lstStyle>
            <a:p>
              <a:pPr defTabSz="1293114" fontAlgn="auto">
                <a:spcAft>
                  <a:spcPts val="642"/>
                </a:spcAft>
                <a:buClr>
                  <a:srgbClr val="373545"/>
                </a:buClr>
                <a:tabLst>
                  <a:tab pos="11741993" algn="r"/>
                </a:tabLst>
              </a:pPr>
              <a:r>
                <a:rPr lang="en-US" sz="1284" spc="-21" dirty="0">
                  <a:solidFill>
                    <a:srgbClr val="2963F3"/>
                  </a:solidFill>
                  <a:uFill>
                    <a:solidFill>
                      <a:prstClr val="black">
                        <a:alpha val="0"/>
                      </a:prstClr>
                    </a:solidFill>
                  </a:uFill>
                  <a:ea typeface="Microsoft JhengHei" panose="020B0604030504040204" pitchFamily="34" charset="-120"/>
                  <a:sym typeface="Arial" panose="020B0604020202020204" pitchFamily="34" charset="0"/>
                </a:rPr>
                <a:t>Demonstrated clear advantages over other CAR-T cell therapies in multiple key measures</a:t>
              </a:r>
            </a:p>
          </p:txBody>
        </p:sp>
        <p:cxnSp>
          <p:nvCxnSpPr>
            <p:cNvPr id="7" name="Straight Connector 10">
              <a:extLst>
                <a:ext uri="{FF2B5EF4-FFF2-40B4-BE49-F238E27FC236}">
                  <a16:creationId xmlns:a16="http://schemas.microsoft.com/office/drawing/2014/main" id="{812D0506-E6F2-FB25-BCB4-8260AB747059}"/>
                </a:ext>
              </a:extLst>
            </p:cNvPr>
            <p:cNvCxnSpPr/>
            <p:nvPr/>
          </p:nvCxnSpPr>
          <p:spPr>
            <a:xfrm>
              <a:off x="621464" y="1488910"/>
              <a:ext cx="10149841"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8" name="Rectangle 15">
            <a:extLst>
              <a:ext uri="{FF2B5EF4-FFF2-40B4-BE49-F238E27FC236}">
                <a16:creationId xmlns:a16="http://schemas.microsoft.com/office/drawing/2014/main" id="{0B9AC0D6-0120-86DA-9344-37E54757517D}"/>
              </a:ext>
            </a:extLst>
          </p:cNvPr>
          <p:cNvSpPr/>
          <p:nvPr/>
        </p:nvSpPr>
        <p:spPr>
          <a:xfrm>
            <a:off x="5824661" y="1935080"/>
            <a:ext cx="48923" cy="48923"/>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0080" tIns="48924" rIns="50080" bIns="48924" numCol="1" spcCol="0" rtlCol="0" fromWordArt="0" anchor="ctr" anchorCtr="0" forceAA="0" compatLnSpc="1">
            <a:noAutofit/>
          </a:bodyPr>
          <a:lstStyle/>
          <a:p>
            <a:pPr algn="ctr" defTabSz="1089940" fontAlgn="auto">
              <a:spcBef>
                <a:spcPts val="428"/>
              </a:spcBef>
              <a:spcAft>
                <a:spcPts val="0"/>
              </a:spcAft>
            </a:pPr>
            <a:endParaRPr lang="zh-CN" altLang="en-US" sz="856" err="1">
              <a:solidFill>
                <a:prstClr val="black"/>
              </a:solidFill>
              <a:latin typeface="楷体" panose="02010609060101010101" charset="-122"/>
              <a:ea typeface="楷体" panose="02010609060101010101" charset="-122"/>
              <a:cs typeface="Arial"/>
            </a:endParaRPr>
          </a:p>
        </p:txBody>
      </p:sp>
      <p:sp>
        <p:nvSpPr>
          <p:cNvPr id="9" name="Rectangle 17">
            <a:extLst>
              <a:ext uri="{FF2B5EF4-FFF2-40B4-BE49-F238E27FC236}">
                <a16:creationId xmlns:a16="http://schemas.microsoft.com/office/drawing/2014/main" id="{446FD032-2B07-17ED-754B-D461BBCDA749}"/>
              </a:ext>
            </a:extLst>
          </p:cNvPr>
          <p:cNvSpPr/>
          <p:nvPr/>
        </p:nvSpPr>
        <p:spPr>
          <a:xfrm>
            <a:off x="7675630" y="1935080"/>
            <a:ext cx="48923" cy="48923"/>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0080" tIns="48924" rIns="50080" bIns="48924" numCol="1" spcCol="0" rtlCol="0" fromWordArt="0" anchor="ctr" anchorCtr="0" forceAA="0" compatLnSpc="1">
            <a:noAutofit/>
          </a:bodyPr>
          <a:lstStyle/>
          <a:p>
            <a:pPr algn="ctr" defTabSz="1089940" fontAlgn="auto">
              <a:spcBef>
                <a:spcPts val="428"/>
              </a:spcBef>
              <a:spcAft>
                <a:spcPts val="0"/>
              </a:spcAft>
            </a:pPr>
            <a:endParaRPr lang="zh-CN" altLang="en-US" sz="856" err="1">
              <a:solidFill>
                <a:prstClr val="black"/>
              </a:solidFill>
              <a:latin typeface="楷体" panose="02010609060101010101" charset="-122"/>
              <a:ea typeface="楷体" panose="02010609060101010101" charset="-122"/>
              <a:cs typeface="Arial"/>
            </a:endParaRPr>
          </a:p>
        </p:txBody>
      </p:sp>
      <p:sp>
        <p:nvSpPr>
          <p:cNvPr id="10" name="Rectangle 19">
            <a:extLst>
              <a:ext uri="{FF2B5EF4-FFF2-40B4-BE49-F238E27FC236}">
                <a16:creationId xmlns:a16="http://schemas.microsoft.com/office/drawing/2014/main" id="{4551BC07-D89A-CA62-A694-3B1035393964}"/>
              </a:ext>
            </a:extLst>
          </p:cNvPr>
          <p:cNvSpPr/>
          <p:nvPr/>
        </p:nvSpPr>
        <p:spPr>
          <a:xfrm>
            <a:off x="9575673" y="1935080"/>
            <a:ext cx="48923" cy="48923"/>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0080" tIns="48924" rIns="50080" bIns="48924" numCol="1" spcCol="0" rtlCol="0" fromWordArt="0" anchor="ctr" anchorCtr="0" forceAA="0" compatLnSpc="1">
            <a:noAutofit/>
          </a:bodyPr>
          <a:lstStyle/>
          <a:p>
            <a:pPr algn="ctr" defTabSz="1089940" fontAlgn="auto">
              <a:spcBef>
                <a:spcPts val="428"/>
              </a:spcBef>
              <a:spcAft>
                <a:spcPts val="0"/>
              </a:spcAft>
            </a:pPr>
            <a:endParaRPr lang="zh-CN" altLang="en-US" sz="856" err="1">
              <a:solidFill>
                <a:prstClr val="black"/>
              </a:solidFill>
              <a:latin typeface="楷体" panose="02010609060101010101" charset="-122"/>
              <a:ea typeface="楷体" panose="02010609060101010101" charset="-122"/>
              <a:cs typeface="Arial"/>
            </a:endParaRPr>
          </a:p>
        </p:txBody>
      </p:sp>
      <p:sp>
        <p:nvSpPr>
          <p:cNvPr id="11" name="Rectangle 3">
            <a:extLst>
              <a:ext uri="{FF2B5EF4-FFF2-40B4-BE49-F238E27FC236}">
                <a16:creationId xmlns:a16="http://schemas.microsoft.com/office/drawing/2014/main" id="{C5A9FD58-74D1-51C6-E1AF-EB4F654B3625}"/>
              </a:ext>
            </a:extLst>
          </p:cNvPr>
          <p:cNvSpPr/>
          <p:nvPr/>
        </p:nvSpPr>
        <p:spPr>
          <a:xfrm>
            <a:off x="2124762" y="1597559"/>
            <a:ext cx="3699747" cy="466943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0080" tIns="48924" rIns="50080" bIns="48924" numCol="1" spcCol="0" rtlCol="0" fromWordArt="0" anchor="ctr" anchorCtr="0" forceAA="0" compatLnSpc="1">
            <a:noAutofit/>
          </a:bodyPr>
          <a:lstStyle/>
          <a:p>
            <a:pPr algn="ctr" defTabSz="1089940" fontAlgn="auto">
              <a:spcBef>
                <a:spcPts val="428"/>
              </a:spcBef>
              <a:spcAft>
                <a:spcPts val="0"/>
              </a:spcAft>
            </a:pPr>
            <a:endParaRPr lang="zh-CN" altLang="en-US" sz="856" err="1">
              <a:solidFill>
                <a:prstClr val="black"/>
              </a:solidFill>
              <a:latin typeface="Arial"/>
              <a:ea typeface="KaiTi"/>
              <a:cs typeface="Arial"/>
            </a:endParaRPr>
          </a:p>
        </p:txBody>
      </p:sp>
      <p:sp>
        <p:nvSpPr>
          <p:cNvPr id="12" name="Text Placeholder 18">
            <a:extLst>
              <a:ext uri="{FF2B5EF4-FFF2-40B4-BE49-F238E27FC236}">
                <a16:creationId xmlns:a16="http://schemas.microsoft.com/office/drawing/2014/main" id="{0A52D173-8150-1107-6AFF-9357C8395AC3}"/>
              </a:ext>
            </a:extLst>
          </p:cNvPr>
          <p:cNvSpPr txBox="1">
            <a:spLocks/>
          </p:cNvSpPr>
          <p:nvPr>
            <p:custDataLst>
              <p:tags r:id="rId1"/>
            </p:custDataLst>
          </p:nvPr>
        </p:nvSpPr>
        <p:spPr>
          <a:xfrm>
            <a:off x="619534" y="749325"/>
            <a:ext cx="10860426" cy="282388"/>
          </a:xfrm>
          <a:prstGeom prst="rect">
            <a:avLst/>
          </a:prstGeom>
        </p:spPr>
        <p:txBody>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uFill>
                  <a:solidFill>
                    <a:prstClr val="black">
                      <a:alpha val="0"/>
                    </a:prstClr>
                  </a:solidFill>
                </a:uFill>
                <a:ea typeface="Microsoft JhengHei" panose="020B0604030504040204" pitchFamily="34" charset="-120"/>
              </a:rPr>
              <a:t>Clinical Data Comparisons</a:t>
            </a:r>
            <a:endParaRPr lang="zh-CN" altLang="en-US" dirty="0">
              <a:ea typeface="Microsoft JhengHei" panose="020B0604030504040204" pitchFamily="34" charset="-120"/>
            </a:endParaRPr>
          </a:p>
        </p:txBody>
      </p:sp>
    </p:spTree>
    <p:extLst>
      <p:ext uri="{BB962C8B-B14F-4D97-AF65-F5344CB8AC3E}">
        <p14:creationId xmlns:p14="http://schemas.microsoft.com/office/powerpoint/2010/main" val="1354258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9E6A8-BBE7-C4C8-1A72-8AA3B74C5B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6E576D6-8947-EC17-C8B0-C959959361DA}"/>
              </a:ext>
            </a:extLst>
          </p:cNvPr>
          <p:cNvSpPr>
            <a:spLocks noGrp="1"/>
          </p:cNvSpPr>
          <p:nvPr>
            <p:ph type="title"/>
          </p:nvPr>
        </p:nvSpPr>
        <p:spPr>
          <a:xfrm>
            <a:off x="64504" y="26987"/>
            <a:ext cx="8640294" cy="505460"/>
          </a:xfrm>
        </p:spPr>
        <p:txBody>
          <a:bodyPr>
            <a:normAutofit fontScale="90000"/>
          </a:bodyPr>
          <a:lstStyle/>
          <a:p>
            <a:r>
              <a:rPr lang="en-US" altLang="zh-CN" dirty="0">
                <a:uFill>
                  <a:solidFill>
                    <a:prstClr val="black">
                      <a:alpha val="0"/>
                    </a:prstClr>
                  </a:solidFill>
                </a:uFill>
                <a:ea typeface="Microsoft JhengHei" panose="020B0604030504040204" pitchFamily="34" charset="-120"/>
              </a:rPr>
              <a:t>Effectively Advance the Clinical Development and Registration of </a:t>
            </a:r>
            <a:r>
              <a:rPr lang="en-US" altLang="zh-CN" dirty="0" err="1">
                <a:uFill>
                  <a:solidFill>
                    <a:prstClr val="black">
                      <a:alpha val="0"/>
                    </a:prstClr>
                  </a:solidFill>
                </a:uFill>
                <a:ea typeface="Microsoft JhengHei" panose="020B0604030504040204" pitchFamily="34" charset="-120"/>
              </a:rPr>
              <a:t>Eque</a:t>
            </a:r>
            <a:r>
              <a:rPr lang="en-US" altLang="zh-CN" dirty="0">
                <a:uFill>
                  <a:solidFill>
                    <a:prstClr val="black">
                      <a:alpha val="0"/>
                    </a:prstClr>
                  </a:solidFill>
                </a:uFill>
                <a:ea typeface="Microsoft JhengHei" panose="020B0604030504040204" pitchFamily="34" charset="-120"/>
              </a:rPr>
              <a:t>-cel Globally</a:t>
            </a:r>
            <a:endParaRPr lang="zh-CN" altLang="en-US" spc="0" dirty="0">
              <a:latin typeface="+mj-lt"/>
            </a:endParaRPr>
          </a:p>
        </p:txBody>
      </p:sp>
      <p:grpSp>
        <p:nvGrpSpPr>
          <p:cNvPr id="23" name="Group 965">
            <a:extLst>
              <a:ext uri="{FF2B5EF4-FFF2-40B4-BE49-F238E27FC236}">
                <a16:creationId xmlns:a16="http://schemas.microsoft.com/office/drawing/2014/main" id="{4E37D2AE-D75B-3DC4-9D70-CE0B3266D10B}"/>
              </a:ext>
            </a:extLst>
          </p:cNvPr>
          <p:cNvGrpSpPr/>
          <p:nvPr/>
        </p:nvGrpSpPr>
        <p:grpSpPr>
          <a:xfrm>
            <a:off x="337415" y="2527293"/>
            <a:ext cx="10993506" cy="4105029"/>
            <a:chOff x="0" y="2184870"/>
            <a:chExt cx="10993506" cy="4105029"/>
          </a:xfrm>
        </p:grpSpPr>
        <p:sp>
          <p:nvSpPr>
            <p:cNvPr id="26" name="Rectangle 950">
              <a:extLst>
                <a:ext uri="{FF2B5EF4-FFF2-40B4-BE49-F238E27FC236}">
                  <a16:creationId xmlns:a16="http://schemas.microsoft.com/office/drawing/2014/main" id="{93E654AD-B1C9-5DDB-014B-EFF2F84C666A}"/>
                </a:ext>
              </a:extLst>
            </p:cNvPr>
            <p:cNvSpPr/>
            <p:nvPr/>
          </p:nvSpPr>
          <p:spPr>
            <a:xfrm>
              <a:off x="0" y="2184870"/>
              <a:ext cx="2303286" cy="4105029"/>
            </a:xfrm>
            <a:prstGeom prst="rect">
              <a:avLst/>
            </a:prstGeom>
            <a:gradFill>
              <a:gsLst>
                <a:gs pos="0">
                  <a:schemeClr val="bg1">
                    <a:alpha val="0"/>
                  </a:schemeClr>
                </a:gs>
                <a:gs pos="66000">
                  <a:schemeClr val="bg1"/>
                </a:gs>
              </a:gsLst>
              <a:lin ang="108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800" dirty="0">
                <a:solidFill>
                  <a:schemeClr val="tx1"/>
                </a:solidFill>
              </a:endParaRPr>
            </a:p>
          </p:txBody>
        </p:sp>
        <p:sp>
          <p:nvSpPr>
            <p:cNvPr id="28" name="Rectangle 951">
              <a:extLst>
                <a:ext uri="{FF2B5EF4-FFF2-40B4-BE49-F238E27FC236}">
                  <a16:creationId xmlns:a16="http://schemas.microsoft.com/office/drawing/2014/main" id="{7B30DE5B-43A8-A665-B363-08D14B6832E4}"/>
                </a:ext>
              </a:extLst>
            </p:cNvPr>
            <p:cNvSpPr/>
            <p:nvPr/>
          </p:nvSpPr>
          <p:spPr>
            <a:xfrm rot="16200000">
              <a:off x="5003564" y="299956"/>
              <a:ext cx="1321659" cy="10658225"/>
            </a:xfrm>
            <a:prstGeom prst="rect">
              <a:avLst/>
            </a:prstGeom>
            <a:gradFill>
              <a:gsLst>
                <a:gs pos="0">
                  <a:schemeClr val="bg1">
                    <a:alpha val="0"/>
                  </a:schemeClr>
                </a:gs>
                <a:gs pos="79000">
                  <a:schemeClr val="bg1"/>
                </a:gs>
              </a:gsLst>
              <a:lin ang="108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800" dirty="0">
                <a:solidFill>
                  <a:schemeClr val="tx1"/>
                </a:solidFill>
              </a:endParaRPr>
            </a:p>
          </p:txBody>
        </p:sp>
      </p:grpSp>
      <p:sp>
        <p:nvSpPr>
          <p:cNvPr id="29" name="页脚占位符 1">
            <a:extLst>
              <a:ext uri="{FF2B5EF4-FFF2-40B4-BE49-F238E27FC236}">
                <a16:creationId xmlns:a16="http://schemas.microsoft.com/office/drawing/2014/main" id="{C46437DC-4274-CED6-4DD7-E20431706D2B}"/>
              </a:ext>
            </a:extLst>
          </p:cNvPr>
          <p:cNvSpPr txBox="1">
            <a:spLocks/>
          </p:cNvSpPr>
          <p:nvPr>
            <p:custDataLst>
              <p:tags r:id="rId1"/>
            </p:custDataLst>
          </p:nvPr>
        </p:nvSpPr>
        <p:spPr>
          <a:xfrm>
            <a:off x="964993" y="6012486"/>
            <a:ext cx="10145166" cy="258532"/>
          </a:xfrm>
          <a:prstGeom prst="rect">
            <a:avLst/>
          </a:prstGeom>
        </p:spPr>
        <p:txBody>
          <a:bodyPr/>
          <a:lstStyle>
            <a:defPPr>
              <a:defRPr lang="en-US"/>
            </a:defPPr>
            <a:lvl1pPr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1pPr>
            <a:lvl2pPr marL="457200"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2pPr>
            <a:lvl3pPr marL="914400"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3pPr>
            <a:lvl4pPr marL="1371600"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4pPr>
            <a:lvl5pPr marL="1828800" algn="l" defTabSz="457200"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Light" panose="020B0502040204020203"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Light" panose="020B0502040204020203"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Light" panose="020B0502040204020203"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Light" panose="020B0502040204020203"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Light" panose="020B0502040204020203" pitchFamily="34" charset="-122"/>
                <a:cs typeface="+mn-cs"/>
              </a:defRPr>
            </a:lvl9pPr>
          </a:lstStyle>
          <a:p>
            <a:r>
              <a:rPr lang="en-US" sz="600" b="1">
                <a:solidFill>
                  <a:srgbClr val="000000"/>
                </a:solidFill>
                <a:uFill>
                  <a:solidFill>
                    <a:prstClr val="black">
                      <a:alpha val="0"/>
                    </a:prstClr>
                  </a:solidFill>
                </a:uFill>
                <a:ea typeface="Microsoft JhengHei" panose="020B0604030504040204" pitchFamily="34" charset="-120"/>
              </a:rPr>
              <a:t>Notes:</a:t>
            </a:r>
          </a:p>
          <a:p>
            <a:pPr marL="88265" indent="-88265">
              <a:buFont typeface="Arial" panose="020B0604020202020204" pitchFamily="34" charset="0"/>
              <a:buAutoNum type="arabicPeriod"/>
            </a:pPr>
            <a:endParaRPr lang="zh-CN" altLang="en-US">
              <a:ea typeface="Microsoft JhengHei" panose="020B0604030504040204" pitchFamily="34" charset="-120"/>
            </a:endParaRPr>
          </a:p>
        </p:txBody>
      </p:sp>
      <p:sp>
        <p:nvSpPr>
          <p:cNvPr id="30" name="Freeform 407">
            <a:extLst>
              <a:ext uri="{FF2B5EF4-FFF2-40B4-BE49-F238E27FC236}">
                <a16:creationId xmlns:a16="http://schemas.microsoft.com/office/drawing/2014/main" id="{0116BDE0-8709-C50B-2EC0-C48C0C0518FC}"/>
              </a:ext>
            </a:extLst>
          </p:cNvPr>
          <p:cNvSpPr/>
          <p:nvPr/>
        </p:nvSpPr>
        <p:spPr bwMode="auto">
          <a:xfrm>
            <a:off x="1988721" y="2616564"/>
            <a:ext cx="7683194" cy="3744846"/>
          </a:xfrm>
          <a:custGeom>
            <a:avLst/>
            <a:gdLst>
              <a:gd name="T0" fmla="*/ 5855230 w 6240462"/>
              <a:gd name="T1" fmla="*/ 2834923 h 3041839"/>
              <a:gd name="T2" fmla="*/ 3704020 w 6240462"/>
              <a:gd name="T3" fmla="*/ 2242187 h 3041839"/>
              <a:gd name="T4" fmla="*/ 4922184 w 6240462"/>
              <a:gd name="T5" fmla="*/ 2580727 h 3041839"/>
              <a:gd name="T6" fmla="*/ 5130801 w 6240462"/>
              <a:gd name="T7" fmla="*/ 2112701 h 3041839"/>
              <a:gd name="T8" fmla="*/ 5225419 w 6240462"/>
              <a:gd name="T9" fmla="*/ 1972488 h 3041839"/>
              <a:gd name="T10" fmla="*/ 5132389 w 6240462"/>
              <a:gd name="T11" fmla="*/ 1946200 h 3041839"/>
              <a:gd name="T12" fmla="*/ 4761443 w 6240462"/>
              <a:gd name="T13" fmla="*/ 2067781 h 3041839"/>
              <a:gd name="T14" fmla="*/ 5105844 w 6240462"/>
              <a:gd name="T15" fmla="*/ 1795950 h 3041839"/>
              <a:gd name="T16" fmla="*/ 5042960 w 6240462"/>
              <a:gd name="T17" fmla="*/ 1685483 h 3041839"/>
              <a:gd name="T18" fmla="*/ 4832748 w 6240462"/>
              <a:gd name="T19" fmla="*/ 1613721 h 3041839"/>
              <a:gd name="T20" fmla="*/ 3073888 w 6240462"/>
              <a:gd name="T21" fmla="*/ 1209577 h 3041839"/>
              <a:gd name="T22" fmla="*/ 5209412 w 6240462"/>
              <a:gd name="T23" fmla="*/ 1396871 h 3041839"/>
              <a:gd name="T24" fmla="*/ 2810809 w 6240462"/>
              <a:gd name="T25" fmla="*/ 897355 h 3041839"/>
              <a:gd name="T26" fmla="*/ 240418 w 6240462"/>
              <a:gd name="T27" fmla="*/ 842178 h 3041839"/>
              <a:gd name="T28" fmla="*/ 6189664 w 6240462"/>
              <a:gd name="T29" fmla="*/ 686447 h 3041839"/>
              <a:gd name="T30" fmla="*/ 3780520 w 6240462"/>
              <a:gd name="T31" fmla="*/ 517990 h 3041839"/>
              <a:gd name="T32" fmla="*/ 1338890 w 6240462"/>
              <a:gd name="T33" fmla="*/ 519926 h 3041839"/>
              <a:gd name="T34" fmla="*/ 1715996 w 6240462"/>
              <a:gd name="T35" fmla="*/ 477616 h 3041839"/>
              <a:gd name="T36" fmla="*/ 1768747 w 6240462"/>
              <a:gd name="T37" fmla="*/ 728573 h 3041839"/>
              <a:gd name="T38" fmla="*/ 1307262 w 6240462"/>
              <a:gd name="T39" fmla="*/ 731316 h 3041839"/>
              <a:gd name="T40" fmla="*/ 1797486 w 6240462"/>
              <a:gd name="T41" fmla="*/ 776236 h 3041839"/>
              <a:gd name="T42" fmla="*/ 1765859 w 6240462"/>
              <a:gd name="T43" fmla="*/ 1127671 h 3041839"/>
              <a:gd name="T44" fmla="*/ 1381060 w 6240462"/>
              <a:gd name="T45" fmla="*/ 1682569 h 3041839"/>
              <a:gd name="T46" fmla="*/ 2279803 w 6240462"/>
              <a:gd name="T47" fmla="*/ 2158197 h 3041839"/>
              <a:gd name="T48" fmla="*/ 1702604 w 6240462"/>
              <a:gd name="T49" fmla="*/ 3032824 h 3041839"/>
              <a:gd name="T50" fmla="*/ 1560281 w 6240462"/>
              <a:gd name="T51" fmla="*/ 2139700 h 3041839"/>
              <a:gd name="T52" fmla="*/ 1001532 w 6240462"/>
              <a:gd name="T53" fmla="*/ 1555735 h 3041839"/>
              <a:gd name="T54" fmla="*/ 593724 w 6240462"/>
              <a:gd name="T55" fmla="*/ 847393 h 3041839"/>
              <a:gd name="T56" fmla="*/ 91757 w 6240462"/>
              <a:gd name="T57" fmla="*/ 898413 h 3041839"/>
              <a:gd name="T58" fmla="*/ 195035 w 6240462"/>
              <a:gd name="T59" fmla="*/ 456509 h 3041839"/>
              <a:gd name="T60" fmla="*/ 1085871 w 6240462"/>
              <a:gd name="T61" fmla="*/ 538423 h 3041839"/>
              <a:gd name="T62" fmla="*/ 1049012 w 6240462"/>
              <a:gd name="T63" fmla="*/ 438626 h 3041839"/>
              <a:gd name="T64" fmla="*/ 745648 w 6240462"/>
              <a:gd name="T65" fmla="*/ 441373 h 3041839"/>
              <a:gd name="T66" fmla="*/ 1143589 w 6240462"/>
              <a:gd name="T67" fmla="*/ 292594 h 3041839"/>
              <a:gd name="T68" fmla="*/ 3920415 w 6240462"/>
              <a:gd name="T69" fmla="*/ 472514 h 3041839"/>
              <a:gd name="T70" fmla="*/ 1463007 w 6240462"/>
              <a:gd name="T71" fmla="*/ 351724 h 3041839"/>
              <a:gd name="T72" fmla="*/ 4879417 w 6240462"/>
              <a:gd name="T73" fmla="*/ 369158 h 3041839"/>
              <a:gd name="T74" fmla="*/ 5973602 w 6240462"/>
              <a:gd name="T75" fmla="*/ 506571 h 3041839"/>
              <a:gd name="T76" fmla="*/ 5723126 w 6240462"/>
              <a:gd name="T77" fmla="*/ 918807 h 3041839"/>
              <a:gd name="T78" fmla="*/ 5441010 w 6240462"/>
              <a:gd name="T79" fmla="*/ 1048291 h 3041839"/>
              <a:gd name="T80" fmla="*/ 5050795 w 6240462"/>
              <a:gd name="T81" fmla="*/ 1288762 h 3041839"/>
              <a:gd name="T82" fmla="*/ 4592029 w 6240462"/>
              <a:gd name="T83" fmla="*/ 1674573 h 3041839"/>
              <a:gd name="T84" fmla="*/ 3808961 w 6240462"/>
              <a:gd name="T85" fmla="*/ 1505449 h 3041839"/>
              <a:gd name="T86" fmla="*/ 3526846 w 6240462"/>
              <a:gd name="T87" fmla="*/ 2332565 h 3041839"/>
              <a:gd name="T88" fmla="*/ 2627767 w 6240462"/>
              <a:gd name="T89" fmla="*/ 1732708 h 3041839"/>
              <a:gd name="T90" fmla="*/ 3529483 w 6240462"/>
              <a:gd name="T91" fmla="*/ 1301975 h 3041839"/>
              <a:gd name="T92" fmla="*/ 3200952 w 6240462"/>
              <a:gd name="T93" fmla="*/ 1275134 h 3041839"/>
              <a:gd name="T94" fmla="*/ 2891426 w 6240462"/>
              <a:gd name="T95" fmla="*/ 1040363 h 3041839"/>
              <a:gd name="T96" fmla="*/ 3337012 w 6240462"/>
              <a:gd name="T97" fmla="*/ 662481 h 3041839"/>
              <a:gd name="T98" fmla="*/ 3234185 w 6240462"/>
              <a:gd name="T99" fmla="*/ 519784 h 3041839"/>
              <a:gd name="T100" fmla="*/ 3682405 w 6240462"/>
              <a:gd name="T101" fmla="*/ 540923 h 3041839"/>
              <a:gd name="T102" fmla="*/ 4191267 w 6240462"/>
              <a:gd name="T103" fmla="*/ 564706 h 3041839"/>
              <a:gd name="T104" fmla="*/ 4710675 w 6240462"/>
              <a:gd name="T105" fmla="*/ 244959 h 3041839"/>
              <a:gd name="T106" fmla="*/ 4692731 w 6240462"/>
              <a:gd name="T107" fmla="*/ 180160 h 3041839"/>
              <a:gd name="T108" fmla="*/ 3161168 w 6240462"/>
              <a:gd name="T109" fmla="*/ 161905 h 3041839"/>
              <a:gd name="T110" fmla="*/ 4601303 w 6240462"/>
              <a:gd name="T111" fmla="*/ 190518 h 3041839"/>
              <a:gd name="T112" fmla="*/ 1621448 w 6240462"/>
              <a:gd name="T113" fmla="*/ 190684 h 3041839"/>
              <a:gd name="T114" fmla="*/ 1383933 w 6240462"/>
              <a:gd name="T115" fmla="*/ 217090 h 3041839"/>
              <a:gd name="T116" fmla="*/ 2330449 w 6240462"/>
              <a:gd name="T117" fmla="*/ 0 h 3041839"/>
              <a:gd name="T118" fmla="*/ 2713037 w 6240462"/>
              <a:gd name="T119" fmla="*/ 90239 h 3041839"/>
              <a:gd name="T120" fmla="*/ 2517924 w 6240462"/>
              <a:gd name="T121" fmla="*/ 391013 h 3041839"/>
              <a:gd name="T122" fmla="*/ 2006411 w 6240462"/>
              <a:gd name="T123" fmla="*/ 631104 h 3041839"/>
              <a:gd name="T124" fmla="*/ 1784931 w 6240462"/>
              <a:gd name="T125" fmla="*/ 174667 h 3041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240462" h="3041839">
                <a:moveTo>
                  <a:pt x="1884069" y="2935812"/>
                </a:moveTo>
                <a:cubicBezTo>
                  <a:pt x="1887194" y="2935854"/>
                  <a:pt x="1890928" y="2937034"/>
                  <a:pt x="1895474" y="2939733"/>
                </a:cubicBezTo>
                <a:lnTo>
                  <a:pt x="1895287" y="2940123"/>
                </a:lnTo>
                <a:lnTo>
                  <a:pt x="1905529" y="2937511"/>
                </a:lnTo>
                <a:cubicBezTo>
                  <a:pt x="1908836" y="2938860"/>
                  <a:pt x="1912144" y="2941559"/>
                  <a:pt x="1916112" y="2942908"/>
                </a:cubicBezTo>
                <a:cubicBezTo>
                  <a:pt x="1908175" y="2953704"/>
                  <a:pt x="1894946" y="2953704"/>
                  <a:pt x="1884362" y="2959101"/>
                </a:cubicBezTo>
                <a:cubicBezTo>
                  <a:pt x="1887008" y="2951005"/>
                  <a:pt x="1889654" y="2948306"/>
                  <a:pt x="1892300" y="2945607"/>
                </a:cubicBezTo>
                <a:lnTo>
                  <a:pt x="1892445" y="2945311"/>
                </a:lnTo>
                <a:lnTo>
                  <a:pt x="1879888" y="2950529"/>
                </a:lnTo>
                <a:cubicBezTo>
                  <a:pt x="1875991" y="2953228"/>
                  <a:pt x="1872095" y="2955926"/>
                  <a:pt x="1866899" y="2955926"/>
                </a:cubicBezTo>
                <a:cubicBezTo>
                  <a:pt x="1870796" y="2945806"/>
                  <a:pt x="1874693" y="2935685"/>
                  <a:pt x="1884069" y="2935812"/>
                </a:cubicBezTo>
                <a:close/>
                <a:moveTo>
                  <a:pt x="5494139" y="2712831"/>
                </a:moveTo>
                <a:cubicBezTo>
                  <a:pt x="5497777" y="2715435"/>
                  <a:pt x="5499100" y="2721293"/>
                  <a:pt x="5499100" y="2731707"/>
                </a:cubicBezTo>
                <a:cubicBezTo>
                  <a:pt x="5499100" y="2749932"/>
                  <a:pt x="5483225" y="2760346"/>
                  <a:pt x="5472641" y="2770760"/>
                </a:cubicBezTo>
                <a:cubicBezTo>
                  <a:pt x="5467350" y="2773363"/>
                  <a:pt x="5456766" y="2770760"/>
                  <a:pt x="5451475" y="2762949"/>
                </a:cubicBezTo>
                <a:cubicBezTo>
                  <a:pt x="5448829" y="2755139"/>
                  <a:pt x="5446183" y="2749932"/>
                  <a:pt x="5443537" y="2742121"/>
                </a:cubicBezTo>
                <a:cubicBezTo>
                  <a:pt x="5427662" y="2710879"/>
                  <a:pt x="5427662" y="2710879"/>
                  <a:pt x="5462058" y="2713482"/>
                </a:cubicBezTo>
                <a:cubicBezTo>
                  <a:pt x="5464704" y="2713482"/>
                  <a:pt x="5469996" y="2713482"/>
                  <a:pt x="5475287" y="2713482"/>
                </a:cubicBezTo>
                <a:cubicBezTo>
                  <a:pt x="5484547" y="2710879"/>
                  <a:pt x="5490501" y="2710228"/>
                  <a:pt x="5494139" y="2712831"/>
                </a:cubicBezTo>
                <a:close/>
                <a:moveTo>
                  <a:pt x="5915090" y="2708089"/>
                </a:moveTo>
                <a:cubicBezTo>
                  <a:pt x="5917405" y="2707093"/>
                  <a:pt x="5920051" y="2707757"/>
                  <a:pt x="5924020" y="2710414"/>
                </a:cubicBezTo>
                <a:cubicBezTo>
                  <a:pt x="5926666" y="2713070"/>
                  <a:pt x="5931957" y="2718383"/>
                  <a:pt x="5937249" y="2715727"/>
                </a:cubicBezTo>
                <a:cubicBezTo>
                  <a:pt x="5942541" y="2713070"/>
                  <a:pt x="5947832" y="2710414"/>
                  <a:pt x="5950478" y="2718383"/>
                </a:cubicBezTo>
                <a:cubicBezTo>
                  <a:pt x="5953124" y="2723697"/>
                  <a:pt x="5950478" y="2729010"/>
                  <a:pt x="5947832" y="2734323"/>
                </a:cubicBezTo>
                <a:cubicBezTo>
                  <a:pt x="5937249" y="2744950"/>
                  <a:pt x="5924020" y="2752920"/>
                  <a:pt x="5929312" y="2771516"/>
                </a:cubicBezTo>
                <a:cubicBezTo>
                  <a:pt x="5929312" y="2774173"/>
                  <a:pt x="5926666" y="2776829"/>
                  <a:pt x="5924020" y="2776829"/>
                </a:cubicBezTo>
                <a:cubicBezTo>
                  <a:pt x="5900207" y="2776829"/>
                  <a:pt x="5897562" y="2792769"/>
                  <a:pt x="5892270" y="2808709"/>
                </a:cubicBezTo>
                <a:cubicBezTo>
                  <a:pt x="5886978" y="2829962"/>
                  <a:pt x="5868457" y="2829962"/>
                  <a:pt x="5855228" y="2835275"/>
                </a:cubicBezTo>
                <a:cubicBezTo>
                  <a:pt x="5841999" y="2829962"/>
                  <a:pt x="5831416" y="2827305"/>
                  <a:pt x="5818186" y="2821992"/>
                </a:cubicBezTo>
                <a:cubicBezTo>
                  <a:pt x="5810249" y="2819335"/>
                  <a:pt x="5812895" y="2814022"/>
                  <a:pt x="5818186" y="2808709"/>
                </a:cubicBezTo>
                <a:cubicBezTo>
                  <a:pt x="5828770" y="2790112"/>
                  <a:pt x="5841999" y="2771516"/>
                  <a:pt x="5865812" y="2763546"/>
                </a:cubicBezTo>
                <a:cubicBezTo>
                  <a:pt x="5886978" y="2752920"/>
                  <a:pt x="5897562" y="2734323"/>
                  <a:pt x="5908145" y="2715727"/>
                </a:cubicBezTo>
                <a:cubicBezTo>
                  <a:pt x="5910791" y="2711742"/>
                  <a:pt x="5912775" y="2709085"/>
                  <a:pt x="5915090" y="2708089"/>
                </a:cubicBezTo>
                <a:close/>
                <a:moveTo>
                  <a:pt x="5921374" y="2590800"/>
                </a:moveTo>
                <a:cubicBezTo>
                  <a:pt x="5937166" y="2590800"/>
                  <a:pt x="5950325" y="2593446"/>
                  <a:pt x="5952957" y="2611967"/>
                </a:cubicBezTo>
                <a:cubicBezTo>
                  <a:pt x="5952957" y="2617259"/>
                  <a:pt x="5950325" y="2643717"/>
                  <a:pt x="5974012" y="2627842"/>
                </a:cubicBezTo>
                <a:cubicBezTo>
                  <a:pt x="5974012" y="2627842"/>
                  <a:pt x="5976644" y="2627842"/>
                  <a:pt x="5976644" y="2627842"/>
                </a:cubicBezTo>
                <a:cubicBezTo>
                  <a:pt x="5979276" y="2651655"/>
                  <a:pt x="5997700" y="2643717"/>
                  <a:pt x="6010859" y="2643717"/>
                </a:cubicBezTo>
                <a:cubicBezTo>
                  <a:pt x="6016123" y="2643717"/>
                  <a:pt x="6021387" y="2646363"/>
                  <a:pt x="6021387" y="2651655"/>
                </a:cubicBezTo>
                <a:cubicBezTo>
                  <a:pt x="6018755" y="2662238"/>
                  <a:pt x="6021387" y="2675467"/>
                  <a:pt x="6008227" y="2678113"/>
                </a:cubicBezTo>
                <a:cubicBezTo>
                  <a:pt x="5989804" y="2683405"/>
                  <a:pt x="5987172" y="2699280"/>
                  <a:pt x="5979276" y="2715155"/>
                </a:cubicBezTo>
                <a:cubicBezTo>
                  <a:pt x="5976644" y="2723092"/>
                  <a:pt x="5971380" y="2725738"/>
                  <a:pt x="5963485" y="2725738"/>
                </a:cubicBezTo>
                <a:cubicBezTo>
                  <a:pt x="5950325" y="2723092"/>
                  <a:pt x="5960853" y="2712509"/>
                  <a:pt x="5958221" y="2709863"/>
                </a:cubicBezTo>
                <a:cubicBezTo>
                  <a:pt x="5937166" y="2691342"/>
                  <a:pt x="5942429" y="2670176"/>
                  <a:pt x="5952957" y="2649009"/>
                </a:cubicBezTo>
                <a:cubicBezTo>
                  <a:pt x="5958221" y="2641071"/>
                  <a:pt x="5950325" y="2633134"/>
                  <a:pt x="5947693" y="2625196"/>
                </a:cubicBezTo>
                <a:cubicBezTo>
                  <a:pt x="5937166" y="2614613"/>
                  <a:pt x="5929270" y="2601384"/>
                  <a:pt x="5921374" y="2590800"/>
                </a:cubicBezTo>
                <a:close/>
                <a:moveTo>
                  <a:pt x="3772535" y="2179103"/>
                </a:moveTo>
                <a:cubicBezTo>
                  <a:pt x="3777805" y="2179103"/>
                  <a:pt x="3777805" y="2189664"/>
                  <a:pt x="3780440" y="2192304"/>
                </a:cubicBezTo>
                <a:cubicBezTo>
                  <a:pt x="3798887" y="2221345"/>
                  <a:pt x="3780440" y="2247746"/>
                  <a:pt x="3775170" y="2274146"/>
                </a:cubicBezTo>
                <a:cubicBezTo>
                  <a:pt x="3764629" y="2311108"/>
                  <a:pt x="3756723" y="2345429"/>
                  <a:pt x="3746182" y="2382390"/>
                </a:cubicBezTo>
                <a:cubicBezTo>
                  <a:pt x="3743547" y="2395590"/>
                  <a:pt x="3714559" y="2419351"/>
                  <a:pt x="3704018" y="2414071"/>
                </a:cubicBezTo>
                <a:cubicBezTo>
                  <a:pt x="3690842" y="2411431"/>
                  <a:pt x="3677665" y="2400871"/>
                  <a:pt x="3675030" y="2382390"/>
                </a:cubicBezTo>
                <a:cubicBezTo>
                  <a:pt x="3672395" y="2371830"/>
                  <a:pt x="3669760" y="2361269"/>
                  <a:pt x="3667124" y="2348069"/>
                </a:cubicBezTo>
                <a:cubicBezTo>
                  <a:pt x="3669760" y="2345429"/>
                  <a:pt x="3669760" y="2337509"/>
                  <a:pt x="3675030" y="2334868"/>
                </a:cubicBezTo>
                <a:cubicBezTo>
                  <a:pt x="3688206" y="2316388"/>
                  <a:pt x="3685571" y="2297907"/>
                  <a:pt x="3680301" y="2279427"/>
                </a:cubicBezTo>
                <a:cubicBezTo>
                  <a:pt x="3677665" y="2258306"/>
                  <a:pt x="3682936" y="2247746"/>
                  <a:pt x="3704018" y="2242465"/>
                </a:cubicBezTo>
                <a:cubicBezTo>
                  <a:pt x="3727735" y="2237185"/>
                  <a:pt x="3746182" y="2229265"/>
                  <a:pt x="3748817" y="2200224"/>
                </a:cubicBezTo>
                <a:cubicBezTo>
                  <a:pt x="3748817" y="2197584"/>
                  <a:pt x="3754088" y="2192304"/>
                  <a:pt x="3756723" y="2189664"/>
                </a:cubicBezTo>
                <a:cubicBezTo>
                  <a:pt x="3761994" y="2184384"/>
                  <a:pt x="3764629" y="2176463"/>
                  <a:pt x="3772535" y="2179103"/>
                </a:cubicBezTo>
                <a:close/>
                <a:moveTo>
                  <a:pt x="5402291" y="2151063"/>
                </a:moveTo>
                <a:cubicBezTo>
                  <a:pt x="5410205" y="2161615"/>
                  <a:pt x="5407567" y="2174805"/>
                  <a:pt x="5412843" y="2187994"/>
                </a:cubicBezTo>
                <a:cubicBezTo>
                  <a:pt x="5415481" y="2195908"/>
                  <a:pt x="5415481" y="2209098"/>
                  <a:pt x="5423395" y="2211736"/>
                </a:cubicBezTo>
                <a:cubicBezTo>
                  <a:pt x="5449775" y="2222287"/>
                  <a:pt x="5452413" y="2246029"/>
                  <a:pt x="5457689" y="2267132"/>
                </a:cubicBezTo>
                <a:cubicBezTo>
                  <a:pt x="5460327" y="2288236"/>
                  <a:pt x="5468241" y="2301426"/>
                  <a:pt x="5489344" y="2309339"/>
                </a:cubicBezTo>
                <a:cubicBezTo>
                  <a:pt x="5502534" y="2314615"/>
                  <a:pt x="5510448" y="2325167"/>
                  <a:pt x="5515724" y="2340995"/>
                </a:cubicBezTo>
                <a:cubicBezTo>
                  <a:pt x="5518362" y="2348908"/>
                  <a:pt x="5518362" y="2362098"/>
                  <a:pt x="5534190" y="2356822"/>
                </a:cubicBezTo>
                <a:cubicBezTo>
                  <a:pt x="5534190" y="2356822"/>
                  <a:pt x="5536828" y="2359460"/>
                  <a:pt x="5539466" y="2359460"/>
                </a:cubicBezTo>
                <a:cubicBezTo>
                  <a:pt x="5547380" y="2396391"/>
                  <a:pt x="5589587" y="2412219"/>
                  <a:pt x="5586949" y="2454426"/>
                </a:cubicBezTo>
                <a:cubicBezTo>
                  <a:pt x="5584311" y="2483443"/>
                  <a:pt x="5589587" y="2512460"/>
                  <a:pt x="5568483" y="2536202"/>
                </a:cubicBezTo>
                <a:cubicBezTo>
                  <a:pt x="5547380" y="2562581"/>
                  <a:pt x="5542104" y="2591598"/>
                  <a:pt x="5534190" y="2623254"/>
                </a:cubicBezTo>
                <a:cubicBezTo>
                  <a:pt x="5528914" y="2639081"/>
                  <a:pt x="5523638" y="2652271"/>
                  <a:pt x="5505172" y="2652271"/>
                </a:cubicBezTo>
                <a:cubicBezTo>
                  <a:pt x="5489344" y="2654909"/>
                  <a:pt x="5476154" y="2660185"/>
                  <a:pt x="5465603" y="2673374"/>
                </a:cubicBezTo>
                <a:cubicBezTo>
                  <a:pt x="5457689" y="2681288"/>
                  <a:pt x="5455051" y="2668099"/>
                  <a:pt x="5452413" y="2665461"/>
                </a:cubicBezTo>
                <a:cubicBezTo>
                  <a:pt x="5444499" y="2660185"/>
                  <a:pt x="5441861" y="2652271"/>
                  <a:pt x="5428671" y="2660185"/>
                </a:cubicBezTo>
                <a:cubicBezTo>
                  <a:pt x="5402291" y="2678650"/>
                  <a:pt x="5357446" y="2662823"/>
                  <a:pt x="5346894" y="2631167"/>
                </a:cubicBezTo>
                <a:cubicBezTo>
                  <a:pt x="5341618" y="2610064"/>
                  <a:pt x="5328428" y="2602150"/>
                  <a:pt x="5307325" y="2602150"/>
                </a:cubicBezTo>
                <a:cubicBezTo>
                  <a:pt x="5291497" y="2599512"/>
                  <a:pt x="5304687" y="2588960"/>
                  <a:pt x="5299411" y="2581047"/>
                </a:cubicBezTo>
                <a:cubicBezTo>
                  <a:pt x="5299411" y="2581047"/>
                  <a:pt x="5296773" y="2581047"/>
                  <a:pt x="5296773" y="2581047"/>
                </a:cubicBezTo>
                <a:cubicBezTo>
                  <a:pt x="5278307" y="2599512"/>
                  <a:pt x="5273031" y="2599512"/>
                  <a:pt x="5262479" y="2573133"/>
                </a:cubicBezTo>
                <a:cubicBezTo>
                  <a:pt x="5249290" y="2541478"/>
                  <a:pt x="5214996" y="2525650"/>
                  <a:pt x="5180702" y="2530926"/>
                </a:cubicBezTo>
                <a:cubicBezTo>
                  <a:pt x="5143771" y="2538840"/>
                  <a:pt x="5104201" y="2541478"/>
                  <a:pt x="5072546" y="2570495"/>
                </a:cubicBezTo>
                <a:cubicBezTo>
                  <a:pt x="5064632" y="2578409"/>
                  <a:pt x="5048804" y="2573133"/>
                  <a:pt x="5035614" y="2573133"/>
                </a:cubicBezTo>
                <a:cubicBezTo>
                  <a:pt x="5017149" y="2573133"/>
                  <a:pt x="5001321" y="2578409"/>
                  <a:pt x="4985493" y="2588960"/>
                </a:cubicBezTo>
                <a:cubicBezTo>
                  <a:pt x="4972303" y="2596874"/>
                  <a:pt x="4930096" y="2591598"/>
                  <a:pt x="4922182" y="2581047"/>
                </a:cubicBezTo>
                <a:cubicBezTo>
                  <a:pt x="4916906" y="2573133"/>
                  <a:pt x="4922182" y="2565219"/>
                  <a:pt x="4924820" y="2557305"/>
                </a:cubicBezTo>
                <a:cubicBezTo>
                  <a:pt x="4932734" y="2536202"/>
                  <a:pt x="4924820" y="2517736"/>
                  <a:pt x="4916906" y="2499271"/>
                </a:cubicBezTo>
                <a:cubicBezTo>
                  <a:pt x="4908992" y="2483443"/>
                  <a:pt x="4901078" y="2467615"/>
                  <a:pt x="4893164" y="2449150"/>
                </a:cubicBezTo>
                <a:cubicBezTo>
                  <a:pt x="4890526" y="2438598"/>
                  <a:pt x="4879974" y="2430684"/>
                  <a:pt x="4893164" y="2417495"/>
                </a:cubicBezTo>
                <a:cubicBezTo>
                  <a:pt x="4898440" y="2412219"/>
                  <a:pt x="4893164" y="2406943"/>
                  <a:pt x="4893164" y="2401667"/>
                </a:cubicBezTo>
                <a:cubicBezTo>
                  <a:pt x="4887888" y="2383202"/>
                  <a:pt x="4893164" y="2367374"/>
                  <a:pt x="4901078" y="2354184"/>
                </a:cubicBezTo>
                <a:cubicBezTo>
                  <a:pt x="4903716" y="2348908"/>
                  <a:pt x="4919544" y="2346270"/>
                  <a:pt x="4930096" y="2338357"/>
                </a:cubicBezTo>
                <a:cubicBezTo>
                  <a:pt x="4951199" y="2317253"/>
                  <a:pt x="4980217" y="2314615"/>
                  <a:pt x="5006597" y="2309339"/>
                </a:cubicBezTo>
                <a:cubicBezTo>
                  <a:pt x="5025062" y="2304063"/>
                  <a:pt x="5040890" y="2288236"/>
                  <a:pt x="5043528" y="2267132"/>
                </a:cubicBezTo>
                <a:cubicBezTo>
                  <a:pt x="5046166" y="2261857"/>
                  <a:pt x="5046166" y="2253943"/>
                  <a:pt x="5051442" y="2251305"/>
                </a:cubicBezTo>
                <a:cubicBezTo>
                  <a:pt x="5077822" y="2251305"/>
                  <a:pt x="5085736" y="2230201"/>
                  <a:pt x="5101563" y="2217012"/>
                </a:cubicBezTo>
                <a:cubicBezTo>
                  <a:pt x="5117391" y="2201184"/>
                  <a:pt x="5130581" y="2203822"/>
                  <a:pt x="5141133" y="2222287"/>
                </a:cubicBezTo>
                <a:cubicBezTo>
                  <a:pt x="5143771" y="2224925"/>
                  <a:pt x="5146409" y="2227563"/>
                  <a:pt x="5149047" y="2224925"/>
                </a:cubicBezTo>
                <a:cubicBezTo>
                  <a:pt x="5151685" y="2214374"/>
                  <a:pt x="5164875" y="2230201"/>
                  <a:pt x="5164875" y="2217012"/>
                </a:cubicBezTo>
                <a:cubicBezTo>
                  <a:pt x="5170151" y="2198546"/>
                  <a:pt x="5178064" y="2180081"/>
                  <a:pt x="5201806" y="2180081"/>
                </a:cubicBezTo>
                <a:cubicBezTo>
                  <a:pt x="5214996" y="2177443"/>
                  <a:pt x="5220272" y="2172167"/>
                  <a:pt x="5212358" y="2156339"/>
                </a:cubicBezTo>
                <a:cubicBezTo>
                  <a:pt x="5238738" y="2161615"/>
                  <a:pt x="5259841" y="2169529"/>
                  <a:pt x="5280945" y="2174805"/>
                </a:cubicBezTo>
                <a:cubicBezTo>
                  <a:pt x="5291497" y="2177443"/>
                  <a:pt x="5294135" y="2182718"/>
                  <a:pt x="5288859" y="2193270"/>
                </a:cubicBezTo>
                <a:cubicBezTo>
                  <a:pt x="5278307" y="2224925"/>
                  <a:pt x="5278307" y="2224925"/>
                  <a:pt x="5304687" y="2243391"/>
                </a:cubicBezTo>
                <a:cubicBezTo>
                  <a:pt x="5315239" y="2248667"/>
                  <a:pt x="5328428" y="2256581"/>
                  <a:pt x="5338980" y="2264494"/>
                </a:cubicBezTo>
                <a:cubicBezTo>
                  <a:pt x="5357446" y="2272408"/>
                  <a:pt x="5367998" y="2267132"/>
                  <a:pt x="5373274" y="2248667"/>
                </a:cubicBezTo>
                <a:cubicBezTo>
                  <a:pt x="5375912" y="2232839"/>
                  <a:pt x="5378550" y="2219650"/>
                  <a:pt x="5375912" y="2203822"/>
                </a:cubicBezTo>
                <a:cubicBezTo>
                  <a:pt x="5375912" y="2182718"/>
                  <a:pt x="5383826" y="2166891"/>
                  <a:pt x="5402291" y="2151063"/>
                </a:cubicBezTo>
                <a:close/>
                <a:moveTo>
                  <a:pt x="5130799" y="2112963"/>
                </a:moveTo>
                <a:cubicBezTo>
                  <a:pt x="5115062" y="2121190"/>
                  <a:pt x="5099325" y="2132158"/>
                  <a:pt x="5083588" y="2140384"/>
                </a:cubicBezTo>
                <a:cubicBezTo>
                  <a:pt x="5078343" y="2143126"/>
                  <a:pt x="5075720" y="2143126"/>
                  <a:pt x="5073097" y="2137642"/>
                </a:cubicBezTo>
                <a:cubicBezTo>
                  <a:pt x="5070474" y="2132158"/>
                  <a:pt x="5073097" y="2129416"/>
                  <a:pt x="5075720" y="2123932"/>
                </a:cubicBezTo>
                <a:cubicBezTo>
                  <a:pt x="5094080" y="2115705"/>
                  <a:pt x="5112439" y="2115705"/>
                  <a:pt x="5130799" y="2112963"/>
                </a:cubicBezTo>
                <a:close/>
                <a:moveTo>
                  <a:pt x="4975225" y="2109523"/>
                </a:moveTo>
                <a:cubicBezTo>
                  <a:pt x="4980517" y="2110185"/>
                  <a:pt x="4985808" y="2112169"/>
                  <a:pt x="4991100" y="2116138"/>
                </a:cubicBezTo>
                <a:cubicBezTo>
                  <a:pt x="4980517" y="2118784"/>
                  <a:pt x="4969933" y="2124075"/>
                  <a:pt x="4959350" y="2121429"/>
                </a:cubicBezTo>
                <a:cubicBezTo>
                  <a:pt x="4954058" y="2121429"/>
                  <a:pt x="4951412" y="2121429"/>
                  <a:pt x="4951412" y="2116138"/>
                </a:cubicBezTo>
                <a:cubicBezTo>
                  <a:pt x="4951412" y="2110846"/>
                  <a:pt x="4954058" y="2110846"/>
                  <a:pt x="4959350" y="2110846"/>
                </a:cubicBezTo>
                <a:cubicBezTo>
                  <a:pt x="4964641" y="2109523"/>
                  <a:pt x="4969933" y="2108862"/>
                  <a:pt x="4975225" y="2109523"/>
                </a:cubicBezTo>
                <a:close/>
                <a:moveTo>
                  <a:pt x="5204460" y="2087563"/>
                </a:moveTo>
                <a:cubicBezTo>
                  <a:pt x="5204460" y="2087563"/>
                  <a:pt x="5207318" y="2090209"/>
                  <a:pt x="5207318" y="2092855"/>
                </a:cubicBezTo>
                <a:cubicBezTo>
                  <a:pt x="5210175" y="2098147"/>
                  <a:pt x="5204460" y="2100792"/>
                  <a:pt x="5195887" y="2103438"/>
                </a:cubicBezTo>
                <a:cubicBezTo>
                  <a:pt x="5198745" y="2095501"/>
                  <a:pt x="5198745" y="2090209"/>
                  <a:pt x="5204460" y="2087563"/>
                </a:cubicBezTo>
                <a:close/>
                <a:moveTo>
                  <a:pt x="5561425" y="2043576"/>
                </a:moveTo>
                <a:cubicBezTo>
                  <a:pt x="5563377" y="2044568"/>
                  <a:pt x="5565329" y="2046553"/>
                  <a:pt x="5567933" y="2047876"/>
                </a:cubicBezTo>
                <a:cubicBezTo>
                  <a:pt x="5570537" y="2053168"/>
                  <a:pt x="5567933" y="2055813"/>
                  <a:pt x="5562726" y="2058459"/>
                </a:cubicBezTo>
                <a:cubicBezTo>
                  <a:pt x="5541898" y="2079626"/>
                  <a:pt x="5534088" y="2079626"/>
                  <a:pt x="5505449" y="2063751"/>
                </a:cubicBezTo>
                <a:cubicBezTo>
                  <a:pt x="5521070" y="2053168"/>
                  <a:pt x="5541898" y="2058459"/>
                  <a:pt x="5554916" y="2045230"/>
                </a:cubicBezTo>
                <a:cubicBezTo>
                  <a:pt x="5557520" y="2042584"/>
                  <a:pt x="5559472" y="2042584"/>
                  <a:pt x="5561425" y="2043576"/>
                </a:cubicBezTo>
                <a:close/>
                <a:moveTo>
                  <a:pt x="5171360" y="2011628"/>
                </a:moveTo>
                <a:cubicBezTo>
                  <a:pt x="5180131" y="2013612"/>
                  <a:pt x="5187552" y="2019566"/>
                  <a:pt x="5194299" y="2028826"/>
                </a:cubicBezTo>
                <a:cubicBezTo>
                  <a:pt x="5175408" y="2028826"/>
                  <a:pt x="5159215" y="2023534"/>
                  <a:pt x="5140324" y="2018243"/>
                </a:cubicBezTo>
                <a:cubicBezTo>
                  <a:pt x="5152469" y="2011628"/>
                  <a:pt x="5162589" y="2009644"/>
                  <a:pt x="5171360" y="2011628"/>
                </a:cubicBezTo>
                <a:close/>
                <a:moveTo>
                  <a:pt x="5545137" y="2009775"/>
                </a:moveTo>
                <a:cubicBezTo>
                  <a:pt x="5557484" y="2015067"/>
                  <a:pt x="5562423" y="2017713"/>
                  <a:pt x="5567362" y="2023004"/>
                </a:cubicBezTo>
                <a:lnTo>
                  <a:pt x="5567362" y="2024063"/>
                </a:lnTo>
                <a:cubicBezTo>
                  <a:pt x="5578248" y="2026709"/>
                  <a:pt x="5586412" y="2034647"/>
                  <a:pt x="5583691" y="2047876"/>
                </a:cubicBezTo>
                <a:cubicBezTo>
                  <a:pt x="5572805" y="2042584"/>
                  <a:pt x="5572805" y="2032001"/>
                  <a:pt x="5567362" y="2026709"/>
                </a:cubicBezTo>
                <a:lnTo>
                  <a:pt x="5567362" y="2025650"/>
                </a:lnTo>
                <a:cubicBezTo>
                  <a:pt x="5559954" y="2023004"/>
                  <a:pt x="5552545" y="2020359"/>
                  <a:pt x="5545137" y="2009775"/>
                </a:cubicBezTo>
                <a:close/>
                <a:moveTo>
                  <a:pt x="5225417" y="1972734"/>
                </a:moveTo>
                <a:cubicBezTo>
                  <a:pt x="5235968" y="1975380"/>
                  <a:pt x="5249158" y="1972734"/>
                  <a:pt x="5251795" y="1988609"/>
                </a:cubicBezTo>
                <a:cubicBezTo>
                  <a:pt x="5251795" y="1991255"/>
                  <a:pt x="5254433" y="1996547"/>
                  <a:pt x="5254433" y="1999192"/>
                </a:cubicBezTo>
                <a:cubicBezTo>
                  <a:pt x="5262347" y="2020359"/>
                  <a:pt x="5272899" y="2023005"/>
                  <a:pt x="5286088" y="2009776"/>
                </a:cubicBezTo>
                <a:cubicBezTo>
                  <a:pt x="5307191" y="1991255"/>
                  <a:pt x="5328294" y="1988609"/>
                  <a:pt x="5354673" y="1999192"/>
                </a:cubicBezTo>
                <a:cubicBezTo>
                  <a:pt x="5375776" y="2009776"/>
                  <a:pt x="5399516" y="2017713"/>
                  <a:pt x="5423257" y="2025651"/>
                </a:cubicBezTo>
                <a:cubicBezTo>
                  <a:pt x="5433809" y="2030942"/>
                  <a:pt x="5439085" y="2038880"/>
                  <a:pt x="5446998" y="2046817"/>
                </a:cubicBezTo>
                <a:cubicBezTo>
                  <a:pt x="5452274" y="2052109"/>
                  <a:pt x="5454912" y="2057401"/>
                  <a:pt x="5462826" y="2060047"/>
                </a:cubicBezTo>
                <a:cubicBezTo>
                  <a:pt x="5476015" y="2062692"/>
                  <a:pt x="5494480" y="2065338"/>
                  <a:pt x="5486567" y="2089151"/>
                </a:cubicBezTo>
                <a:cubicBezTo>
                  <a:pt x="5483929" y="2094442"/>
                  <a:pt x="5491842" y="2097088"/>
                  <a:pt x="5497118" y="2099734"/>
                </a:cubicBezTo>
                <a:cubicBezTo>
                  <a:pt x="5512945" y="2112963"/>
                  <a:pt x="5528773" y="2126192"/>
                  <a:pt x="5541962" y="2139422"/>
                </a:cubicBezTo>
                <a:cubicBezTo>
                  <a:pt x="5518221" y="2139422"/>
                  <a:pt x="5491842" y="2144713"/>
                  <a:pt x="5470739" y="2120901"/>
                </a:cubicBezTo>
                <a:cubicBezTo>
                  <a:pt x="5465464" y="2112963"/>
                  <a:pt x="5457550" y="2107672"/>
                  <a:pt x="5449636" y="2105026"/>
                </a:cubicBezTo>
                <a:cubicBezTo>
                  <a:pt x="5436447" y="2094442"/>
                  <a:pt x="5423257" y="2097088"/>
                  <a:pt x="5415344" y="2110317"/>
                </a:cubicBezTo>
                <a:cubicBezTo>
                  <a:pt x="5404792" y="2126192"/>
                  <a:pt x="5388965" y="2131484"/>
                  <a:pt x="5378413" y="2120901"/>
                </a:cubicBezTo>
                <a:cubicBezTo>
                  <a:pt x="5357310" y="2105026"/>
                  <a:pt x="5338845" y="2105026"/>
                  <a:pt x="5317742" y="2110317"/>
                </a:cubicBezTo>
                <a:cubicBezTo>
                  <a:pt x="5315105" y="2105026"/>
                  <a:pt x="5317742" y="2099734"/>
                  <a:pt x="5320380" y="2097088"/>
                </a:cubicBezTo>
                <a:cubicBezTo>
                  <a:pt x="5330932" y="2083859"/>
                  <a:pt x="5328294" y="2065338"/>
                  <a:pt x="5312467" y="2057401"/>
                </a:cubicBezTo>
                <a:cubicBezTo>
                  <a:pt x="5301915" y="2052109"/>
                  <a:pt x="5291364" y="2049463"/>
                  <a:pt x="5280812" y="2046817"/>
                </a:cubicBezTo>
                <a:cubicBezTo>
                  <a:pt x="5264985" y="2041526"/>
                  <a:pt x="5251795" y="2036234"/>
                  <a:pt x="5246520" y="2020359"/>
                </a:cubicBezTo>
                <a:cubicBezTo>
                  <a:pt x="5230692" y="2038880"/>
                  <a:pt x="5225417" y="2036234"/>
                  <a:pt x="5214865" y="2017713"/>
                </a:cubicBezTo>
                <a:cubicBezTo>
                  <a:pt x="5212227" y="2012422"/>
                  <a:pt x="5217503" y="2007130"/>
                  <a:pt x="5212227" y="2001838"/>
                </a:cubicBezTo>
                <a:cubicBezTo>
                  <a:pt x="5206952" y="1999192"/>
                  <a:pt x="5191124" y="1999192"/>
                  <a:pt x="5199038" y="1985963"/>
                </a:cubicBezTo>
                <a:cubicBezTo>
                  <a:pt x="5204314" y="1978026"/>
                  <a:pt x="5214865" y="1970088"/>
                  <a:pt x="5225417" y="1972734"/>
                </a:cubicBezTo>
                <a:close/>
                <a:moveTo>
                  <a:pt x="5143182" y="1933074"/>
                </a:moveTo>
                <a:cubicBezTo>
                  <a:pt x="5145881" y="1930400"/>
                  <a:pt x="5148580" y="1938421"/>
                  <a:pt x="5156676" y="1938421"/>
                </a:cubicBezTo>
                <a:cubicBezTo>
                  <a:pt x="5159375" y="1941095"/>
                  <a:pt x="5159375" y="1951790"/>
                  <a:pt x="5156676" y="1954463"/>
                </a:cubicBezTo>
                <a:cubicBezTo>
                  <a:pt x="5148580" y="1962484"/>
                  <a:pt x="5148580" y="1970506"/>
                  <a:pt x="5153978" y="1981200"/>
                </a:cubicBezTo>
                <a:cubicBezTo>
                  <a:pt x="5132387" y="1975853"/>
                  <a:pt x="5135086" y="1957137"/>
                  <a:pt x="5132387" y="1946442"/>
                </a:cubicBezTo>
                <a:cubicBezTo>
                  <a:pt x="5132387" y="1941095"/>
                  <a:pt x="5137785" y="1933074"/>
                  <a:pt x="5143182" y="1933074"/>
                </a:cubicBezTo>
                <a:close/>
                <a:moveTo>
                  <a:pt x="5095875" y="1930400"/>
                </a:moveTo>
                <a:cubicBezTo>
                  <a:pt x="5087938" y="1954403"/>
                  <a:pt x="5077354" y="1965071"/>
                  <a:pt x="5056188" y="1962404"/>
                </a:cubicBezTo>
                <a:cubicBezTo>
                  <a:pt x="5045604" y="1959737"/>
                  <a:pt x="5035021" y="1962404"/>
                  <a:pt x="5027083" y="1962404"/>
                </a:cubicBezTo>
                <a:cubicBezTo>
                  <a:pt x="5019146" y="1962404"/>
                  <a:pt x="5013854" y="1962404"/>
                  <a:pt x="5016500" y="1973072"/>
                </a:cubicBezTo>
                <a:cubicBezTo>
                  <a:pt x="5019146" y="1978406"/>
                  <a:pt x="5016500" y="1989074"/>
                  <a:pt x="5029729" y="1983740"/>
                </a:cubicBezTo>
                <a:cubicBezTo>
                  <a:pt x="5037667" y="1981073"/>
                  <a:pt x="5048250" y="1975739"/>
                  <a:pt x="5056188" y="1978406"/>
                </a:cubicBezTo>
                <a:cubicBezTo>
                  <a:pt x="5056188" y="1981073"/>
                  <a:pt x="5058833" y="1983740"/>
                  <a:pt x="5056188" y="1983740"/>
                </a:cubicBezTo>
                <a:cubicBezTo>
                  <a:pt x="5035021" y="1991741"/>
                  <a:pt x="5032375" y="2005076"/>
                  <a:pt x="5048250" y="2023745"/>
                </a:cubicBezTo>
                <a:cubicBezTo>
                  <a:pt x="5053542" y="2029079"/>
                  <a:pt x="5061479" y="2039747"/>
                  <a:pt x="5045604" y="2047748"/>
                </a:cubicBezTo>
                <a:cubicBezTo>
                  <a:pt x="5027083" y="2053082"/>
                  <a:pt x="5029729" y="2039747"/>
                  <a:pt x="5024437" y="2031746"/>
                </a:cubicBezTo>
                <a:cubicBezTo>
                  <a:pt x="5021792" y="2029079"/>
                  <a:pt x="5024437" y="2021078"/>
                  <a:pt x="5016500" y="2018411"/>
                </a:cubicBezTo>
                <a:cubicBezTo>
                  <a:pt x="5013854" y="2029079"/>
                  <a:pt x="5016500" y="2037080"/>
                  <a:pt x="5013854" y="2047748"/>
                </a:cubicBezTo>
                <a:cubicBezTo>
                  <a:pt x="5013854" y="2053082"/>
                  <a:pt x="5019146" y="2063750"/>
                  <a:pt x="5005917" y="2061083"/>
                </a:cubicBezTo>
                <a:cubicBezTo>
                  <a:pt x="4997979" y="2061083"/>
                  <a:pt x="4992687" y="2055749"/>
                  <a:pt x="4995333" y="2045081"/>
                </a:cubicBezTo>
                <a:cubicBezTo>
                  <a:pt x="4997979" y="2042414"/>
                  <a:pt x="4997979" y="2034413"/>
                  <a:pt x="4995333" y="2031746"/>
                </a:cubicBezTo>
                <a:cubicBezTo>
                  <a:pt x="4976812" y="2005076"/>
                  <a:pt x="4995333" y="1981073"/>
                  <a:pt x="5003271" y="1957070"/>
                </a:cubicBezTo>
                <a:cubicBezTo>
                  <a:pt x="5008562" y="1941068"/>
                  <a:pt x="5024437" y="1938401"/>
                  <a:pt x="5040313" y="1941068"/>
                </a:cubicBezTo>
                <a:cubicBezTo>
                  <a:pt x="5058833" y="1946402"/>
                  <a:pt x="5077354" y="1946402"/>
                  <a:pt x="5095875" y="1930400"/>
                </a:cubicBezTo>
                <a:close/>
                <a:moveTo>
                  <a:pt x="4568824" y="1865313"/>
                </a:moveTo>
                <a:cubicBezTo>
                  <a:pt x="4600407" y="1867959"/>
                  <a:pt x="4621462" y="1873251"/>
                  <a:pt x="4637254" y="1894417"/>
                </a:cubicBezTo>
                <a:cubicBezTo>
                  <a:pt x="4655677" y="1915584"/>
                  <a:pt x="4676732" y="1931459"/>
                  <a:pt x="4703052" y="1939397"/>
                </a:cubicBezTo>
                <a:cubicBezTo>
                  <a:pt x="4716211" y="1944688"/>
                  <a:pt x="4721475" y="1960563"/>
                  <a:pt x="4721475" y="1963209"/>
                </a:cubicBezTo>
                <a:cubicBezTo>
                  <a:pt x="4721475" y="1984376"/>
                  <a:pt x="4737266" y="1992313"/>
                  <a:pt x="4750426" y="2000251"/>
                </a:cubicBezTo>
                <a:cubicBezTo>
                  <a:pt x="4766217" y="2010834"/>
                  <a:pt x="4768849" y="2024063"/>
                  <a:pt x="4763585" y="2039938"/>
                </a:cubicBezTo>
                <a:lnTo>
                  <a:pt x="4761243" y="2065838"/>
                </a:lnTo>
                <a:lnTo>
                  <a:pt x="4761441" y="2065338"/>
                </a:lnTo>
                <a:cubicBezTo>
                  <a:pt x="4761441" y="2065338"/>
                  <a:pt x="4761441" y="2068037"/>
                  <a:pt x="4761441" y="2068037"/>
                </a:cubicBezTo>
                <a:cubicBezTo>
                  <a:pt x="4795837" y="2070736"/>
                  <a:pt x="4832879" y="2076133"/>
                  <a:pt x="4867275" y="2081531"/>
                </a:cubicBezTo>
                <a:cubicBezTo>
                  <a:pt x="4880504" y="2081531"/>
                  <a:pt x="4891088" y="2097723"/>
                  <a:pt x="4906963" y="2100422"/>
                </a:cubicBezTo>
                <a:cubicBezTo>
                  <a:pt x="4912254" y="2100422"/>
                  <a:pt x="4914900" y="2108518"/>
                  <a:pt x="4914900" y="2111217"/>
                </a:cubicBezTo>
                <a:cubicBezTo>
                  <a:pt x="4912254" y="2119313"/>
                  <a:pt x="4906963" y="2119313"/>
                  <a:pt x="4904317" y="2116614"/>
                </a:cubicBezTo>
                <a:cubicBezTo>
                  <a:pt x="4859338" y="2108518"/>
                  <a:pt x="4814358" y="2105819"/>
                  <a:pt x="4769379" y="2092326"/>
                </a:cubicBezTo>
                <a:cubicBezTo>
                  <a:pt x="4761441" y="2089627"/>
                  <a:pt x="4756150" y="2086928"/>
                  <a:pt x="4754496" y="2082880"/>
                </a:cubicBezTo>
                <a:lnTo>
                  <a:pt x="4760954" y="2066570"/>
                </a:lnTo>
                <a:lnTo>
                  <a:pt x="4760954" y="2066397"/>
                </a:lnTo>
                <a:cubicBezTo>
                  <a:pt x="4732003" y="2071688"/>
                  <a:pt x="4710947" y="2053167"/>
                  <a:pt x="4697788" y="2034647"/>
                </a:cubicBezTo>
                <a:cubicBezTo>
                  <a:pt x="4660941" y="1976438"/>
                  <a:pt x="4624094" y="1915584"/>
                  <a:pt x="4568824" y="1865313"/>
                </a:cubicBezTo>
                <a:close/>
                <a:moveTo>
                  <a:pt x="4951859" y="1850596"/>
                </a:moveTo>
                <a:cubicBezTo>
                  <a:pt x="4956805" y="1849938"/>
                  <a:pt x="4962082" y="1852569"/>
                  <a:pt x="4967358" y="1860463"/>
                </a:cubicBezTo>
                <a:cubicBezTo>
                  <a:pt x="4972634" y="1868357"/>
                  <a:pt x="4983186" y="1870989"/>
                  <a:pt x="4991100" y="1876251"/>
                </a:cubicBezTo>
                <a:cubicBezTo>
                  <a:pt x="4985824" y="1889408"/>
                  <a:pt x="4956805" y="1886777"/>
                  <a:pt x="4964720" y="1907827"/>
                </a:cubicBezTo>
                <a:cubicBezTo>
                  <a:pt x="4969996" y="1920984"/>
                  <a:pt x="4980548" y="1931510"/>
                  <a:pt x="4988462" y="1944666"/>
                </a:cubicBezTo>
                <a:cubicBezTo>
                  <a:pt x="4956805" y="1955192"/>
                  <a:pt x="4954167" y="1981505"/>
                  <a:pt x="4943615" y="2005187"/>
                </a:cubicBezTo>
                <a:cubicBezTo>
                  <a:pt x="4938339" y="2013081"/>
                  <a:pt x="4943615" y="2026238"/>
                  <a:pt x="4930425" y="2031501"/>
                </a:cubicBezTo>
                <a:cubicBezTo>
                  <a:pt x="4922511" y="2036763"/>
                  <a:pt x="4917235" y="2036763"/>
                  <a:pt x="4909320" y="2034132"/>
                </a:cubicBezTo>
                <a:cubicBezTo>
                  <a:pt x="4896130" y="2026238"/>
                  <a:pt x="4885578" y="2015713"/>
                  <a:pt x="4869750" y="2026238"/>
                </a:cubicBezTo>
                <a:cubicBezTo>
                  <a:pt x="4864473" y="2026238"/>
                  <a:pt x="4856559" y="2010450"/>
                  <a:pt x="4843369" y="2015713"/>
                </a:cubicBezTo>
                <a:cubicBezTo>
                  <a:pt x="4830179" y="2018344"/>
                  <a:pt x="4830179" y="1999924"/>
                  <a:pt x="4827541" y="1992030"/>
                </a:cubicBezTo>
                <a:cubicBezTo>
                  <a:pt x="4822264" y="1984136"/>
                  <a:pt x="4822264" y="1976242"/>
                  <a:pt x="4816988" y="1968348"/>
                </a:cubicBezTo>
                <a:cubicBezTo>
                  <a:pt x="4811712" y="1957823"/>
                  <a:pt x="4816988" y="1939404"/>
                  <a:pt x="4822264" y="1939404"/>
                </a:cubicBezTo>
                <a:cubicBezTo>
                  <a:pt x="4843369" y="1936772"/>
                  <a:pt x="4853921" y="1918353"/>
                  <a:pt x="4869750" y="1910459"/>
                </a:cubicBezTo>
                <a:cubicBezTo>
                  <a:pt x="4875026" y="1910459"/>
                  <a:pt x="4880302" y="1910459"/>
                  <a:pt x="4882940" y="1907827"/>
                </a:cubicBezTo>
                <a:cubicBezTo>
                  <a:pt x="4893492" y="1884145"/>
                  <a:pt x="4922511" y="1878883"/>
                  <a:pt x="4938339" y="1860463"/>
                </a:cubicBezTo>
                <a:cubicBezTo>
                  <a:pt x="4942296" y="1855200"/>
                  <a:pt x="4946913" y="1851253"/>
                  <a:pt x="4951859" y="1850596"/>
                </a:cubicBezTo>
                <a:close/>
                <a:moveTo>
                  <a:pt x="5105842" y="1796174"/>
                </a:moveTo>
                <a:cubicBezTo>
                  <a:pt x="5108780" y="1796503"/>
                  <a:pt x="5111391" y="1799131"/>
                  <a:pt x="5114003" y="1804386"/>
                </a:cubicBezTo>
                <a:cubicBezTo>
                  <a:pt x="5124450" y="1817524"/>
                  <a:pt x="5119227" y="1833289"/>
                  <a:pt x="5119227" y="1849055"/>
                </a:cubicBezTo>
                <a:cubicBezTo>
                  <a:pt x="5103557" y="1846427"/>
                  <a:pt x="5111392" y="1870075"/>
                  <a:pt x="5098333" y="1867448"/>
                </a:cubicBezTo>
                <a:cubicBezTo>
                  <a:pt x="5087886" y="1864820"/>
                  <a:pt x="5080051" y="1859565"/>
                  <a:pt x="5077439" y="1846427"/>
                </a:cubicBezTo>
                <a:cubicBezTo>
                  <a:pt x="5074828" y="1835917"/>
                  <a:pt x="5069604" y="1828034"/>
                  <a:pt x="5056546" y="1838544"/>
                </a:cubicBezTo>
                <a:cubicBezTo>
                  <a:pt x="5053934" y="1841172"/>
                  <a:pt x="5048711" y="1843799"/>
                  <a:pt x="5043487" y="1846427"/>
                </a:cubicBezTo>
                <a:cubicBezTo>
                  <a:pt x="5051322" y="1833289"/>
                  <a:pt x="5051322" y="1814896"/>
                  <a:pt x="5074828" y="1820151"/>
                </a:cubicBezTo>
                <a:cubicBezTo>
                  <a:pt x="5082663" y="1822779"/>
                  <a:pt x="5090498" y="1809641"/>
                  <a:pt x="5095721" y="1801758"/>
                </a:cubicBezTo>
                <a:cubicBezTo>
                  <a:pt x="5099639" y="1797817"/>
                  <a:pt x="5102904" y="1795846"/>
                  <a:pt x="5105842" y="1796174"/>
                </a:cubicBezTo>
                <a:close/>
                <a:moveTo>
                  <a:pt x="4308474" y="1793875"/>
                </a:moveTo>
                <a:cubicBezTo>
                  <a:pt x="4329641" y="1801752"/>
                  <a:pt x="4337579" y="1820130"/>
                  <a:pt x="4342871" y="1841134"/>
                </a:cubicBezTo>
                <a:cubicBezTo>
                  <a:pt x="4348162" y="1856887"/>
                  <a:pt x="4332287" y="1854262"/>
                  <a:pt x="4324349" y="1856887"/>
                </a:cubicBezTo>
                <a:cubicBezTo>
                  <a:pt x="4313766" y="1862138"/>
                  <a:pt x="4313766" y="1854262"/>
                  <a:pt x="4311120" y="1846385"/>
                </a:cubicBezTo>
                <a:cubicBezTo>
                  <a:pt x="4311120" y="1828007"/>
                  <a:pt x="4308474" y="1812254"/>
                  <a:pt x="4308474" y="1793875"/>
                </a:cubicBezTo>
                <a:close/>
                <a:moveTo>
                  <a:pt x="4999037" y="1762125"/>
                </a:moveTo>
                <a:cubicBezTo>
                  <a:pt x="4993664" y="1786188"/>
                  <a:pt x="4985605" y="1799557"/>
                  <a:pt x="4964112" y="1812925"/>
                </a:cubicBezTo>
                <a:cubicBezTo>
                  <a:pt x="4972172" y="1791536"/>
                  <a:pt x="4985605" y="1780841"/>
                  <a:pt x="4999037" y="1762125"/>
                </a:cubicBezTo>
                <a:close/>
                <a:moveTo>
                  <a:pt x="5038236" y="1758950"/>
                </a:moveTo>
                <a:cubicBezTo>
                  <a:pt x="5067788" y="1769534"/>
                  <a:pt x="5070474" y="1777471"/>
                  <a:pt x="5059728" y="1806575"/>
                </a:cubicBezTo>
                <a:cubicBezTo>
                  <a:pt x="5043609" y="1801284"/>
                  <a:pt x="5054355" y="1790700"/>
                  <a:pt x="5057042" y="1782763"/>
                </a:cubicBezTo>
                <a:cubicBezTo>
                  <a:pt x="5035549" y="1788054"/>
                  <a:pt x="5035549" y="1788054"/>
                  <a:pt x="5038236" y="1758950"/>
                </a:cubicBezTo>
                <a:close/>
                <a:moveTo>
                  <a:pt x="1755298" y="1640285"/>
                </a:moveTo>
                <a:cubicBezTo>
                  <a:pt x="1763394" y="1635125"/>
                  <a:pt x="1771491" y="1645444"/>
                  <a:pt x="1779587" y="1645444"/>
                </a:cubicBezTo>
                <a:cubicBezTo>
                  <a:pt x="1771491" y="1650604"/>
                  <a:pt x="1763394" y="1655763"/>
                  <a:pt x="1755298" y="1650604"/>
                </a:cubicBezTo>
                <a:cubicBezTo>
                  <a:pt x="1752599" y="1648024"/>
                  <a:pt x="1752599" y="1642864"/>
                  <a:pt x="1755298" y="1640285"/>
                </a:cubicBezTo>
                <a:close/>
                <a:moveTo>
                  <a:pt x="5029728" y="1638300"/>
                </a:moveTo>
                <a:cubicBezTo>
                  <a:pt x="5037666" y="1638300"/>
                  <a:pt x="5042958" y="1638300"/>
                  <a:pt x="5045603" y="1646199"/>
                </a:cubicBezTo>
                <a:cubicBezTo>
                  <a:pt x="5050895" y="1659364"/>
                  <a:pt x="5053541" y="1672528"/>
                  <a:pt x="5042958" y="1685693"/>
                </a:cubicBezTo>
                <a:cubicBezTo>
                  <a:pt x="5027083" y="1701490"/>
                  <a:pt x="5032374" y="1712022"/>
                  <a:pt x="5053541" y="1717288"/>
                </a:cubicBezTo>
                <a:cubicBezTo>
                  <a:pt x="5069416" y="1719921"/>
                  <a:pt x="5079999" y="1725187"/>
                  <a:pt x="5077353" y="1746250"/>
                </a:cubicBezTo>
                <a:cubicBezTo>
                  <a:pt x="5069416" y="1737035"/>
                  <a:pt x="5060155" y="1733744"/>
                  <a:pt x="5050564" y="1732427"/>
                </a:cubicBezTo>
                <a:lnTo>
                  <a:pt x="5022144" y="1730477"/>
                </a:lnTo>
                <a:lnTo>
                  <a:pt x="5030118" y="1739727"/>
                </a:lnTo>
                <a:cubicBezTo>
                  <a:pt x="5030441" y="1743274"/>
                  <a:pt x="5028506" y="1747144"/>
                  <a:pt x="5024636" y="1751013"/>
                </a:cubicBezTo>
                <a:cubicBezTo>
                  <a:pt x="5018187" y="1741984"/>
                  <a:pt x="5014962" y="1737470"/>
                  <a:pt x="5014639" y="1734890"/>
                </a:cubicBezTo>
                <a:lnTo>
                  <a:pt x="5021915" y="1730461"/>
                </a:lnTo>
                <a:lnTo>
                  <a:pt x="5021791" y="1730453"/>
                </a:lnTo>
                <a:cubicBezTo>
                  <a:pt x="5003270" y="1706756"/>
                  <a:pt x="5000624" y="1672528"/>
                  <a:pt x="5013853" y="1646199"/>
                </a:cubicBezTo>
                <a:cubicBezTo>
                  <a:pt x="5016499" y="1638300"/>
                  <a:pt x="5021791" y="1638300"/>
                  <a:pt x="5029728" y="1638300"/>
                </a:cubicBezTo>
                <a:close/>
                <a:moveTo>
                  <a:pt x="272785" y="1634729"/>
                </a:moveTo>
                <a:cubicBezTo>
                  <a:pt x="277416" y="1635976"/>
                  <a:pt x="282046" y="1637847"/>
                  <a:pt x="287337" y="1637847"/>
                </a:cubicBezTo>
                <a:cubicBezTo>
                  <a:pt x="276754" y="1647826"/>
                  <a:pt x="268816" y="1645332"/>
                  <a:pt x="260879" y="1642837"/>
                </a:cubicBezTo>
                <a:cubicBezTo>
                  <a:pt x="258233" y="1640342"/>
                  <a:pt x="255587" y="1637847"/>
                  <a:pt x="258233" y="1635353"/>
                </a:cubicBezTo>
                <a:cubicBezTo>
                  <a:pt x="263525" y="1632858"/>
                  <a:pt x="268155" y="1633482"/>
                  <a:pt x="272785" y="1634729"/>
                </a:cubicBezTo>
                <a:close/>
                <a:moveTo>
                  <a:pt x="1661567" y="1616776"/>
                </a:moveTo>
                <a:cubicBezTo>
                  <a:pt x="1665823" y="1616449"/>
                  <a:pt x="1670407" y="1617103"/>
                  <a:pt x="1674336" y="1617103"/>
                </a:cubicBezTo>
                <a:cubicBezTo>
                  <a:pt x="1700530" y="1617103"/>
                  <a:pt x="1705768" y="1619718"/>
                  <a:pt x="1731962" y="1640635"/>
                </a:cubicBezTo>
                <a:cubicBezTo>
                  <a:pt x="1695291" y="1653709"/>
                  <a:pt x="1663858" y="1658938"/>
                  <a:pt x="1627187" y="1640635"/>
                </a:cubicBezTo>
                <a:cubicBezTo>
                  <a:pt x="1640284" y="1640635"/>
                  <a:pt x="1648142" y="1640635"/>
                  <a:pt x="1656000" y="1640635"/>
                </a:cubicBezTo>
                <a:cubicBezTo>
                  <a:pt x="1661239" y="1632791"/>
                  <a:pt x="1645523" y="1630176"/>
                  <a:pt x="1650762" y="1622332"/>
                </a:cubicBezTo>
                <a:cubicBezTo>
                  <a:pt x="1653381" y="1618410"/>
                  <a:pt x="1657310" y="1617103"/>
                  <a:pt x="1661567" y="1616776"/>
                </a:cubicBezTo>
                <a:close/>
                <a:moveTo>
                  <a:pt x="4832746" y="1613921"/>
                </a:moveTo>
                <a:cubicBezTo>
                  <a:pt x="4837905" y="1616529"/>
                  <a:pt x="4845645" y="1613921"/>
                  <a:pt x="4848224" y="1624354"/>
                </a:cubicBezTo>
                <a:cubicBezTo>
                  <a:pt x="4840485" y="1632178"/>
                  <a:pt x="4837905" y="1645218"/>
                  <a:pt x="4825007" y="1647826"/>
                </a:cubicBezTo>
                <a:cubicBezTo>
                  <a:pt x="4819848" y="1647826"/>
                  <a:pt x="4806949" y="1645218"/>
                  <a:pt x="4812109" y="1634786"/>
                </a:cubicBezTo>
                <a:cubicBezTo>
                  <a:pt x="4817268" y="1626962"/>
                  <a:pt x="4814688" y="1611313"/>
                  <a:pt x="4832746" y="1613921"/>
                </a:cubicBezTo>
                <a:close/>
                <a:moveTo>
                  <a:pt x="1500880" y="1554304"/>
                </a:moveTo>
                <a:cubicBezTo>
                  <a:pt x="1507596" y="1554428"/>
                  <a:pt x="1514396" y="1555751"/>
                  <a:pt x="1521029" y="1558397"/>
                </a:cubicBezTo>
                <a:cubicBezTo>
                  <a:pt x="1558177" y="1574272"/>
                  <a:pt x="1595324" y="1590147"/>
                  <a:pt x="1635125" y="1608668"/>
                </a:cubicBezTo>
                <a:cubicBezTo>
                  <a:pt x="1616551" y="1619251"/>
                  <a:pt x="1597978" y="1613960"/>
                  <a:pt x="1582057" y="1619251"/>
                </a:cubicBezTo>
                <a:cubicBezTo>
                  <a:pt x="1579404" y="1619251"/>
                  <a:pt x="1574097" y="1619251"/>
                  <a:pt x="1574097" y="1619251"/>
                </a:cubicBezTo>
                <a:cubicBezTo>
                  <a:pt x="1566137" y="1579563"/>
                  <a:pt x="1531643" y="1590147"/>
                  <a:pt x="1507762" y="1582209"/>
                </a:cubicBezTo>
                <a:cubicBezTo>
                  <a:pt x="1489188" y="1574272"/>
                  <a:pt x="1467961" y="1574272"/>
                  <a:pt x="1449387" y="1582209"/>
                </a:cubicBezTo>
                <a:cubicBezTo>
                  <a:pt x="1461328" y="1564350"/>
                  <a:pt x="1480731" y="1553932"/>
                  <a:pt x="1500880" y="1554304"/>
                </a:cubicBezTo>
                <a:close/>
                <a:moveTo>
                  <a:pt x="5027612" y="1524361"/>
                </a:moveTo>
                <a:cubicBezTo>
                  <a:pt x="5030258" y="1523712"/>
                  <a:pt x="5032904" y="1523712"/>
                  <a:pt x="5035550" y="1525011"/>
                </a:cubicBezTo>
                <a:cubicBezTo>
                  <a:pt x="5043487" y="1527609"/>
                  <a:pt x="5038196" y="1532804"/>
                  <a:pt x="5038196" y="1538000"/>
                </a:cubicBezTo>
                <a:cubicBezTo>
                  <a:pt x="5032904" y="1550988"/>
                  <a:pt x="5030258" y="1566575"/>
                  <a:pt x="5019674" y="1579563"/>
                </a:cubicBezTo>
                <a:cubicBezTo>
                  <a:pt x="5003799" y="1553586"/>
                  <a:pt x="5003799" y="1540597"/>
                  <a:pt x="5019674" y="1527609"/>
                </a:cubicBezTo>
                <a:cubicBezTo>
                  <a:pt x="5022320" y="1526310"/>
                  <a:pt x="5024966" y="1525011"/>
                  <a:pt x="5027612" y="1524361"/>
                </a:cubicBezTo>
                <a:close/>
                <a:moveTo>
                  <a:pt x="3524249" y="1320800"/>
                </a:moveTo>
                <a:cubicBezTo>
                  <a:pt x="3506191" y="1346778"/>
                  <a:pt x="3498452" y="1349375"/>
                  <a:pt x="3482974" y="1333789"/>
                </a:cubicBezTo>
                <a:cubicBezTo>
                  <a:pt x="3495873" y="1325996"/>
                  <a:pt x="3508771" y="1325996"/>
                  <a:pt x="3524249" y="1320800"/>
                </a:cubicBezTo>
                <a:close/>
                <a:moveTo>
                  <a:pt x="3340935" y="1320800"/>
                </a:moveTo>
                <a:cubicBezTo>
                  <a:pt x="3353886" y="1323340"/>
                  <a:pt x="3366836" y="1325880"/>
                  <a:pt x="3379787" y="1328420"/>
                </a:cubicBezTo>
                <a:cubicBezTo>
                  <a:pt x="3379787" y="1330960"/>
                  <a:pt x="3379787" y="1330960"/>
                  <a:pt x="3379787" y="1333500"/>
                </a:cubicBezTo>
                <a:cubicBezTo>
                  <a:pt x="3366836" y="1333500"/>
                  <a:pt x="3353886" y="1333500"/>
                  <a:pt x="3340935" y="1333500"/>
                </a:cubicBezTo>
                <a:cubicBezTo>
                  <a:pt x="3335755" y="1333500"/>
                  <a:pt x="3330574" y="1333500"/>
                  <a:pt x="3333164" y="1325880"/>
                </a:cubicBezTo>
                <a:cubicBezTo>
                  <a:pt x="3333164" y="1323340"/>
                  <a:pt x="3338345" y="1320800"/>
                  <a:pt x="3340935" y="1320800"/>
                </a:cubicBezTo>
                <a:close/>
                <a:moveTo>
                  <a:pt x="3084146" y="1173163"/>
                </a:moveTo>
                <a:cubicBezTo>
                  <a:pt x="3081582" y="1196669"/>
                  <a:pt x="3089275" y="1220174"/>
                  <a:pt x="3084146" y="1243679"/>
                </a:cubicBezTo>
                <a:cubicBezTo>
                  <a:pt x="3084146" y="1248903"/>
                  <a:pt x="3081582" y="1254126"/>
                  <a:pt x="3076453" y="1254126"/>
                </a:cubicBezTo>
                <a:cubicBezTo>
                  <a:pt x="3071324" y="1254126"/>
                  <a:pt x="3068760" y="1251514"/>
                  <a:pt x="3068760" y="1246291"/>
                </a:cubicBezTo>
                <a:cubicBezTo>
                  <a:pt x="3066195" y="1233232"/>
                  <a:pt x="3055937" y="1220174"/>
                  <a:pt x="3073888" y="1209727"/>
                </a:cubicBezTo>
                <a:cubicBezTo>
                  <a:pt x="3076453" y="1207115"/>
                  <a:pt x="3076453" y="1204504"/>
                  <a:pt x="3073888" y="1199280"/>
                </a:cubicBezTo>
                <a:cubicBezTo>
                  <a:pt x="3063631" y="1188833"/>
                  <a:pt x="3073888" y="1180998"/>
                  <a:pt x="3084146" y="1173163"/>
                </a:cubicBezTo>
                <a:close/>
                <a:moveTo>
                  <a:pt x="5385697" y="1120775"/>
                </a:moveTo>
                <a:cubicBezTo>
                  <a:pt x="5404114" y="1131300"/>
                  <a:pt x="5417270" y="1147087"/>
                  <a:pt x="5438319" y="1144455"/>
                </a:cubicBezTo>
                <a:cubicBezTo>
                  <a:pt x="5446213" y="1144455"/>
                  <a:pt x="5446213" y="1160242"/>
                  <a:pt x="5448844" y="1168136"/>
                </a:cubicBezTo>
                <a:cubicBezTo>
                  <a:pt x="5451475" y="1170767"/>
                  <a:pt x="5440950" y="1173398"/>
                  <a:pt x="5435688" y="1173398"/>
                </a:cubicBezTo>
                <a:cubicBezTo>
                  <a:pt x="5433057" y="1173398"/>
                  <a:pt x="5430426" y="1173398"/>
                  <a:pt x="5430426" y="1176029"/>
                </a:cubicBezTo>
                <a:cubicBezTo>
                  <a:pt x="5417270" y="1191816"/>
                  <a:pt x="5398852" y="1199709"/>
                  <a:pt x="5377803" y="1189185"/>
                </a:cubicBezTo>
                <a:cubicBezTo>
                  <a:pt x="5372541" y="1186554"/>
                  <a:pt x="5375172" y="1199709"/>
                  <a:pt x="5375172" y="1202340"/>
                </a:cubicBezTo>
                <a:cubicBezTo>
                  <a:pt x="5393590" y="1223390"/>
                  <a:pt x="5396221" y="1241808"/>
                  <a:pt x="5380434" y="1268119"/>
                </a:cubicBezTo>
                <a:cubicBezTo>
                  <a:pt x="5369910" y="1281275"/>
                  <a:pt x="5377803" y="1302324"/>
                  <a:pt x="5369910" y="1318111"/>
                </a:cubicBezTo>
                <a:cubicBezTo>
                  <a:pt x="5364647" y="1328635"/>
                  <a:pt x="5364647" y="1341791"/>
                  <a:pt x="5348861" y="1331266"/>
                </a:cubicBezTo>
                <a:cubicBezTo>
                  <a:pt x="5343598" y="1328635"/>
                  <a:pt x="5335705" y="1341791"/>
                  <a:pt x="5330443" y="1341791"/>
                </a:cubicBezTo>
                <a:cubicBezTo>
                  <a:pt x="5312025" y="1339160"/>
                  <a:pt x="5298869" y="1349684"/>
                  <a:pt x="5288345" y="1362840"/>
                </a:cubicBezTo>
                <a:cubicBezTo>
                  <a:pt x="5283082" y="1368102"/>
                  <a:pt x="5277820" y="1368102"/>
                  <a:pt x="5275189" y="1357578"/>
                </a:cubicBezTo>
                <a:cubicBezTo>
                  <a:pt x="5275189" y="1349684"/>
                  <a:pt x="5269927" y="1344422"/>
                  <a:pt x="5262033" y="1347053"/>
                </a:cubicBezTo>
                <a:lnTo>
                  <a:pt x="5256255" y="1348629"/>
                </a:lnTo>
                <a:lnTo>
                  <a:pt x="5262562" y="1347788"/>
                </a:lnTo>
                <a:cubicBezTo>
                  <a:pt x="5262562" y="1347788"/>
                  <a:pt x="5259916" y="1350434"/>
                  <a:pt x="5259916" y="1350434"/>
                </a:cubicBezTo>
                <a:lnTo>
                  <a:pt x="5258956" y="1350730"/>
                </a:lnTo>
                <a:lnTo>
                  <a:pt x="5254107" y="1365956"/>
                </a:lnTo>
                <a:cubicBezTo>
                  <a:pt x="5249673" y="1374604"/>
                  <a:pt x="5243466" y="1378382"/>
                  <a:pt x="5235807" y="1376954"/>
                </a:cubicBezTo>
                <a:lnTo>
                  <a:pt x="5223313" y="1370888"/>
                </a:lnTo>
                <a:lnTo>
                  <a:pt x="5222874" y="1371601"/>
                </a:lnTo>
                <a:cubicBezTo>
                  <a:pt x="5220229" y="1371601"/>
                  <a:pt x="5220229" y="1371601"/>
                  <a:pt x="5220229" y="1371601"/>
                </a:cubicBezTo>
                <a:cubicBezTo>
                  <a:pt x="5220229" y="1371601"/>
                  <a:pt x="5217583" y="1371601"/>
                  <a:pt x="5217583" y="1371601"/>
                </a:cubicBezTo>
                <a:lnTo>
                  <a:pt x="5217232" y="1370973"/>
                </a:lnTo>
                <a:lnTo>
                  <a:pt x="5209410" y="1397045"/>
                </a:lnTo>
                <a:cubicBezTo>
                  <a:pt x="5204148" y="1404938"/>
                  <a:pt x="5198886" y="1404938"/>
                  <a:pt x="5190992" y="1404938"/>
                </a:cubicBezTo>
                <a:cubicBezTo>
                  <a:pt x="5180468" y="1402307"/>
                  <a:pt x="5183099" y="1394414"/>
                  <a:pt x="5183099" y="1389151"/>
                </a:cubicBezTo>
                <a:cubicBezTo>
                  <a:pt x="5185730" y="1381258"/>
                  <a:pt x="5185730" y="1375996"/>
                  <a:pt x="5175206" y="1375996"/>
                </a:cubicBezTo>
                <a:cubicBezTo>
                  <a:pt x="5167312" y="1375996"/>
                  <a:pt x="5172575" y="1368102"/>
                  <a:pt x="5177837" y="1362840"/>
                </a:cubicBezTo>
                <a:cubicBezTo>
                  <a:pt x="5204148" y="1347053"/>
                  <a:pt x="5225197" y="1315479"/>
                  <a:pt x="5267296" y="1323373"/>
                </a:cubicBezTo>
                <a:cubicBezTo>
                  <a:pt x="5283082" y="1328635"/>
                  <a:pt x="5285713" y="1310217"/>
                  <a:pt x="5290976" y="1299693"/>
                </a:cubicBezTo>
                <a:cubicBezTo>
                  <a:pt x="5296238" y="1294430"/>
                  <a:pt x="5298869" y="1281275"/>
                  <a:pt x="5312025" y="1291799"/>
                </a:cubicBezTo>
                <a:cubicBezTo>
                  <a:pt x="5317287" y="1297061"/>
                  <a:pt x="5325180" y="1289168"/>
                  <a:pt x="5330443" y="1283906"/>
                </a:cubicBezTo>
                <a:cubicBezTo>
                  <a:pt x="5340967" y="1270750"/>
                  <a:pt x="5351492" y="1257594"/>
                  <a:pt x="5351492" y="1239176"/>
                </a:cubicBezTo>
                <a:cubicBezTo>
                  <a:pt x="5354123" y="1231283"/>
                  <a:pt x="5351492" y="1218127"/>
                  <a:pt x="5364647" y="1210234"/>
                </a:cubicBezTo>
                <a:cubicBezTo>
                  <a:pt x="5367279" y="1210234"/>
                  <a:pt x="5367279" y="1207603"/>
                  <a:pt x="5362016" y="1204972"/>
                </a:cubicBezTo>
                <a:cubicBezTo>
                  <a:pt x="5346229" y="1191816"/>
                  <a:pt x="5348861" y="1173398"/>
                  <a:pt x="5367279" y="1165504"/>
                </a:cubicBezTo>
                <a:cubicBezTo>
                  <a:pt x="5375172" y="1162873"/>
                  <a:pt x="5377803" y="1157611"/>
                  <a:pt x="5377803" y="1152349"/>
                </a:cubicBezTo>
                <a:cubicBezTo>
                  <a:pt x="5377803" y="1147087"/>
                  <a:pt x="5380434" y="1141824"/>
                  <a:pt x="5380434" y="1136562"/>
                </a:cubicBezTo>
                <a:cubicBezTo>
                  <a:pt x="5383065" y="1131300"/>
                  <a:pt x="5385697" y="1126037"/>
                  <a:pt x="5385697" y="1120775"/>
                </a:cubicBezTo>
                <a:close/>
                <a:moveTo>
                  <a:pt x="1953419" y="985838"/>
                </a:moveTo>
                <a:cubicBezTo>
                  <a:pt x="1958689" y="999067"/>
                  <a:pt x="1934972" y="1007005"/>
                  <a:pt x="1950783" y="1022880"/>
                </a:cubicBezTo>
                <a:cubicBezTo>
                  <a:pt x="1958689" y="1028171"/>
                  <a:pt x="1961325" y="1036109"/>
                  <a:pt x="1974501" y="1033463"/>
                </a:cubicBezTo>
                <a:cubicBezTo>
                  <a:pt x="1979771" y="1033463"/>
                  <a:pt x="1985042" y="1030817"/>
                  <a:pt x="1987677" y="1041401"/>
                </a:cubicBezTo>
                <a:cubicBezTo>
                  <a:pt x="1992948" y="1057276"/>
                  <a:pt x="2019300" y="1067859"/>
                  <a:pt x="1998218" y="1089026"/>
                </a:cubicBezTo>
                <a:cubicBezTo>
                  <a:pt x="1992948" y="1094317"/>
                  <a:pt x="1990312" y="1096963"/>
                  <a:pt x="1985042" y="1091671"/>
                </a:cubicBezTo>
                <a:cubicBezTo>
                  <a:pt x="1961325" y="1075796"/>
                  <a:pt x="1932337" y="1070505"/>
                  <a:pt x="1903349" y="1073151"/>
                </a:cubicBezTo>
                <a:cubicBezTo>
                  <a:pt x="1898078" y="1073151"/>
                  <a:pt x="1895443" y="1075796"/>
                  <a:pt x="1892808" y="1073151"/>
                </a:cubicBezTo>
                <a:cubicBezTo>
                  <a:pt x="1887537" y="1067859"/>
                  <a:pt x="1892808" y="1065213"/>
                  <a:pt x="1892808" y="1059921"/>
                </a:cubicBezTo>
                <a:cubicBezTo>
                  <a:pt x="1908619" y="1036109"/>
                  <a:pt x="1924431" y="1012296"/>
                  <a:pt x="1937607" y="988484"/>
                </a:cubicBezTo>
                <a:cubicBezTo>
                  <a:pt x="1942878" y="988484"/>
                  <a:pt x="1948148" y="985838"/>
                  <a:pt x="1953419" y="985838"/>
                </a:cubicBezTo>
                <a:close/>
                <a:moveTo>
                  <a:pt x="2791846" y="895152"/>
                </a:moveTo>
                <a:cubicBezTo>
                  <a:pt x="2797502" y="893498"/>
                  <a:pt x="2804155" y="894821"/>
                  <a:pt x="2810809" y="897467"/>
                </a:cubicBezTo>
                <a:cubicBezTo>
                  <a:pt x="2824116" y="902758"/>
                  <a:pt x="2832100" y="910696"/>
                  <a:pt x="2821455" y="926571"/>
                </a:cubicBezTo>
                <a:cubicBezTo>
                  <a:pt x="2816132" y="934508"/>
                  <a:pt x="2818793" y="945092"/>
                  <a:pt x="2818793" y="953029"/>
                </a:cubicBezTo>
                <a:cubicBezTo>
                  <a:pt x="2818793" y="971550"/>
                  <a:pt x="2808148" y="976842"/>
                  <a:pt x="2792179" y="979488"/>
                </a:cubicBezTo>
                <a:cubicBezTo>
                  <a:pt x="2778872" y="979488"/>
                  <a:pt x="2768226" y="982133"/>
                  <a:pt x="2754919" y="984779"/>
                </a:cubicBezTo>
                <a:cubicBezTo>
                  <a:pt x="2752258" y="987425"/>
                  <a:pt x="2749596" y="984779"/>
                  <a:pt x="2749596" y="982133"/>
                </a:cubicBezTo>
                <a:cubicBezTo>
                  <a:pt x="2749596" y="976842"/>
                  <a:pt x="2741612" y="971550"/>
                  <a:pt x="2749596" y="966258"/>
                </a:cubicBezTo>
                <a:cubicBezTo>
                  <a:pt x="2760242" y="958321"/>
                  <a:pt x="2760242" y="950383"/>
                  <a:pt x="2752258" y="939800"/>
                </a:cubicBezTo>
                <a:cubicBezTo>
                  <a:pt x="2746935" y="934508"/>
                  <a:pt x="2744274" y="921279"/>
                  <a:pt x="2762904" y="923925"/>
                </a:cubicBezTo>
                <a:cubicBezTo>
                  <a:pt x="2770888" y="923925"/>
                  <a:pt x="2776211" y="918633"/>
                  <a:pt x="2778872" y="910696"/>
                </a:cubicBezTo>
                <a:cubicBezTo>
                  <a:pt x="2781534" y="901436"/>
                  <a:pt x="2786191" y="896805"/>
                  <a:pt x="2791846" y="895152"/>
                </a:cubicBezTo>
                <a:close/>
                <a:moveTo>
                  <a:pt x="3105784" y="887413"/>
                </a:moveTo>
                <a:cubicBezTo>
                  <a:pt x="3105784" y="890191"/>
                  <a:pt x="3108324" y="892970"/>
                  <a:pt x="3108324" y="892970"/>
                </a:cubicBezTo>
                <a:cubicBezTo>
                  <a:pt x="3108324" y="898526"/>
                  <a:pt x="3105784" y="898526"/>
                  <a:pt x="3100704" y="898526"/>
                </a:cubicBezTo>
                <a:cubicBezTo>
                  <a:pt x="3098164" y="898526"/>
                  <a:pt x="3095624" y="898526"/>
                  <a:pt x="3098164" y="895748"/>
                </a:cubicBezTo>
                <a:cubicBezTo>
                  <a:pt x="3098164" y="892970"/>
                  <a:pt x="3100704" y="890191"/>
                  <a:pt x="3105784" y="887413"/>
                </a:cubicBezTo>
                <a:close/>
                <a:moveTo>
                  <a:pt x="595312" y="874713"/>
                </a:moveTo>
                <a:cubicBezTo>
                  <a:pt x="619601" y="877359"/>
                  <a:pt x="622300" y="890588"/>
                  <a:pt x="619601" y="906463"/>
                </a:cubicBezTo>
                <a:cubicBezTo>
                  <a:pt x="611505" y="895880"/>
                  <a:pt x="606107" y="887942"/>
                  <a:pt x="595312" y="874713"/>
                </a:cubicBezTo>
                <a:close/>
                <a:moveTo>
                  <a:pt x="598283" y="845042"/>
                </a:moveTo>
                <a:lnTo>
                  <a:pt x="597737" y="845152"/>
                </a:lnTo>
                <a:lnTo>
                  <a:pt x="598717" y="851885"/>
                </a:lnTo>
                <a:lnTo>
                  <a:pt x="600260" y="848015"/>
                </a:lnTo>
                <a:cubicBezTo>
                  <a:pt x="600260" y="846364"/>
                  <a:pt x="599601" y="845042"/>
                  <a:pt x="598283" y="845042"/>
                </a:cubicBezTo>
                <a:close/>
                <a:moveTo>
                  <a:pt x="245533" y="831850"/>
                </a:moveTo>
                <a:cubicBezTo>
                  <a:pt x="255764" y="831850"/>
                  <a:pt x="263437" y="834458"/>
                  <a:pt x="276225" y="837066"/>
                </a:cubicBezTo>
                <a:cubicBezTo>
                  <a:pt x="271110" y="850107"/>
                  <a:pt x="258321" y="852715"/>
                  <a:pt x="250648" y="860539"/>
                </a:cubicBezTo>
                <a:cubicBezTo>
                  <a:pt x="242975" y="868363"/>
                  <a:pt x="237860" y="860539"/>
                  <a:pt x="235303" y="855323"/>
                </a:cubicBezTo>
                <a:cubicBezTo>
                  <a:pt x="230187" y="847499"/>
                  <a:pt x="230187" y="844890"/>
                  <a:pt x="240418" y="842282"/>
                </a:cubicBezTo>
                <a:cubicBezTo>
                  <a:pt x="245533" y="842282"/>
                  <a:pt x="245533" y="834458"/>
                  <a:pt x="245533" y="831850"/>
                </a:cubicBezTo>
                <a:close/>
                <a:moveTo>
                  <a:pt x="2813049" y="822325"/>
                </a:moveTo>
                <a:cubicBezTo>
                  <a:pt x="2810403" y="832908"/>
                  <a:pt x="2805112" y="835554"/>
                  <a:pt x="2799820" y="838200"/>
                </a:cubicBezTo>
                <a:cubicBezTo>
                  <a:pt x="2797174" y="827617"/>
                  <a:pt x="2802466" y="824971"/>
                  <a:pt x="2813049" y="822325"/>
                </a:cubicBezTo>
                <a:close/>
                <a:moveTo>
                  <a:pt x="2865967" y="813330"/>
                </a:moveTo>
                <a:cubicBezTo>
                  <a:pt x="2871258" y="818621"/>
                  <a:pt x="2868612" y="821267"/>
                  <a:pt x="2865967" y="823913"/>
                </a:cubicBezTo>
                <a:cubicBezTo>
                  <a:pt x="2852737" y="837142"/>
                  <a:pt x="2863321" y="842434"/>
                  <a:pt x="2873904" y="842434"/>
                </a:cubicBezTo>
                <a:cubicBezTo>
                  <a:pt x="2895071" y="842434"/>
                  <a:pt x="2892425" y="853017"/>
                  <a:pt x="2881842" y="863601"/>
                </a:cubicBezTo>
                <a:cubicBezTo>
                  <a:pt x="2868612" y="874184"/>
                  <a:pt x="2871258" y="879476"/>
                  <a:pt x="2887133" y="884767"/>
                </a:cubicBezTo>
                <a:cubicBezTo>
                  <a:pt x="2910946" y="897997"/>
                  <a:pt x="2921529" y="924455"/>
                  <a:pt x="2929467" y="948268"/>
                </a:cubicBezTo>
                <a:cubicBezTo>
                  <a:pt x="2932113" y="953559"/>
                  <a:pt x="2932113" y="958851"/>
                  <a:pt x="2940050" y="958851"/>
                </a:cubicBezTo>
                <a:cubicBezTo>
                  <a:pt x="2953279" y="956205"/>
                  <a:pt x="2955925" y="961497"/>
                  <a:pt x="2947988" y="972080"/>
                </a:cubicBezTo>
                <a:cubicBezTo>
                  <a:pt x="2945342" y="977372"/>
                  <a:pt x="2937404" y="982664"/>
                  <a:pt x="2942696" y="993247"/>
                </a:cubicBezTo>
                <a:cubicBezTo>
                  <a:pt x="2947988" y="1001184"/>
                  <a:pt x="2937404" y="1001184"/>
                  <a:pt x="2934759" y="1001184"/>
                </a:cubicBezTo>
                <a:cubicBezTo>
                  <a:pt x="2900363" y="1009122"/>
                  <a:pt x="2863321" y="1017059"/>
                  <a:pt x="2826279" y="1022351"/>
                </a:cubicBezTo>
                <a:cubicBezTo>
                  <a:pt x="2836862" y="1014414"/>
                  <a:pt x="2847446" y="1003830"/>
                  <a:pt x="2863321" y="993247"/>
                </a:cubicBezTo>
                <a:cubicBezTo>
                  <a:pt x="2850092" y="987955"/>
                  <a:pt x="2842154" y="985309"/>
                  <a:pt x="2831571" y="980018"/>
                </a:cubicBezTo>
                <a:cubicBezTo>
                  <a:pt x="2847446" y="969434"/>
                  <a:pt x="2844800" y="948268"/>
                  <a:pt x="2865967" y="942976"/>
                </a:cubicBezTo>
                <a:cubicBezTo>
                  <a:pt x="2871258" y="942976"/>
                  <a:pt x="2873904" y="927101"/>
                  <a:pt x="2871258" y="927101"/>
                </a:cubicBezTo>
                <a:cubicBezTo>
                  <a:pt x="2860675" y="927101"/>
                  <a:pt x="2863321" y="908580"/>
                  <a:pt x="2850092" y="913872"/>
                </a:cubicBezTo>
                <a:cubicBezTo>
                  <a:pt x="2836862" y="916518"/>
                  <a:pt x="2834217" y="911226"/>
                  <a:pt x="2836862" y="900643"/>
                </a:cubicBezTo>
                <a:cubicBezTo>
                  <a:pt x="2842154" y="884767"/>
                  <a:pt x="2818341" y="905934"/>
                  <a:pt x="2823633" y="890059"/>
                </a:cubicBezTo>
                <a:cubicBezTo>
                  <a:pt x="2823633" y="884767"/>
                  <a:pt x="2834217" y="874184"/>
                  <a:pt x="2820987" y="868892"/>
                </a:cubicBezTo>
                <a:cubicBezTo>
                  <a:pt x="2810404" y="863601"/>
                  <a:pt x="2820987" y="850372"/>
                  <a:pt x="2810404" y="842434"/>
                </a:cubicBezTo>
                <a:cubicBezTo>
                  <a:pt x="2805112" y="837142"/>
                  <a:pt x="2855383" y="808038"/>
                  <a:pt x="2865967" y="813330"/>
                </a:cubicBezTo>
                <a:close/>
                <a:moveTo>
                  <a:pt x="6215062" y="680152"/>
                </a:moveTo>
                <a:cubicBezTo>
                  <a:pt x="6223752" y="679816"/>
                  <a:pt x="6232441" y="682503"/>
                  <a:pt x="6240462" y="691906"/>
                </a:cubicBezTo>
                <a:cubicBezTo>
                  <a:pt x="6221746" y="708025"/>
                  <a:pt x="6205704" y="691906"/>
                  <a:pt x="6189662" y="686533"/>
                </a:cubicBezTo>
                <a:cubicBezTo>
                  <a:pt x="6197683" y="683846"/>
                  <a:pt x="6206372" y="680488"/>
                  <a:pt x="6215062" y="680152"/>
                </a:cubicBezTo>
                <a:close/>
                <a:moveTo>
                  <a:pt x="1434992" y="617538"/>
                </a:moveTo>
                <a:cubicBezTo>
                  <a:pt x="1442893" y="628254"/>
                  <a:pt x="1453428" y="636290"/>
                  <a:pt x="1466597" y="638969"/>
                </a:cubicBezTo>
                <a:cubicBezTo>
                  <a:pt x="1487668" y="641648"/>
                  <a:pt x="1503471" y="663080"/>
                  <a:pt x="1521908" y="673795"/>
                </a:cubicBezTo>
                <a:cubicBezTo>
                  <a:pt x="1524541" y="676474"/>
                  <a:pt x="1527175" y="679153"/>
                  <a:pt x="1521908" y="684511"/>
                </a:cubicBezTo>
                <a:cubicBezTo>
                  <a:pt x="1519274" y="687190"/>
                  <a:pt x="1516640" y="692548"/>
                  <a:pt x="1511372" y="689869"/>
                </a:cubicBezTo>
                <a:cubicBezTo>
                  <a:pt x="1506105" y="689869"/>
                  <a:pt x="1500837" y="687190"/>
                  <a:pt x="1495569" y="684511"/>
                </a:cubicBezTo>
                <a:cubicBezTo>
                  <a:pt x="1479767" y="676474"/>
                  <a:pt x="1463964" y="673795"/>
                  <a:pt x="1453428" y="692548"/>
                </a:cubicBezTo>
                <a:cubicBezTo>
                  <a:pt x="1445527" y="700584"/>
                  <a:pt x="1437625" y="703263"/>
                  <a:pt x="1434992" y="689869"/>
                </a:cubicBezTo>
                <a:cubicBezTo>
                  <a:pt x="1429724" y="673795"/>
                  <a:pt x="1419189" y="689869"/>
                  <a:pt x="1411287" y="679153"/>
                </a:cubicBezTo>
                <a:cubicBezTo>
                  <a:pt x="1429724" y="665758"/>
                  <a:pt x="1424456" y="638969"/>
                  <a:pt x="1434992" y="617538"/>
                </a:cubicBezTo>
                <a:close/>
                <a:moveTo>
                  <a:pt x="2647543" y="605367"/>
                </a:moveTo>
                <a:cubicBezTo>
                  <a:pt x="2668652" y="608013"/>
                  <a:pt x="2671291" y="631825"/>
                  <a:pt x="2684484" y="639763"/>
                </a:cubicBezTo>
                <a:cubicBezTo>
                  <a:pt x="2692400" y="645054"/>
                  <a:pt x="2684484" y="650346"/>
                  <a:pt x="2681845" y="652992"/>
                </a:cubicBezTo>
                <a:cubicBezTo>
                  <a:pt x="2644904" y="682096"/>
                  <a:pt x="2602685" y="695325"/>
                  <a:pt x="2557827" y="687388"/>
                </a:cubicBezTo>
                <a:cubicBezTo>
                  <a:pt x="2549911" y="687388"/>
                  <a:pt x="2541995" y="684742"/>
                  <a:pt x="2534079" y="684742"/>
                </a:cubicBezTo>
                <a:cubicBezTo>
                  <a:pt x="2528802" y="682096"/>
                  <a:pt x="2523524" y="682096"/>
                  <a:pt x="2528802" y="674158"/>
                </a:cubicBezTo>
                <a:cubicBezTo>
                  <a:pt x="2541995" y="652992"/>
                  <a:pt x="2526163" y="655638"/>
                  <a:pt x="2512969" y="652992"/>
                </a:cubicBezTo>
                <a:cubicBezTo>
                  <a:pt x="2510331" y="652992"/>
                  <a:pt x="2507692" y="650346"/>
                  <a:pt x="2505053" y="650346"/>
                </a:cubicBezTo>
                <a:cubicBezTo>
                  <a:pt x="2512969" y="642408"/>
                  <a:pt x="2520885" y="650346"/>
                  <a:pt x="2526163" y="642408"/>
                </a:cubicBezTo>
                <a:cubicBezTo>
                  <a:pt x="2523524" y="634471"/>
                  <a:pt x="2515608" y="637117"/>
                  <a:pt x="2510331" y="637117"/>
                </a:cubicBezTo>
                <a:cubicBezTo>
                  <a:pt x="2505053" y="637117"/>
                  <a:pt x="2499776" y="639763"/>
                  <a:pt x="2497137" y="631825"/>
                </a:cubicBezTo>
                <a:cubicBezTo>
                  <a:pt x="2497137" y="629179"/>
                  <a:pt x="2499776" y="623888"/>
                  <a:pt x="2505053" y="621242"/>
                </a:cubicBezTo>
                <a:cubicBezTo>
                  <a:pt x="2523524" y="600075"/>
                  <a:pt x="2539356" y="602721"/>
                  <a:pt x="2552550" y="623888"/>
                </a:cubicBezTo>
                <a:cubicBezTo>
                  <a:pt x="2573659" y="615950"/>
                  <a:pt x="2594769" y="610658"/>
                  <a:pt x="2615878" y="610658"/>
                </a:cubicBezTo>
                <a:cubicBezTo>
                  <a:pt x="2626433" y="608013"/>
                  <a:pt x="2634349" y="602721"/>
                  <a:pt x="2647543" y="605367"/>
                </a:cubicBezTo>
                <a:close/>
                <a:moveTo>
                  <a:pt x="3771390" y="513341"/>
                </a:moveTo>
                <a:cubicBezTo>
                  <a:pt x="3774650" y="514284"/>
                  <a:pt x="3777910" y="516798"/>
                  <a:pt x="3780518" y="518054"/>
                </a:cubicBezTo>
                <a:cubicBezTo>
                  <a:pt x="3783126" y="518054"/>
                  <a:pt x="3785734" y="520568"/>
                  <a:pt x="3790950" y="523082"/>
                </a:cubicBezTo>
                <a:cubicBezTo>
                  <a:pt x="3785734" y="530622"/>
                  <a:pt x="3780518" y="530622"/>
                  <a:pt x="3775302" y="530622"/>
                </a:cubicBezTo>
                <a:cubicBezTo>
                  <a:pt x="3770086" y="530622"/>
                  <a:pt x="3762261" y="538163"/>
                  <a:pt x="3757045" y="533136"/>
                </a:cubicBezTo>
                <a:cubicBezTo>
                  <a:pt x="3754437" y="528109"/>
                  <a:pt x="3759653" y="523082"/>
                  <a:pt x="3762261" y="518054"/>
                </a:cubicBezTo>
                <a:cubicBezTo>
                  <a:pt x="3764869" y="513027"/>
                  <a:pt x="3768130" y="512399"/>
                  <a:pt x="3771390" y="513341"/>
                </a:cubicBezTo>
                <a:close/>
                <a:moveTo>
                  <a:pt x="1220640" y="372534"/>
                </a:moveTo>
                <a:cubicBezTo>
                  <a:pt x="1231272" y="369888"/>
                  <a:pt x="1236588" y="380471"/>
                  <a:pt x="1233930" y="391055"/>
                </a:cubicBezTo>
                <a:cubicBezTo>
                  <a:pt x="1231272" y="396346"/>
                  <a:pt x="1225956" y="398992"/>
                  <a:pt x="1223298" y="404284"/>
                </a:cubicBezTo>
                <a:cubicBezTo>
                  <a:pt x="1225956" y="414867"/>
                  <a:pt x="1239247" y="404284"/>
                  <a:pt x="1244563" y="414867"/>
                </a:cubicBezTo>
                <a:cubicBezTo>
                  <a:pt x="1252537" y="430742"/>
                  <a:pt x="1247221" y="441326"/>
                  <a:pt x="1231272" y="449263"/>
                </a:cubicBezTo>
                <a:cubicBezTo>
                  <a:pt x="1212665" y="459846"/>
                  <a:pt x="1196716" y="465138"/>
                  <a:pt x="1183426" y="441326"/>
                </a:cubicBezTo>
                <a:cubicBezTo>
                  <a:pt x="1178109" y="430742"/>
                  <a:pt x="1162161" y="428096"/>
                  <a:pt x="1151528" y="425451"/>
                </a:cubicBezTo>
                <a:cubicBezTo>
                  <a:pt x="1146212" y="422805"/>
                  <a:pt x="1138237" y="422805"/>
                  <a:pt x="1140895" y="412221"/>
                </a:cubicBezTo>
                <a:cubicBezTo>
                  <a:pt x="1143554" y="404284"/>
                  <a:pt x="1151528" y="406930"/>
                  <a:pt x="1156844" y="404284"/>
                </a:cubicBezTo>
                <a:cubicBezTo>
                  <a:pt x="1162161" y="404284"/>
                  <a:pt x="1167477" y="409576"/>
                  <a:pt x="1172793" y="406930"/>
                </a:cubicBezTo>
                <a:cubicBezTo>
                  <a:pt x="1175451" y="401638"/>
                  <a:pt x="1172793" y="398992"/>
                  <a:pt x="1170135" y="396346"/>
                </a:cubicBezTo>
                <a:cubicBezTo>
                  <a:pt x="1156844" y="385763"/>
                  <a:pt x="1162161" y="377826"/>
                  <a:pt x="1175451" y="377826"/>
                </a:cubicBezTo>
                <a:cubicBezTo>
                  <a:pt x="1191400" y="375180"/>
                  <a:pt x="1204691" y="375180"/>
                  <a:pt x="1220640" y="372534"/>
                </a:cubicBezTo>
                <a:close/>
                <a:moveTo>
                  <a:pt x="1286178" y="366713"/>
                </a:moveTo>
                <a:cubicBezTo>
                  <a:pt x="1296720" y="366713"/>
                  <a:pt x="1307262" y="369356"/>
                  <a:pt x="1315169" y="369356"/>
                </a:cubicBezTo>
                <a:cubicBezTo>
                  <a:pt x="1325712" y="371999"/>
                  <a:pt x="1336254" y="369356"/>
                  <a:pt x="1346797" y="369356"/>
                </a:cubicBezTo>
                <a:cubicBezTo>
                  <a:pt x="1344161" y="393140"/>
                  <a:pt x="1323076" y="411639"/>
                  <a:pt x="1301991" y="414282"/>
                </a:cubicBezTo>
                <a:cubicBezTo>
                  <a:pt x="1294084" y="414282"/>
                  <a:pt x="1291449" y="414282"/>
                  <a:pt x="1294084" y="422210"/>
                </a:cubicBezTo>
                <a:cubicBezTo>
                  <a:pt x="1296720" y="430138"/>
                  <a:pt x="1286178" y="435423"/>
                  <a:pt x="1278271" y="440709"/>
                </a:cubicBezTo>
                <a:cubicBezTo>
                  <a:pt x="1301991" y="448637"/>
                  <a:pt x="1307262" y="475064"/>
                  <a:pt x="1325712" y="488277"/>
                </a:cubicBezTo>
                <a:cubicBezTo>
                  <a:pt x="1328347" y="490920"/>
                  <a:pt x="1330983" y="493563"/>
                  <a:pt x="1328347" y="496206"/>
                </a:cubicBezTo>
                <a:cubicBezTo>
                  <a:pt x="1312534" y="509419"/>
                  <a:pt x="1323076" y="509419"/>
                  <a:pt x="1333619" y="509419"/>
                </a:cubicBezTo>
                <a:cubicBezTo>
                  <a:pt x="1338890" y="512062"/>
                  <a:pt x="1341525" y="512062"/>
                  <a:pt x="1338890" y="519990"/>
                </a:cubicBezTo>
                <a:cubicBezTo>
                  <a:pt x="1336254" y="527918"/>
                  <a:pt x="1341525" y="538489"/>
                  <a:pt x="1349432" y="541131"/>
                </a:cubicBezTo>
                <a:cubicBezTo>
                  <a:pt x="1357339" y="543774"/>
                  <a:pt x="1357339" y="533203"/>
                  <a:pt x="1359975" y="527918"/>
                </a:cubicBezTo>
                <a:cubicBezTo>
                  <a:pt x="1365246" y="519990"/>
                  <a:pt x="1370517" y="525275"/>
                  <a:pt x="1375788" y="525275"/>
                </a:cubicBezTo>
                <a:cubicBezTo>
                  <a:pt x="1388966" y="530561"/>
                  <a:pt x="1396873" y="538489"/>
                  <a:pt x="1394238" y="551702"/>
                </a:cubicBezTo>
                <a:cubicBezTo>
                  <a:pt x="1388966" y="562273"/>
                  <a:pt x="1391602" y="572844"/>
                  <a:pt x="1402144" y="575487"/>
                </a:cubicBezTo>
                <a:cubicBezTo>
                  <a:pt x="1415322" y="580772"/>
                  <a:pt x="1417958" y="567558"/>
                  <a:pt x="1420594" y="559630"/>
                </a:cubicBezTo>
                <a:cubicBezTo>
                  <a:pt x="1423229" y="546417"/>
                  <a:pt x="1436407" y="538489"/>
                  <a:pt x="1444314" y="527918"/>
                </a:cubicBezTo>
                <a:lnTo>
                  <a:pt x="1444325" y="527871"/>
                </a:lnTo>
                <a:lnTo>
                  <a:pt x="1437032" y="515530"/>
                </a:lnTo>
                <a:cubicBezTo>
                  <a:pt x="1432458" y="506242"/>
                  <a:pt x="1436414" y="504756"/>
                  <a:pt x="1452239" y="498812"/>
                </a:cubicBezTo>
                <a:cubicBezTo>
                  <a:pt x="1436414" y="496170"/>
                  <a:pt x="1423226" y="493528"/>
                  <a:pt x="1412676" y="493528"/>
                </a:cubicBezTo>
                <a:cubicBezTo>
                  <a:pt x="1394213" y="493528"/>
                  <a:pt x="1383663" y="485602"/>
                  <a:pt x="1373112" y="472392"/>
                </a:cubicBezTo>
                <a:cubicBezTo>
                  <a:pt x="1362562" y="464466"/>
                  <a:pt x="1370475" y="461824"/>
                  <a:pt x="1381025" y="461824"/>
                </a:cubicBezTo>
                <a:cubicBezTo>
                  <a:pt x="1354649" y="459182"/>
                  <a:pt x="1349374" y="448614"/>
                  <a:pt x="1354649" y="427478"/>
                </a:cubicBezTo>
                <a:cubicBezTo>
                  <a:pt x="1365200" y="390491"/>
                  <a:pt x="1396850" y="366713"/>
                  <a:pt x="1433776" y="374639"/>
                </a:cubicBezTo>
                <a:cubicBezTo>
                  <a:pt x="1444327" y="377281"/>
                  <a:pt x="1441689" y="382565"/>
                  <a:pt x="1441689" y="387849"/>
                </a:cubicBezTo>
                <a:lnTo>
                  <a:pt x="1439606" y="390666"/>
                </a:lnTo>
                <a:lnTo>
                  <a:pt x="1440256" y="390092"/>
                </a:lnTo>
                <a:lnTo>
                  <a:pt x="1441689" y="387849"/>
                </a:lnTo>
                <a:cubicBezTo>
                  <a:pt x="1454877" y="387849"/>
                  <a:pt x="1468065" y="387849"/>
                  <a:pt x="1481253" y="379923"/>
                </a:cubicBezTo>
                <a:cubicBezTo>
                  <a:pt x="1489165" y="371997"/>
                  <a:pt x="1497078" y="371997"/>
                  <a:pt x="1507628" y="387849"/>
                </a:cubicBezTo>
                <a:cubicBezTo>
                  <a:pt x="1512903" y="401059"/>
                  <a:pt x="1518179" y="411627"/>
                  <a:pt x="1518179" y="422195"/>
                </a:cubicBezTo>
                <a:cubicBezTo>
                  <a:pt x="1544554" y="430120"/>
                  <a:pt x="1563017" y="403701"/>
                  <a:pt x="1592030" y="411627"/>
                </a:cubicBezTo>
                <a:cubicBezTo>
                  <a:pt x="1613131" y="416911"/>
                  <a:pt x="1626319" y="432762"/>
                  <a:pt x="1639507" y="448614"/>
                </a:cubicBezTo>
                <a:cubicBezTo>
                  <a:pt x="1644782" y="451256"/>
                  <a:pt x="1647419" y="456540"/>
                  <a:pt x="1652695" y="451256"/>
                </a:cubicBezTo>
                <a:cubicBezTo>
                  <a:pt x="1663245" y="438046"/>
                  <a:pt x="1673795" y="445972"/>
                  <a:pt x="1679070" y="453898"/>
                </a:cubicBezTo>
                <a:cubicBezTo>
                  <a:pt x="1686983" y="464466"/>
                  <a:pt x="1700171" y="467108"/>
                  <a:pt x="1705446" y="477676"/>
                </a:cubicBezTo>
                <a:cubicBezTo>
                  <a:pt x="1708083" y="482960"/>
                  <a:pt x="1713359" y="477676"/>
                  <a:pt x="1715996" y="477676"/>
                </a:cubicBezTo>
                <a:cubicBezTo>
                  <a:pt x="1721271" y="477676"/>
                  <a:pt x="1721271" y="477676"/>
                  <a:pt x="1723909" y="485602"/>
                </a:cubicBezTo>
                <a:cubicBezTo>
                  <a:pt x="1726546" y="493528"/>
                  <a:pt x="1731822" y="488244"/>
                  <a:pt x="1734459" y="488244"/>
                </a:cubicBezTo>
                <a:cubicBezTo>
                  <a:pt x="1742372" y="488244"/>
                  <a:pt x="1745009" y="490886"/>
                  <a:pt x="1750285" y="496170"/>
                </a:cubicBezTo>
                <a:cubicBezTo>
                  <a:pt x="1752922" y="504096"/>
                  <a:pt x="1745009" y="504096"/>
                  <a:pt x="1742372" y="506738"/>
                </a:cubicBezTo>
                <a:cubicBezTo>
                  <a:pt x="1737097" y="517305"/>
                  <a:pt x="1750285" y="512022"/>
                  <a:pt x="1752922" y="514663"/>
                </a:cubicBezTo>
                <a:lnTo>
                  <a:pt x="1753520" y="515048"/>
                </a:lnTo>
                <a:lnTo>
                  <a:pt x="1758315" y="514549"/>
                </a:lnTo>
                <a:cubicBezTo>
                  <a:pt x="1760458" y="514549"/>
                  <a:pt x="1762601" y="515144"/>
                  <a:pt x="1764030" y="517526"/>
                </a:cubicBezTo>
                <a:cubicBezTo>
                  <a:pt x="1766887" y="522288"/>
                  <a:pt x="1761172" y="522288"/>
                  <a:pt x="1758314" y="522288"/>
                </a:cubicBezTo>
                <a:lnTo>
                  <a:pt x="1758126" y="522053"/>
                </a:lnTo>
                <a:lnTo>
                  <a:pt x="1758197" y="522589"/>
                </a:lnTo>
                <a:cubicBezTo>
                  <a:pt x="1747647" y="519947"/>
                  <a:pt x="1742372" y="525231"/>
                  <a:pt x="1739734" y="535799"/>
                </a:cubicBezTo>
                <a:cubicBezTo>
                  <a:pt x="1737097" y="543725"/>
                  <a:pt x="1745009" y="543725"/>
                  <a:pt x="1750285" y="546367"/>
                </a:cubicBezTo>
                <a:cubicBezTo>
                  <a:pt x="1760835" y="551651"/>
                  <a:pt x="1771385" y="559577"/>
                  <a:pt x="1784573" y="556935"/>
                </a:cubicBezTo>
                <a:cubicBezTo>
                  <a:pt x="1787210" y="556935"/>
                  <a:pt x="1792486" y="556935"/>
                  <a:pt x="1792486" y="559577"/>
                </a:cubicBezTo>
                <a:cubicBezTo>
                  <a:pt x="1805673" y="580713"/>
                  <a:pt x="1826774" y="585997"/>
                  <a:pt x="1847875" y="593923"/>
                </a:cubicBezTo>
                <a:cubicBezTo>
                  <a:pt x="1853150" y="596565"/>
                  <a:pt x="1855787" y="601849"/>
                  <a:pt x="1850512" y="607132"/>
                </a:cubicBezTo>
                <a:cubicBezTo>
                  <a:pt x="1839962" y="612416"/>
                  <a:pt x="1839962" y="628268"/>
                  <a:pt x="1824136" y="628268"/>
                </a:cubicBezTo>
                <a:cubicBezTo>
                  <a:pt x="1813586" y="628268"/>
                  <a:pt x="1818861" y="641478"/>
                  <a:pt x="1813586" y="646762"/>
                </a:cubicBezTo>
                <a:cubicBezTo>
                  <a:pt x="1797761" y="633552"/>
                  <a:pt x="1781935" y="622984"/>
                  <a:pt x="1766110" y="609774"/>
                </a:cubicBezTo>
                <a:cubicBezTo>
                  <a:pt x="1760835" y="604491"/>
                  <a:pt x="1758197" y="601849"/>
                  <a:pt x="1750285" y="604491"/>
                </a:cubicBezTo>
                <a:cubicBezTo>
                  <a:pt x="1742372" y="609774"/>
                  <a:pt x="1750285" y="615058"/>
                  <a:pt x="1750285" y="617700"/>
                </a:cubicBezTo>
                <a:cubicBezTo>
                  <a:pt x="1752922" y="636194"/>
                  <a:pt x="1760835" y="646762"/>
                  <a:pt x="1779298" y="652046"/>
                </a:cubicBezTo>
                <a:cubicBezTo>
                  <a:pt x="1795123" y="657330"/>
                  <a:pt x="1805673" y="691676"/>
                  <a:pt x="1795123" y="707527"/>
                </a:cubicBezTo>
                <a:cubicBezTo>
                  <a:pt x="1792486" y="712811"/>
                  <a:pt x="1787210" y="710169"/>
                  <a:pt x="1781935" y="707527"/>
                </a:cubicBezTo>
                <a:cubicBezTo>
                  <a:pt x="1768747" y="702243"/>
                  <a:pt x="1758197" y="694318"/>
                  <a:pt x="1742372" y="691676"/>
                </a:cubicBezTo>
                <a:cubicBezTo>
                  <a:pt x="1745009" y="702243"/>
                  <a:pt x="1752922" y="704885"/>
                  <a:pt x="1758197" y="710169"/>
                </a:cubicBezTo>
                <a:cubicBezTo>
                  <a:pt x="1760835" y="715453"/>
                  <a:pt x="1768747" y="718095"/>
                  <a:pt x="1768747" y="728663"/>
                </a:cubicBezTo>
                <a:cubicBezTo>
                  <a:pt x="1739734" y="720737"/>
                  <a:pt x="1713359" y="715453"/>
                  <a:pt x="1686983" y="704885"/>
                </a:cubicBezTo>
                <a:cubicBezTo>
                  <a:pt x="1671157" y="696959"/>
                  <a:pt x="1660607" y="678466"/>
                  <a:pt x="1647419" y="665256"/>
                </a:cubicBezTo>
                <a:cubicBezTo>
                  <a:pt x="1639507" y="657330"/>
                  <a:pt x="1634232" y="646762"/>
                  <a:pt x="1618406" y="657330"/>
                </a:cubicBezTo>
                <a:cubicBezTo>
                  <a:pt x="1610493" y="662614"/>
                  <a:pt x="1594668" y="665256"/>
                  <a:pt x="1584118" y="665256"/>
                </a:cubicBezTo>
                <a:cubicBezTo>
                  <a:pt x="1576205" y="665256"/>
                  <a:pt x="1560380" y="662614"/>
                  <a:pt x="1563017" y="652046"/>
                </a:cubicBezTo>
                <a:cubicBezTo>
                  <a:pt x="1565655" y="641478"/>
                  <a:pt x="1570930" y="628268"/>
                  <a:pt x="1586755" y="628268"/>
                </a:cubicBezTo>
                <a:cubicBezTo>
                  <a:pt x="1599943" y="628268"/>
                  <a:pt x="1615769" y="628268"/>
                  <a:pt x="1631594" y="628268"/>
                </a:cubicBezTo>
                <a:cubicBezTo>
                  <a:pt x="1618406" y="607132"/>
                  <a:pt x="1634232" y="599207"/>
                  <a:pt x="1647419" y="591281"/>
                </a:cubicBezTo>
                <a:cubicBezTo>
                  <a:pt x="1657970" y="583355"/>
                  <a:pt x="1657970" y="578071"/>
                  <a:pt x="1652695" y="567503"/>
                </a:cubicBezTo>
                <a:cubicBezTo>
                  <a:pt x="1639507" y="543725"/>
                  <a:pt x="1623681" y="527873"/>
                  <a:pt x="1594668" y="538441"/>
                </a:cubicBezTo>
                <a:cubicBezTo>
                  <a:pt x="1586755" y="541083"/>
                  <a:pt x="1581480" y="533157"/>
                  <a:pt x="1586755" y="527873"/>
                </a:cubicBezTo>
                <a:cubicBezTo>
                  <a:pt x="1594668" y="517305"/>
                  <a:pt x="1586755" y="512022"/>
                  <a:pt x="1578843" y="509380"/>
                </a:cubicBezTo>
                <a:cubicBezTo>
                  <a:pt x="1573567" y="506738"/>
                  <a:pt x="1568292" y="501454"/>
                  <a:pt x="1565655" y="496170"/>
                </a:cubicBezTo>
                <a:cubicBezTo>
                  <a:pt x="1563017" y="488244"/>
                  <a:pt x="1555105" y="482960"/>
                  <a:pt x="1549829" y="496170"/>
                </a:cubicBezTo>
                <a:cubicBezTo>
                  <a:pt x="1544554" y="506738"/>
                  <a:pt x="1536642" y="501454"/>
                  <a:pt x="1531366" y="501454"/>
                </a:cubicBezTo>
                <a:cubicBezTo>
                  <a:pt x="1518179" y="498812"/>
                  <a:pt x="1504991" y="509380"/>
                  <a:pt x="1491803" y="506738"/>
                </a:cubicBezTo>
                <a:cubicBezTo>
                  <a:pt x="1491803" y="509380"/>
                  <a:pt x="1491803" y="512022"/>
                  <a:pt x="1491803" y="514663"/>
                </a:cubicBezTo>
                <a:lnTo>
                  <a:pt x="1491692" y="514681"/>
                </a:lnTo>
                <a:lnTo>
                  <a:pt x="1491755" y="514704"/>
                </a:lnTo>
                <a:cubicBezTo>
                  <a:pt x="1507569" y="522633"/>
                  <a:pt x="1515476" y="533203"/>
                  <a:pt x="1494391" y="546417"/>
                </a:cubicBezTo>
                <a:cubicBezTo>
                  <a:pt x="1489120" y="551702"/>
                  <a:pt x="1494391" y="554345"/>
                  <a:pt x="1494391" y="559630"/>
                </a:cubicBezTo>
                <a:cubicBezTo>
                  <a:pt x="1497026" y="570201"/>
                  <a:pt x="1510204" y="580772"/>
                  <a:pt x="1499662" y="591343"/>
                </a:cubicBezTo>
                <a:cubicBezTo>
                  <a:pt x="1489120" y="601914"/>
                  <a:pt x="1473306" y="617770"/>
                  <a:pt x="1454857" y="609842"/>
                </a:cubicBezTo>
                <a:cubicBezTo>
                  <a:pt x="1428501" y="601914"/>
                  <a:pt x="1420594" y="620413"/>
                  <a:pt x="1412687" y="638911"/>
                </a:cubicBezTo>
                <a:cubicBezTo>
                  <a:pt x="1399509" y="657410"/>
                  <a:pt x="1394238" y="678552"/>
                  <a:pt x="1362610" y="675909"/>
                </a:cubicBezTo>
                <a:cubicBezTo>
                  <a:pt x="1362610" y="675909"/>
                  <a:pt x="1357339" y="675909"/>
                  <a:pt x="1357339" y="678552"/>
                </a:cubicBezTo>
                <a:cubicBezTo>
                  <a:pt x="1349432" y="697051"/>
                  <a:pt x="1333619" y="707622"/>
                  <a:pt x="1317805" y="718193"/>
                </a:cubicBezTo>
                <a:cubicBezTo>
                  <a:pt x="1312534" y="718193"/>
                  <a:pt x="1312534" y="728763"/>
                  <a:pt x="1307262" y="731406"/>
                </a:cubicBezTo>
                <a:cubicBezTo>
                  <a:pt x="1267728" y="739334"/>
                  <a:pt x="1275635" y="773689"/>
                  <a:pt x="1272999" y="800116"/>
                </a:cubicBezTo>
                <a:cubicBezTo>
                  <a:pt x="1270364" y="808044"/>
                  <a:pt x="1275635" y="818615"/>
                  <a:pt x="1288813" y="813330"/>
                </a:cubicBezTo>
                <a:cubicBezTo>
                  <a:pt x="1301991" y="810687"/>
                  <a:pt x="1304627" y="815973"/>
                  <a:pt x="1307262" y="829186"/>
                </a:cubicBezTo>
                <a:cubicBezTo>
                  <a:pt x="1307262" y="845042"/>
                  <a:pt x="1309898" y="860898"/>
                  <a:pt x="1333619" y="850328"/>
                </a:cubicBezTo>
                <a:cubicBezTo>
                  <a:pt x="1344161" y="845042"/>
                  <a:pt x="1357339" y="855613"/>
                  <a:pt x="1367881" y="860898"/>
                </a:cubicBezTo>
                <a:cubicBezTo>
                  <a:pt x="1383695" y="866184"/>
                  <a:pt x="1399509" y="874112"/>
                  <a:pt x="1415322" y="882040"/>
                </a:cubicBezTo>
                <a:cubicBezTo>
                  <a:pt x="1433772" y="895254"/>
                  <a:pt x="1452221" y="900539"/>
                  <a:pt x="1473306" y="897896"/>
                </a:cubicBezTo>
                <a:cubicBezTo>
                  <a:pt x="1486484" y="897896"/>
                  <a:pt x="1494391" y="903182"/>
                  <a:pt x="1491755" y="916395"/>
                </a:cubicBezTo>
                <a:cubicBezTo>
                  <a:pt x="1483848" y="948108"/>
                  <a:pt x="1504933" y="969249"/>
                  <a:pt x="1518111" y="993034"/>
                </a:cubicBezTo>
                <a:cubicBezTo>
                  <a:pt x="1523383" y="998319"/>
                  <a:pt x="1531289" y="998319"/>
                  <a:pt x="1536561" y="993034"/>
                </a:cubicBezTo>
                <a:cubicBezTo>
                  <a:pt x="1549739" y="985105"/>
                  <a:pt x="1570824" y="977177"/>
                  <a:pt x="1549739" y="958678"/>
                </a:cubicBezTo>
                <a:cubicBezTo>
                  <a:pt x="1541832" y="950750"/>
                  <a:pt x="1541832" y="937537"/>
                  <a:pt x="1536561" y="929609"/>
                </a:cubicBezTo>
                <a:cubicBezTo>
                  <a:pt x="1531289" y="919038"/>
                  <a:pt x="1536561" y="913753"/>
                  <a:pt x="1541832" y="908467"/>
                </a:cubicBezTo>
                <a:cubicBezTo>
                  <a:pt x="1547103" y="905824"/>
                  <a:pt x="1552374" y="903182"/>
                  <a:pt x="1555010" y="900539"/>
                </a:cubicBezTo>
                <a:cubicBezTo>
                  <a:pt x="1568188" y="887325"/>
                  <a:pt x="1591908" y="887325"/>
                  <a:pt x="1581366" y="860898"/>
                </a:cubicBezTo>
                <a:cubicBezTo>
                  <a:pt x="1576095" y="845042"/>
                  <a:pt x="1576095" y="826543"/>
                  <a:pt x="1557646" y="818615"/>
                </a:cubicBezTo>
                <a:cubicBezTo>
                  <a:pt x="1549739" y="813330"/>
                  <a:pt x="1552374" y="808044"/>
                  <a:pt x="1557646" y="805402"/>
                </a:cubicBezTo>
                <a:cubicBezTo>
                  <a:pt x="1568188" y="797474"/>
                  <a:pt x="1578730" y="792188"/>
                  <a:pt x="1568188" y="776332"/>
                </a:cubicBezTo>
                <a:cubicBezTo>
                  <a:pt x="1560281" y="763118"/>
                  <a:pt x="1573459" y="744620"/>
                  <a:pt x="1560281" y="728763"/>
                </a:cubicBezTo>
                <a:cubicBezTo>
                  <a:pt x="1557646" y="723478"/>
                  <a:pt x="1565552" y="710264"/>
                  <a:pt x="1578730" y="712907"/>
                </a:cubicBezTo>
                <a:cubicBezTo>
                  <a:pt x="1597180" y="718193"/>
                  <a:pt x="1615629" y="720835"/>
                  <a:pt x="1634078" y="715550"/>
                </a:cubicBezTo>
                <a:cubicBezTo>
                  <a:pt x="1649892" y="712907"/>
                  <a:pt x="1665706" y="728763"/>
                  <a:pt x="1676248" y="739334"/>
                </a:cubicBezTo>
                <a:cubicBezTo>
                  <a:pt x="1681519" y="749905"/>
                  <a:pt x="1689426" y="752548"/>
                  <a:pt x="1697333" y="749905"/>
                </a:cubicBezTo>
                <a:cubicBezTo>
                  <a:pt x="1710511" y="749905"/>
                  <a:pt x="1718418" y="757833"/>
                  <a:pt x="1713147" y="768404"/>
                </a:cubicBezTo>
                <a:cubicBezTo>
                  <a:pt x="1710511" y="781617"/>
                  <a:pt x="1726325" y="800116"/>
                  <a:pt x="1707875" y="810687"/>
                </a:cubicBezTo>
                <a:cubicBezTo>
                  <a:pt x="1718418" y="810687"/>
                  <a:pt x="1728960" y="808044"/>
                  <a:pt x="1739503" y="815973"/>
                </a:cubicBezTo>
                <a:cubicBezTo>
                  <a:pt x="1750045" y="826543"/>
                  <a:pt x="1779037" y="810687"/>
                  <a:pt x="1781672" y="794831"/>
                </a:cubicBezTo>
                <a:cubicBezTo>
                  <a:pt x="1784308" y="786903"/>
                  <a:pt x="1786944" y="778975"/>
                  <a:pt x="1797486" y="776332"/>
                </a:cubicBezTo>
                <a:cubicBezTo>
                  <a:pt x="1808029" y="771047"/>
                  <a:pt x="1808029" y="784260"/>
                  <a:pt x="1813300" y="789545"/>
                </a:cubicBezTo>
                <a:cubicBezTo>
                  <a:pt x="1831749" y="808044"/>
                  <a:pt x="1834385" y="834471"/>
                  <a:pt x="1852834" y="852970"/>
                </a:cubicBezTo>
                <a:cubicBezTo>
                  <a:pt x="1837020" y="887325"/>
                  <a:pt x="1884461" y="879397"/>
                  <a:pt x="1881826" y="900539"/>
                </a:cubicBezTo>
                <a:cubicBezTo>
                  <a:pt x="1897639" y="897896"/>
                  <a:pt x="1910817" y="905824"/>
                  <a:pt x="1923995" y="916395"/>
                </a:cubicBezTo>
                <a:cubicBezTo>
                  <a:pt x="1905546" y="924323"/>
                  <a:pt x="1887097" y="929609"/>
                  <a:pt x="1868648" y="937537"/>
                </a:cubicBezTo>
                <a:cubicBezTo>
                  <a:pt x="1884461" y="945465"/>
                  <a:pt x="1895004" y="934894"/>
                  <a:pt x="1905546" y="929609"/>
                </a:cubicBezTo>
                <a:cubicBezTo>
                  <a:pt x="1916089" y="926966"/>
                  <a:pt x="1926631" y="913753"/>
                  <a:pt x="1931902" y="937537"/>
                </a:cubicBezTo>
                <a:cubicBezTo>
                  <a:pt x="1931902" y="937537"/>
                  <a:pt x="1931902" y="940180"/>
                  <a:pt x="1934538" y="940180"/>
                </a:cubicBezTo>
                <a:cubicBezTo>
                  <a:pt x="1966165" y="932251"/>
                  <a:pt x="1945080" y="958678"/>
                  <a:pt x="1952987" y="969249"/>
                </a:cubicBezTo>
                <a:cubicBezTo>
                  <a:pt x="1958258" y="977177"/>
                  <a:pt x="1939809" y="977177"/>
                  <a:pt x="1937174" y="987748"/>
                </a:cubicBezTo>
                <a:cubicBezTo>
                  <a:pt x="1934538" y="987748"/>
                  <a:pt x="1931902" y="987748"/>
                  <a:pt x="1929267" y="990391"/>
                </a:cubicBezTo>
                <a:cubicBezTo>
                  <a:pt x="1889733" y="1024746"/>
                  <a:pt x="1839656" y="1024746"/>
                  <a:pt x="1792215" y="1019461"/>
                </a:cubicBezTo>
                <a:cubicBezTo>
                  <a:pt x="1763223" y="1016818"/>
                  <a:pt x="1744774" y="1035317"/>
                  <a:pt x="1721053" y="1053816"/>
                </a:cubicBezTo>
                <a:cubicBezTo>
                  <a:pt x="1736867" y="1053816"/>
                  <a:pt x="1747410" y="1048530"/>
                  <a:pt x="1757952" y="1045888"/>
                </a:cubicBezTo>
                <a:cubicBezTo>
                  <a:pt x="1760588" y="1043245"/>
                  <a:pt x="1765859" y="1043245"/>
                  <a:pt x="1771130" y="1040602"/>
                </a:cubicBezTo>
                <a:cubicBezTo>
                  <a:pt x="1784308" y="1032674"/>
                  <a:pt x="1797486" y="1043245"/>
                  <a:pt x="1800122" y="1051173"/>
                </a:cubicBezTo>
                <a:cubicBezTo>
                  <a:pt x="1802757" y="1061744"/>
                  <a:pt x="1786944" y="1056458"/>
                  <a:pt x="1781672" y="1067029"/>
                </a:cubicBezTo>
                <a:cubicBezTo>
                  <a:pt x="1786944" y="1069672"/>
                  <a:pt x="1797486" y="1069672"/>
                  <a:pt x="1792215" y="1082885"/>
                </a:cubicBezTo>
                <a:cubicBezTo>
                  <a:pt x="1786944" y="1096099"/>
                  <a:pt x="1800122" y="1104027"/>
                  <a:pt x="1810664" y="1106670"/>
                </a:cubicBezTo>
                <a:cubicBezTo>
                  <a:pt x="1823842" y="1114598"/>
                  <a:pt x="1839656" y="1119883"/>
                  <a:pt x="1852834" y="1114598"/>
                </a:cubicBezTo>
                <a:cubicBezTo>
                  <a:pt x="1860741" y="1111955"/>
                  <a:pt x="1863376" y="1098742"/>
                  <a:pt x="1866012" y="1090814"/>
                </a:cubicBezTo>
                <a:cubicBezTo>
                  <a:pt x="1879190" y="1117241"/>
                  <a:pt x="1876554" y="1125169"/>
                  <a:pt x="1847563" y="1133097"/>
                </a:cubicBezTo>
                <a:cubicBezTo>
                  <a:pt x="1826478" y="1138382"/>
                  <a:pt x="1802757" y="1135739"/>
                  <a:pt x="1792215" y="1159524"/>
                </a:cubicBezTo>
                <a:cubicBezTo>
                  <a:pt x="1792215" y="1162167"/>
                  <a:pt x="1786944" y="1164809"/>
                  <a:pt x="1784308" y="1162167"/>
                </a:cubicBezTo>
                <a:cubicBezTo>
                  <a:pt x="1779037" y="1156881"/>
                  <a:pt x="1773766" y="1151596"/>
                  <a:pt x="1771130" y="1146310"/>
                </a:cubicBezTo>
                <a:cubicBezTo>
                  <a:pt x="1768494" y="1138382"/>
                  <a:pt x="1776401" y="1138382"/>
                  <a:pt x="1779037" y="1138382"/>
                </a:cubicBezTo>
                <a:cubicBezTo>
                  <a:pt x="1786944" y="1135739"/>
                  <a:pt x="1792215" y="1133097"/>
                  <a:pt x="1800122" y="1130454"/>
                </a:cubicBezTo>
                <a:cubicBezTo>
                  <a:pt x="1789579" y="1106670"/>
                  <a:pt x="1771130" y="1122526"/>
                  <a:pt x="1765859" y="1127811"/>
                </a:cubicBezTo>
                <a:cubicBezTo>
                  <a:pt x="1750045" y="1141025"/>
                  <a:pt x="1731596" y="1146310"/>
                  <a:pt x="1713147" y="1154238"/>
                </a:cubicBezTo>
                <a:cubicBezTo>
                  <a:pt x="1692062" y="1164809"/>
                  <a:pt x="1689426" y="1180665"/>
                  <a:pt x="1705240" y="1199164"/>
                </a:cubicBezTo>
                <a:cubicBezTo>
                  <a:pt x="1692062" y="1204450"/>
                  <a:pt x="1681519" y="1209735"/>
                  <a:pt x="1670977" y="1209735"/>
                </a:cubicBezTo>
                <a:cubicBezTo>
                  <a:pt x="1634078" y="1209735"/>
                  <a:pt x="1626171" y="1236162"/>
                  <a:pt x="1618265" y="1262589"/>
                </a:cubicBezTo>
                <a:cubicBezTo>
                  <a:pt x="1615629" y="1273160"/>
                  <a:pt x="1612993" y="1281088"/>
                  <a:pt x="1605087" y="1289016"/>
                </a:cubicBezTo>
                <a:cubicBezTo>
                  <a:pt x="1597180" y="1278445"/>
                  <a:pt x="1605087" y="1262589"/>
                  <a:pt x="1594544" y="1252018"/>
                </a:cubicBezTo>
                <a:cubicBezTo>
                  <a:pt x="1602451" y="1267875"/>
                  <a:pt x="1589273" y="1289016"/>
                  <a:pt x="1599815" y="1304872"/>
                </a:cubicBezTo>
                <a:cubicBezTo>
                  <a:pt x="1607722" y="1315443"/>
                  <a:pt x="1605087" y="1326014"/>
                  <a:pt x="1594544" y="1331300"/>
                </a:cubicBezTo>
                <a:cubicBezTo>
                  <a:pt x="1576095" y="1344513"/>
                  <a:pt x="1557646" y="1357727"/>
                  <a:pt x="1536561" y="1370940"/>
                </a:cubicBezTo>
                <a:cubicBezTo>
                  <a:pt x="1507569" y="1392082"/>
                  <a:pt x="1502298" y="1407938"/>
                  <a:pt x="1512840" y="1439650"/>
                </a:cubicBezTo>
                <a:cubicBezTo>
                  <a:pt x="1520747" y="1463435"/>
                  <a:pt x="1533925" y="1484576"/>
                  <a:pt x="1526018" y="1508361"/>
                </a:cubicBezTo>
                <a:cubicBezTo>
                  <a:pt x="1523383" y="1516289"/>
                  <a:pt x="1523383" y="1521574"/>
                  <a:pt x="1515476" y="1521574"/>
                </a:cubicBezTo>
                <a:cubicBezTo>
                  <a:pt x="1507569" y="1524217"/>
                  <a:pt x="1504933" y="1518931"/>
                  <a:pt x="1502298" y="1513646"/>
                </a:cubicBezTo>
                <a:cubicBezTo>
                  <a:pt x="1494391" y="1497790"/>
                  <a:pt x="1481213" y="1484576"/>
                  <a:pt x="1481213" y="1463435"/>
                </a:cubicBezTo>
                <a:cubicBezTo>
                  <a:pt x="1481213" y="1439650"/>
                  <a:pt x="1462763" y="1434365"/>
                  <a:pt x="1441679" y="1431722"/>
                </a:cubicBezTo>
                <a:cubicBezTo>
                  <a:pt x="1423229" y="1429079"/>
                  <a:pt x="1404780" y="1431722"/>
                  <a:pt x="1383695" y="1426437"/>
                </a:cubicBezTo>
                <a:cubicBezTo>
                  <a:pt x="1375788" y="1423794"/>
                  <a:pt x="1367881" y="1426437"/>
                  <a:pt x="1370517" y="1437008"/>
                </a:cubicBezTo>
                <a:cubicBezTo>
                  <a:pt x="1370517" y="1450221"/>
                  <a:pt x="1365246" y="1450221"/>
                  <a:pt x="1354703" y="1447578"/>
                </a:cubicBezTo>
                <a:cubicBezTo>
                  <a:pt x="1344161" y="1444936"/>
                  <a:pt x="1336254" y="1442293"/>
                  <a:pt x="1325712" y="1439650"/>
                </a:cubicBezTo>
                <a:cubicBezTo>
                  <a:pt x="1286178" y="1426437"/>
                  <a:pt x="1265093" y="1455506"/>
                  <a:pt x="1238737" y="1474005"/>
                </a:cubicBezTo>
                <a:cubicBezTo>
                  <a:pt x="1236101" y="1476648"/>
                  <a:pt x="1233465" y="1479291"/>
                  <a:pt x="1233465" y="1481934"/>
                </a:cubicBezTo>
                <a:cubicBezTo>
                  <a:pt x="1236101" y="1500432"/>
                  <a:pt x="1233465" y="1516289"/>
                  <a:pt x="1228194" y="1534788"/>
                </a:cubicBezTo>
                <a:cubicBezTo>
                  <a:pt x="1217652" y="1574428"/>
                  <a:pt x="1241372" y="1608783"/>
                  <a:pt x="1267728" y="1635210"/>
                </a:cubicBezTo>
                <a:cubicBezTo>
                  <a:pt x="1288813" y="1656352"/>
                  <a:pt x="1328347" y="1643138"/>
                  <a:pt x="1341525" y="1614069"/>
                </a:cubicBezTo>
                <a:cubicBezTo>
                  <a:pt x="1352068" y="1590284"/>
                  <a:pt x="1381060" y="1577071"/>
                  <a:pt x="1404780" y="1590284"/>
                </a:cubicBezTo>
                <a:cubicBezTo>
                  <a:pt x="1407416" y="1590284"/>
                  <a:pt x="1412687" y="1590284"/>
                  <a:pt x="1412687" y="1592927"/>
                </a:cubicBezTo>
                <a:cubicBezTo>
                  <a:pt x="1417958" y="1600855"/>
                  <a:pt x="1399509" y="1640496"/>
                  <a:pt x="1391602" y="1643138"/>
                </a:cubicBezTo>
                <a:cubicBezTo>
                  <a:pt x="1375788" y="1651066"/>
                  <a:pt x="1383695" y="1669565"/>
                  <a:pt x="1381060" y="1682779"/>
                </a:cubicBezTo>
                <a:cubicBezTo>
                  <a:pt x="1378424" y="1690707"/>
                  <a:pt x="1391602" y="1688064"/>
                  <a:pt x="1396873" y="1688064"/>
                </a:cubicBezTo>
                <a:cubicBezTo>
                  <a:pt x="1417958" y="1685422"/>
                  <a:pt x="1439043" y="1680136"/>
                  <a:pt x="1460128" y="1693350"/>
                </a:cubicBezTo>
                <a:cubicBezTo>
                  <a:pt x="1470670" y="1698635"/>
                  <a:pt x="1475942" y="1706563"/>
                  <a:pt x="1475942" y="1719777"/>
                </a:cubicBezTo>
                <a:cubicBezTo>
                  <a:pt x="1473306" y="1732990"/>
                  <a:pt x="1470670" y="1748846"/>
                  <a:pt x="1470670" y="1762060"/>
                </a:cubicBezTo>
                <a:cubicBezTo>
                  <a:pt x="1470670" y="1791130"/>
                  <a:pt x="1502298" y="1812271"/>
                  <a:pt x="1526018" y="1801700"/>
                </a:cubicBezTo>
                <a:cubicBezTo>
                  <a:pt x="1552374" y="1788487"/>
                  <a:pt x="1568188" y="1809629"/>
                  <a:pt x="1589273" y="1820199"/>
                </a:cubicBezTo>
                <a:cubicBezTo>
                  <a:pt x="1591908" y="1814914"/>
                  <a:pt x="1594544" y="1812271"/>
                  <a:pt x="1597180" y="1806986"/>
                </a:cubicBezTo>
                <a:cubicBezTo>
                  <a:pt x="1610358" y="1780559"/>
                  <a:pt x="1631443" y="1764703"/>
                  <a:pt x="1657799" y="1754132"/>
                </a:cubicBezTo>
                <a:cubicBezTo>
                  <a:pt x="1684155" y="1746204"/>
                  <a:pt x="1686790" y="1746204"/>
                  <a:pt x="1684155" y="1775273"/>
                </a:cubicBezTo>
                <a:cubicBezTo>
                  <a:pt x="1694697" y="1772631"/>
                  <a:pt x="1707875" y="1769988"/>
                  <a:pt x="1707875" y="1751489"/>
                </a:cubicBezTo>
                <a:cubicBezTo>
                  <a:pt x="1728960" y="1788487"/>
                  <a:pt x="1760588" y="1780559"/>
                  <a:pt x="1792215" y="1780559"/>
                </a:cubicBezTo>
                <a:cubicBezTo>
                  <a:pt x="1813300" y="1780559"/>
                  <a:pt x="1834385" y="1780559"/>
                  <a:pt x="1858105" y="1780559"/>
                </a:cubicBezTo>
                <a:cubicBezTo>
                  <a:pt x="1866012" y="1780559"/>
                  <a:pt x="1863376" y="1785844"/>
                  <a:pt x="1860741" y="1788487"/>
                </a:cubicBezTo>
                <a:cubicBezTo>
                  <a:pt x="1855470" y="1801700"/>
                  <a:pt x="1860741" y="1814914"/>
                  <a:pt x="1876554" y="1817557"/>
                </a:cubicBezTo>
                <a:cubicBezTo>
                  <a:pt x="1889733" y="1822842"/>
                  <a:pt x="1900275" y="1830770"/>
                  <a:pt x="1905546" y="1841341"/>
                </a:cubicBezTo>
                <a:cubicBezTo>
                  <a:pt x="1923995" y="1859840"/>
                  <a:pt x="1942445" y="1865125"/>
                  <a:pt x="1966165" y="1865125"/>
                </a:cubicBezTo>
                <a:cubicBezTo>
                  <a:pt x="2000428" y="1865125"/>
                  <a:pt x="2045234" y="1902123"/>
                  <a:pt x="2053140" y="1933836"/>
                </a:cubicBezTo>
                <a:cubicBezTo>
                  <a:pt x="2055776" y="1947049"/>
                  <a:pt x="2045234" y="1954977"/>
                  <a:pt x="2037327" y="1960263"/>
                </a:cubicBezTo>
                <a:cubicBezTo>
                  <a:pt x="2024149" y="1973476"/>
                  <a:pt x="2032056" y="1984047"/>
                  <a:pt x="2042598" y="1991975"/>
                </a:cubicBezTo>
                <a:cubicBezTo>
                  <a:pt x="2050505" y="1997260"/>
                  <a:pt x="2063683" y="2002546"/>
                  <a:pt x="2074225" y="1991975"/>
                </a:cubicBezTo>
                <a:cubicBezTo>
                  <a:pt x="2082132" y="1984047"/>
                  <a:pt x="2087403" y="1970833"/>
                  <a:pt x="2100581" y="1976119"/>
                </a:cubicBezTo>
                <a:cubicBezTo>
                  <a:pt x="2116395" y="1978762"/>
                  <a:pt x="2134844" y="1981404"/>
                  <a:pt x="2142751" y="1997260"/>
                </a:cubicBezTo>
                <a:cubicBezTo>
                  <a:pt x="2150658" y="2007831"/>
                  <a:pt x="2161200" y="2013117"/>
                  <a:pt x="2174379" y="2013117"/>
                </a:cubicBezTo>
                <a:cubicBezTo>
                  <a:pt x="2208641" y="2010474"/>
                  <a:pt x="2240269" y="2015759"/>
                  <a:pt x="2266625" y="2042186"/>
                </a:cubicBezTo>
                <a:cubicBezTo>
                  <a:pt x="2271896" y="2044829"/>
                  <a:pt x="2277167" y="2050114"/>
                  <a:pt x="2282439" y="2050114"/>
                </a:cubicBezTo>
                <a:cubicBezTo>
                  <a:pt x="2295617" y="2052757"/>
                  <a:pt x="2308795" y="2055400"/>
                  <a:pt x="2314066" y="2071256"/>
                </a:cubicBezTo>
                <a:cubicBezTo>
                  <a:pt x="2319337" y="2092398"/>
                  <a:pt x="2316702" y="2108254"/>
                  <a:pt x="2306159" y="2126753"/>
                </a:cubicBezTo>
                <a:cubicBezTo>
                  <a:pt x="2298252" y="2137324"/>
                  <a:pt x="2290345" y="2147894"/>
                  <a:pt x="2279803" y="2158465"/>
                </a:cubicBezTo>
                <a:cubicBezTo>
                  <a:pt x="2245540" y="2182250"/>
                  <a:pt x="2242904" y="2216605"/>
                  <a:pt x="2240269" y="2253603"/>
                </a:cubicBezTo>
                <a:cubicBezTo>
                  <a:pt x="2240269" y="2293243"/>
                  <a:pt x="2219184" y="2322313"/>
                  <a:pt x="2200735" y="2356668"/>
                </a:cubicBezTo>
                <a:cubicBezTo>
                  <a:pt x="2198099" y="2367239"/>
                  <a:pt x="2187557" y="2372524"/>
                  <a:pt x="2174379" y="2369881"/>
                </a:cubicBezTo>
                <a:cubicBezTo>
                  <a:pt x="2132209" y="2364596"/>
                  <a:pt x="2111124" y="2396308"/>
                  <a:pt x="2084768" y="2414807"/>
                </a:cubicBezTo>
                <a:cubicBezTo>
                  <a:pt x="2076861" y="2422735"/>
                  <a:pt x="2079497" y="2441234"/>
                  <a:pt x="2076861" y="2454448"/>
                </a:cubicBezTo>
                <a:cubicBezTo>
                  <a:pt x="2076861" y="2462376"/>
                  <a:pt x="2076861" y="2470304"/>
                  <a:pt x="2071590" y="2475589"/>
                </a:cubicBezTo>
                <a:cubicBezTo>
                  <a:pt x="2045234" y="2507302"/>
                  <a:pt x="2021513" y="2536372"/>
                  <a:pt x="1997793" y="2568084"/>
                </a:cubicBezTo>
                <a:cubicBezTo>
                  <a:pt x="1981979" y="2586583"/>
                  <a:pt x="1963530" y="2602439"/>
                  <a:pt x="1934538" y="2586583"/>
                </a:cubicBezTo>
                <a:cubicBezTo>
                  <a:pt x="1929267" y="2583940"/>
                  <a:pt x="1921360" y="2583940"/>
                  <a:pt x="1913453" y="2581298"/>
                </a:cubicBezTo>
                <a:cubicBezTo>
                  <a:pt x="1916089" y="2597154"/>
                  <a:pt x="1923995" y="2607725"/>
                  <a:pt x="1929267" y="2618295"/>
                </a:cubicBezTo>
                <a:cubicBezTo>
                  <a:pt x="1937174" y="2634152"/>
                  <a:pt x="1921360" y="2663221"/>
                  <a:pt x="1905546" y="2665864"/>
                </a:cubicBezTo>
                <a:cubicBezTo>
                  <a:pt x="1892368" y="2668507"/>
                  <a:pt x="1879190" y="2671149"/>
                  <a:pt x="1866012" y="2671149"/>
                </a:cubicBezTo>
                <a:cubicBezTo>
                  <a:pt x="1844927" y="2668507"/>
                  <a:pt x="1837020" y="2679078"/>
                  <a:pt x="1837020" y="2694934"/>
                </a:cubicBezTo>
                <a:cubicBezTo>
                  <a:pt x="1839656" y="2716075"/>
                  <a:pt x="1829113" y="2718718"/>
                  <a:pt x="1813300" y="2716075"/>
                </a:cubicBezTo>
                <a:cubicBezTo>
                  <a:pt x="1805393" y="2716075"/>
                  <a:pt x="1800122" y="2716075"/>
                  <a:pt x="1794851" y="2718718"/>
                </a:cubicBezTo>
                <a:cubicBezTo>
                  <a:pt x="1789579" y="2721361"/>
                  <a:pt x="1789579" y="2726646"/>
                  <a:pt x="1792215" y="2731932"/>
                </a:cubicBezTo>
                <a:cubicBezTo>
                  <a:pt x="1792215" y="2739860"/>
                  <a:pt x="1794851" y="2742502"/>
                  <a:pt x="1802757" y="2739860"/>
                </a:cubicBezTo>
                <a:cubicBezTo>
                  <a:pt x="1808029" y="2739860"/>
                  <a:pt x="1813300" y="2737217"/>
                  <a:pt x="1815935" y="2742502"/>
                </a:cubicBezTo>
                <a:cubicBezTo>
                  <a:pt x="1815935" y="2747788"/>
                  <a:pt x="1813300" y="2750430"/>
                  <a:pt x="1810664" y="2753073"/>
                </a:cubicBezTo>
                <a:cubicBezTo>
                  <a:pt x="1794851" y="2763644"/>
                  <a:pt x="1784308" y="2774215"/>
                  <a:pt x="1784308" y="2795356"/>
                </a:cubicBezTo>
                <a:cubicBezTo>
                  <a:pt x="1786944" y="2805927"/>
                  <a:pt x="1773766" y="2808570"/>
                  <a:pt x="1765859" y="2813855"/>
                </a:cubicBezTo>
                <a:cubicBezTo>
                  <a:pt x="1752681" y="2819141"/>
                  <a:pt x="1750045" y="2827069"/>
                  <a:pt x="1763223" y="2834997"/>
                </a:cubicBezTo>
                <a:cubicBezTo>
                  <a:pt x="1781672" y="2848210"/>
                  <a:pt x="1779037" y="2861424"/>
                  <a:pt x="1765859" y="2874637"/>
                </a:cubicBezTo>
                <a:cubicBezTo>
                  <a:pt x="1752681" y="2887851"/>
                  <a:pt x="1750045" y="2908993"/>
                  <a:pt x="1728960" y="2914278"/>
                </a:cubicBezTo>
                <a:cubicBezTo>
                  <a:pt x="1721053" y="2914278"/>
                  <a:pt x="1715782" y="2935420"/>
                  <a:pt x="1721053" y="2948633"/>
                </a:cubicBezTo>
                <a:cubicBezTo>
                  <a:pt x="1734231" y="2982988"/>
                  <a:pt x="1750045" y="3009415"/>
                  <a:pt x="1789579" y="3017343"/>
                </a:cubicBezTo>
                <a:cubicBezTo>
                  <a:pt x="1768494" y="3019986"/>
                  <a:pt x="1755316" y="3027914"/>
                  <a:pt x="1739503" y="3038485"/>
                </a:cubicBezTo>
                <a:cubicBezTo>
                  <a:pt x="1731596" y="3046413"/>
                  <a:pt x="1718418" y="3038485"/>
                  <a:pt x="1702604" y="3033200"/>
                </a:cubicBezTo>
                <a:cubicBezTo>
                  <a:pt x="1715782" y="3027914"/>
                  <a:pt x="1726325" y="3030557"/>
                  <a:pt x="1736867" y="3027914"/>
                </a:cubicBezTo>
                <a:cubicBezTo>
                  <a:pt x="1699969" y="3025272"/>
                  <a:pt x="1670977" y="3006773"/>
                  <a:pt x="1639349" y="2985631"/>
                </a:cubicBezTo>
                <a:cubicBezTo>
                  <a:pt x="1652528" y="2985631"/>
                  <a:pt x="1657799" y="2982988"/>
                  <a:pt x="1649892" y="2972417"/>
                </a:cubicBezTo>
                <a:cubicBezTo>
                  <a:pt x="1636714" y="2953919"/>
                  <a:pt x="1631443" y="2930134"/>
                  <a:pt x="1626171" y="2908993"/>
                </a:cubicBezTo>
                <a:cubicBezTo>
                  <a:pt x="1623536" y="2901065"/>
                  <a:pt x="1605087" y="2895779"/>
                  <a:pt x="1618265" y="2879923"/>
                </a:cubicBezTo>
                <a:cubicBezTo>
                  <a:pt x="1628807" y="2885208"/>
                  <a:pt x="1623536" y="2898422"/>
                  <a:pt x="1639349" y="2903707"/>
                </a:cubicBezTo>
                <a:cubicBezTo>
                  <a:pt x="1620900" y="2885208"/>
                  <a:pt x="1634078" y="2869352"/>
                  <a:pt x="1628807" y="2850853"/>
                </a:cubicBezTo>
                <a:cubicBezTo>
                  <a:pt x="1623536" y="2840282"/>
                  <a:pt x="1618265" y="2840282"/>
                  <a:pt x="1607722" y="2837640"/>
                </a:cubicBezTo>
                <a:cubicBezTo>
                  <a:pt x="1612993" y="2824426"/>
                  <a:pt x="1615629" y="2813855"/>
                  <a:pt x="1631443" y="2827069"/>
                </a:cubicBezTo>
                <a:cubicBezTo>
                  <a:pt x="1639349" y="2832354"/>
                  <a:pt x="1639349" y="2824426"/>
                  <a:pt x="1641985" y="2821783"/>
                </a:cubicBezTo>
                <a:cubicBezTo>
                  <a:pt x="1647256" y="2808570"/>
                  <a:pt x="1657799" y="2797999"/>
                  <a:pt x="1649892" y="2782143"/>
                </a:cubicBezTo>
                <a:cubicBezTo>
                  <a:pt x="1647256" y="2774215"/>
                  <a:pt x="1652528" y="2763644"/>
                  <a:pt x="1655163" y="2753073"/>
                </a:cubicBezTo>
                <a:cubicBezTo>
                  <a:pt x="1659117" y="2742502"/>
                  <a:pt x="1661094" y="2737217"/>
                  <a:pt x="1659117" y="2734244"/>
                </a:cubicBezTo>
                <a:lnTo>
                  <a:pt x="1639887" y="2729424"/>
                </a:lnTo>
                <a:lnTo>
                  <a:pt x="1639887" y="2757602"/>
                </a:lnTo>
                <a:cubicBezTo>
                  <a:pt x="1639887" y="2762818"/>
                  <a:pt x="1639887" y="2765426"/>
                  <a:pt x="1634807" y="2765426"/>
                </a:cubicBezTo>
                <a:cubicBezTo>
                  <a:pt x="1629727" y="2765426"/>
                  <a:pt x="1627187" y="2760210"/>
                  <a:pt x="1629727" y="2757602"/>
                </a:cubicBezTo>
                <a:cubicBezTo>
                  <a:pt x="1630997" y="2752386"/>
                  <a:pt x="1630997" y="2747170"/>
                  <a:pt x="1631950" y="2742280"/>
                </a:cubicBezTo>
                <a:lnTo>
                  <a:pt x="1639623" y="2729358"/>
                </a:lnTo>
                <a:lnTo>
                  <a:pt x="1639349" y="2729289"/>
                </a:lnTo>
                <a:cubicBezTo>
                  <a:pt x="1631443" y="2697576"/>
                  <a:pt x="1636714" y="2663221"/>
                  <a:pt x="1644621" y="2634152"/>
                </a:cubicBezTo>
                <a:cubicBezTo>
                  <a:pt x="1649892" y="2607725"/>
                  <a:pt x="1663070" y="2583940"/>
                  <a:pt x="1673612" y="2560156"/>
                </a:cubicBezTo>
                <a:cubicBezTo>
                  <a:pt x="1673612" y="2557513"/>
                  <a:pt x="1676248" y="2552228"/>
                  <a:pt x="1676248" y="2546942"/>
                </a:cubicBezTo>
                <a:cubicBezTo>
                  <a:pt x="1663070" y="2480875"/>
                  <a:pt x="1689426" y="2420093"/>
                  <a:pt x="1697333" y="2356668"/>
                </a:cubicBezTo>
                <a:cubicBezTo>
                  <a:pt x="1699969" y="2332884"/>
                  <a:pt x="1692062" y="2311742"/>
                  <a:pt x="1692062" y="2290600"/>
                </a:cubicBezTo>
                <a:cubicBezTo>
                  <a:pt x="1692062" y="2282672"/>
                  <a:pt x="1686790" y="2280030"/>
                  <a:pt x="1681519" y="2277387"/>
                </a:cubicBezTo>
                <a:cubicBezTo>
                  <a:pt x="1673612" y="2269459"/>
                  <a:pt x="1663070" y="2261531"/>
                  <a:pt x="1652528" y="2256245"/>
                </a:cubicBezTo>
                <a:cubicBezTo>
                  <a:pt x="1602451" y="2232461"/>
                  <a:pt x="1576095" y="2190178"/>
                  <a:pt x="1560281" y="2139966"/>
                </a:cubicBezTo>
                <a:cubicBezTo>
                  <a:pt x="1552374" y="2118825"/>
                  <a:pt x="1541832" y="2100326"/>
                  <a:pt x="1523383" y="2084470"/>
                </a:cubicBezTo>
                <a:cubicBezTo>
                  <a:pt x="1502298" y="2063328"/>
                  <a:pt x="1502298" y="2052757"/>
                  <a:pt x="1520747" y="2026330"/>
                </a:cubicBezTo>
                <a:cubicBezTo>
                  <a:pt x="1526018" y="2018402"/>
                  <a:pt x="1533925" y="2013117"/>
                  <a:pt x="1518111" y="2005189"/>
                </a:cubicBezTo>
                <a:cubicBezTo>
                  <a:pt x="1504933" y="1997260"/>
                  <a:pt x="1515476" y="1957620"/>
                  <a:pt x="1533925" y="1949692"/>
                </a:cubicBezTo>
                <a:cubicBezTo>
                  <a:pt x="1552374" y="1941764"/>
                  <a:pt x="1560281" y="1923265"/>
                  <a:pt x="1573459" y="1910051"/>
                </a:cubicBezTo>
                <a:cubicBezTo>
                  <a:pt x="1576095" y="1904766"/>
                  <a:pt x="1578730" y="1899480"/>
                  <a:pt x="1576095" y="1891552"/>
                </a:cubicBezTo>
                <a:cubicBezTo>
                  <a:pt x="1573459" y="1873053"/>
                  <a:pt x="1570824" y="1851912"/>
                  <a:pt x="1565552" y="1833413"/>
                </a:cubicBezTo>
                <a:cubicBezTo>
                  <a:pt x="1565552" y="1822842"/>
                  <a:pt x="1557646" y="1814914"/>
                  <a:pt x="1549739" y="1814914"/>
                </a:cubicBezTo>
                <a:cubicBezTo>
                  <a:pt x="1539196" y="1812271"/>
                  <a:pt x="1531289" y="1820199"/>
                  <a:pt x="1528654" y="1830770"/>
                </a:cubicBezTo>
                <a:cubicBezTo>
                  <a:pt x="1528654" y="1843984"/>
                  <a:pt x="1523383" y="1843984"/>
                  <a:pt x="1510204" y="1838698"/>
                </a:cubicBezTo>
                <a:cubicBezTo>
                  <a:pt x="1494391" y="1830770"/>
                  <a:pt x="1481213" y="1822842"/>
                  <a:pt x="1465399" y="1812271"/>
                </a:cubicBezTo>
                <a:cubicBezTo>
                  <a:pt x="1436407" y="1796415"/>
                  <a:pt x="1423229" y="1764703"/>
                  <a:pt x="1402144" y="1743561"/>
                </a:cubicBezTo>
                <a:cubicBezTo>
                  <a:pt x="1396873" y="1738276"/>
                  <a:pt x="1394238" y="1732990"/>
                  <a:pt x="1386331" y="1732990"/>
                </a:cubicBezTo>
                <a:cubicBezTo>
                  <a:pt x="1354703" y="1730348"/>
                  <a:pt x="1325712" y="1725062"/>
                  <a:pt x="1301991" y="1701278"/>
                </a:cubicBezTo>
                <a:cubicBezTo>
                  <a:pt x="1286178" y="1685422"/>
                  <a:pt x="1267728" y="1685422"/>
                  <a:pt x="1249279" y="1688064"/>
                </a:cubicBezTo>
                <a:cubicBezTo>
                  <a:pt x="1236101" y="1690707"/>
                  <a:pt x="1225558" y="1688064"/>
                  <a:pt x="1212380" y="1682779"/>
                </a:cubicBezTo>
                <a:cubicBezTo>
                  <a:pt x="1180753" y="1669565"/>
                  <a:pt x="1149126" y="1653709"/>
                  <a:pt x="1117499" y="1637853"/>
                </a:cubicBezTo>
                <a:cubicBezTo>
                  <a:pt x="1099049" y="1629925"/>
                  <a:pt x="1083236" y="1619354"/>
                  <a:pt x="1091143" y="1595570"/>
                </a:cubicBezTo>
                <a:cubicBezTo>
                  <a:pt x="1096414" y="1584999"/>
                  <a:pt x="1088507" y="1571785"/>
                  <a:pt x="1077964" y="1563857"/>
                </a:cubicBezTo>
                <a:cubicBezTo>
                  <a:pt x="1070058" y="1553286"/>
                  <a:pt x="1059515" y="1545358"/>
                  <a:pt x="1048973" y="1537430"/>
                </a:cubicBezTo>
                <a:cubicBezTo>
                  <a:pt x="1035795" y="1526859"/>
                  <a:pt x="1019981" y="1518931"/>
                  <a:pt x="1022617" y="1500432"/>
                </a:cubicBezTo>
                <a:cubicBezTo>
                  <a:pt x="1022617" y="1497790"/>
                  <a:pt x="1019981" y="1495147"/>
                  <a:pt x="1017346" y="1492504"/>
                </a:cubicBezTo>
                <a:cubicBezTo>
                  <a:pt x="985718" y="1471363"/>
                  <a:pt x="964633" y="1442293"/>
                  <a:pt x="946184" y="1410581"/>
                </a:cubicBezTo>
                <a:cubicBezTo>
                  <a:pt x="943548" y="1405295"/>
                  <a:pt x="938277" y="1402652"/>
                  <a:pt x="933006" y="1402652"/>
                </a:cubicBezTo>
                <a:cubicBezTo>
                  <a:pt x="927735" y="1415866"/>
                  <a:pt x="933006" y="1426437"/>
                  <a:pt x="940913" y="1437008"/>
                </a:cubicBezTo>
                <a:cubicBezTo>
                  <a:pt x="964633" y="1471363"/>
                  <a:pt x="990989" y="1508361"/>
                  <a:pt x="1017346" y="1542716"/>
                </a:cubicBezTo>
                <a:cubicBezTo>
                  <a:pt x="1019981" y="1548001"/>
                  <a:pt x="1025252" y="1553286"/>
                  <a:pt x="1017346" y="1561215"/>
                </a:cubicBezTo>
                <a:cubicBezTo>
                  <a:pt x="1009438" y="1569143"/>
                  <a:pt x="1006803" y="1561215"/>
                  <a:pt x="1001532" y="1555929"/>
                </a:cubicBezTo>
                <a:cubicBezTo>
                  <a:pt x="988354" y="1545358"/>
                  <a:pt x="969904" y="1534788"/>
                  <a:pt x="969904" y="1511003"/>
                </a:cubicBezTo>
                <a:cubicBezTo>
                  <a:pt x="972540" y="1503075"/>
                  <a:pt x="961997" y="1492504"/>
                  <a:pt x="948819" y="1489862"/>
                </a:cubicBezTo>
                <a:cubicBezTo>
                  <a:pt x="940913" y="1487219"/>
                  <a:pt x="933006" y="1481934"/>
                  <a:pt x="925099" y="1479291"/>
                </a:cubicBezTo>
                <a:cubicBezTo>
                  <a:pt x="943548" y="1466077"/>
                  <a:pt x="943548" y="1460792"/>
                  <a:pt x="925099" y="1450221"/>
                </a:cubicBezTo>
                <a:cubicBezTo>
                  <a:pt x="909286" y="1439650"/>
                  <a:pt x="904014" y="1421151"/>
                  <a:pt x="896108" y="1407938"/>
                </a:cubicBezTo>
                <a:cubicBezTo>
                  <a:pt x="882929" y="1378868"/>
                  <a:pt x="867116" y="1357727"/>
                  <a:pt x="835488" y="1347156"/>
                </a:cubicBezTo>
                <a:cubicBezTo>
                  <a:pt x="817039" y="1339228"/>
                  <a:pt x="811768" y="1320729"/>
                  <a:pt x="803861" y="1304872"/>
                </a:cubicBezTo>
                <a:cubicBezTo>
                  <a:pt x="798590" y="1289016"/>
                  <a:pt x="790683" y="1275803"/>
                  <a:pt x="780140" y="1262589"/>
                </a:cubicBezTo>
                <a:cubicBezTo>
                  <a:pt x="753784" y="1233519"/>
                  <a:pt x="761691" y="1196522"/>
                  <a:pt x="764326" y="1162167"/>
                </a:cubicBezTo>
                <a:cubicBezTo>
                  <a:pt x="766962" y="1133097"/>
                  <a:pt x="772234" y="1106670"/>
                  <a:pt x="759055" y="1080243"/>
                </a:cubicBezTo>
                <a:cubicBezTo>
                  <a:pt x="751149" y="1061744"/>
                  <a:pt x="759055" y="1056458"/>
                  <a:pt x="777505" y="1059101"/>
                </a:cubicBezTo>
                <a:cubicBezTo>
                  <a:pt x="782776" y="1059101"/>
                  <a:pt x="788047" y="1059101"/>
                  <a:pt x="795954" y="1059101"/>
                </a:cubicBezTo>
                <a:cubicBezTo>
                  <a:pt x="790683" y="1051173"/>
                  <a:pt x="786071" y="1042584"/>
                  <a:pt x="779811" y="1035977"/>
                </a:cubicBezTo>
                <a:lnTo>
                  <a:pt x="754528" y="1025067"/>
                </a:lnTo>
                <a:lnTo>
                  <a:pt x="754591" y="1025525"/>
                </a:lnTo>
                <a:lnTo>
                  <a:pt x="754031" y="1024852"/>
                </a:lnTo>
                <a:lnTo>
                  <a:pt x="753784" y="1024746"/>
                </a:lnTo>
                <a:cubicBezTo>
                  <a:pt x="761691" y="1032674"/>
                  <a:pt x="769598" y="1043245"/>
                  <a:pt x="780140" y="1053816"/>
                </a:cubicBezTo>
                <a:cubicBezTo>
                  <a:pt x="745877" y="1045888"/>
                  <a:pt x="724792" y="1022103"/>
                  <a:pt x="698437" y="1008890"/>
                </a:cubicBezTo>
                <a:cubicBezTo>
                  <a:pt x="693165" y="1006247"/>
                  <a:pt x="693165" y="1003604"/>
                  <a:pt x="698437" y="998319"/>
                </a:cubicBezTo>
                <a:cubicBezTo>
                  <a:pt x="714250" y="987748"/>
                  <a:pt x="703707" y="974535"/>
                  <a:pt x="693165" y="971892"/>
                </a:cubicBezTo>
                <a:cubicBezTo>
                  <a:pt x="672080" y="961321"/>
                  <a:pt x="664173" y="940180"/>
                  <a:pt x="653631" y="921681"/>
                </a:cubicBezTo>
                <a:cubicBezTo>
                  <a:pt x="648360" y="913753"/>
                  <a:pt x="643089" y="903182"/>
                  <a:pt x="635182" y="895254"/>
                </a:cubicBezTo>
                <a:cubicBezTo>
                  <a:pt x="632546" y="889968"/>
                  <a:pt x="624639" y="889968"/>
                  <a:pt x="627275" y="876755"/>
                </a:cubicBezTo>
                <a:cubicBezTo>
                  <a:pt x="632546" y="868827"/>
                  <a:pt x="619368" y="866184"/>
                  <a:pt x="611461" y="866184"/>
                </a:cubicBezTo>
                <a:cubicBezTo>
                  <a:pt x="600919" y="866184"/>
                  <a:pt x="593012" y="863541"/>
                  <a:pt x="598283" y="852970"/>
                </a:cubicBezTo>
                <a:lnTo>
                  <a:pt x="598568" y="852256"/>
                </a:lnTo>
                <a:lnTo>
                  <a:pt x="593724" y="847499"/>
                </a:lnTo>
                <a:lnTo>
                  <a:pt x="593787" y="847190"/>
                </a:lnTo>
                <a:lnTo>
                  <a:pt x="593012" y="847685"/>
                </a:lnTo>
                <a:lnTo>
                  <a:pt x="582598" y="847685"/>
                </a:lnTo>
                <a:lnTo>
                  <a:pt x="582612" y="847726"/>
                </a:lnTo>
                <a:lnTo>
                  <a:pt x="582549" y="847685"/>
                </a:lnTo>
                <a:lnTo>
                  <a:pt x="582469" y="847685"/>
                </a:lnTo>
                <a:cubicBezTo>
                  <a:pt x="579834" y="855613"/>
                  <a:pt x="582469" y="863541"/>
                  <a:pt x="579834" y="871469"/>
                </a:cubicBezTo>
                <a:cubicBezTo>
                  <a:pt x="571927" y="866184"/>
                  <a:pt x="566656" y="855613"/>
                  <a:pt x="566656" y="850328"/>
                </a:cubicBezTo>
                <a:cubicBezTo>
                  <a:pt x="558749" y="826543"/>
                  <a:pt x="529757" y="826543"/>
                  <a:pt x="521850" y="805402"/>
                </a:cubicBezTo>
                <a:cubicBezTo>
                  <a:pt x="521850" y="800116"/>
                  <a:pt x="516579" y="802759"/>
                  <a:pt x="513943" y="802759"/>
                </a:cubicBezTo>
                <a:cubicBezTo>
                  <a:pt x="506037" y="805402"/>
                  <a:pt x="498130" y="800116"/>
                  <a:pt x="498130" y="797474"/>
                </a:cubicBezTo>
                <a:cubicBezTo>
                  <a:pt x="498130" y="776332"/>
                  <a:pt x="484952" y="789545"/>
                  <a:pt x="477045" y="789545"/>
                </a:cubicBezTo>
                <a:cubicBezTo>
                  <a:pt x="440146" y="786903"/>
                  <a:pt x="400612" y="784260"/>
                  <a:pt x="368985" y="757833"/>
                </a:cubicBezTo>
                <a:cubicBezTo>
                  <a:pt x="363714" y="752548"/>
                  <a:pt x="350536" y="760476"/>
                  <a:pt x="347900" y="768404"/>
                </a:cubicBezTo>
                <a:cubicBezTo>
                  <a:pt x="345264" y="776332"/>
                  <a:pt x="342629" y="781617"/>
                  <a:pt x="334722" y="784260"/>
                </a:cubicBezTo>
                <a:cubicBezTo>
                  <a:pt x="318908" y="789545"/>
                  <a:pt x="303094" y="797474"/>
                  <a:pt x="282010" y="805402"/>
                </a:cubicBezTo>
                <a:cubicBezTo>
                  <a:pt x="292552" y="789545"/>
                  <a:pt x="276738" y="778975"/>
                  <a:pt x="284645" y="765761"/>
                </a:cubicBezTo>
                <a:cubicBezTo>
                  <a:pt x="274103" y="773689"/>
                  <a:pt x="263560" y="781617"/>
                  <a:pt x="253018" y="792188"/>
                </a:cubicBezTo>
                <a:cubicBezTo>
                  <a:pt x="250382" y="792188"/>
                  <a:pt x="247747" y="797474"/>
                  <a:pt x="250382" y="800116"/>
                </a:cubicBezTo>
                <a:cubicBezTo>
                  <a:pt x="263560" y="813330"/>
                  <a:pt x="247747" y="821258"/>
                  <a:pt x="245111" y="831829"/>
                </a:cubicBezTo>
                <a:cubicBezTo>
                  <a:pt x="226662" y="837114"/>
                  <a:pt x="213484" y="847685"/>
                  <a:pt x="200306" y="858256"/>
                </a:cubicBezTo>
                <a:cubicBezTo>
                  <a:pt x="187128" y="866184"/>
                  <a:pt x="168679" y="871469"/>
                  <a:pt x="158137" y="887325"/>
                </a:cubicBezTo>
                <a:cubicBezTo>
                  <a:pt x="152865" y="895254"/>
                  <a:pt x="142322" y="895254"/>
                  <a:pt x="134416" y="895254"/>
                </a:cubicBezTo>
                <a:cubicBezTo>
                  <a:pt x="121237" y="892611"/>
                  <a:pt x="108059" y="895254"/>
                  <a:pt x="97517" y="903182"/>
                </a:cubicBezTo>
                <a:lnTo>
                  <a:pt x="96229" y="902997"/>
                </a:lnTo>
                <a:lnTo>
                  <a:pt x="96837" y="903605"/>
                </a:lnTo>
                <a:cubicBezTo>
                  <a:pt x="94297" y="906145"/>
                  <a:pt x="89217" y="911225"/>
                  <a:pt x="84137" y="908685"/>
                </a:cubicBezTo>
                <a:cubicBezTo>
                  <a:pt x="84137" y="903605"/>
                  <a:pt x="89217" y="901065"/>
                  <a:pt x="91757" y="898525"/>
                </a:cubicBezTo>
                <a:lnTo>
                  <a:pt x="92432" y="899200"/>
                </a:lnTo>
                <a:lnTo>
                  <a:pt x="92246" y="897896"/>
                </a:lnTo>
                <a:cubicBezTo>
                  <a:pt x="97517" y="892611"/>
                  <a:pt x="102788" y="887325"/>
                  <a:pt x="110695" y="884683"/>
                </a:cubicBezTo>
                <a:cubicBezTo>
                  <a:pt x="147593" y="876755"/>
                  <a:pt x="173950" y="852970"/>
                  <a:pt x="187128" y="815973"/>
                </a:cubicBezTo>
                <a:cubicBezTo>
                  <a:pt x="179221" y="815973"/>
                  <a:pt x="171315" y="810687"/>
                  <a:pt x="163407" y="818615"/>
                </a:cubicBezTo>
                <a:cubicBezTo>
                  <a:pt x="160771" y="821258"/>
                  <a:pt x="158137" y="821258"/>
                  <a:pt x="155501" y="818615"/>
                </a:cubicBezTo>
                <a:cubicBezTo>
                  <a:pt x="142322" y="797474"/>
                  <a:pt x="123873" y="805402"/>
                  <a:pt x="108059" y="818615"/>
                </a:cubicBezTo>
                <a:cubicBezTo>
                  <a:pt x="113331" y="802759"/>
                  <a:pt x="108059" y="792188"/>
                  <a:pt x="100153" y="781617"/>
                </a:cubicBezTo>
                <a:cubicBezTo>
                  <a:pt x="89610" y="786903"/>
                  <a:pt x="84339" y="800116"/>
                  <a:pt x="71161" y="786903"/>
                </a:cubicBezTo>
                <a:cubicBezTo>
                  <a:pt x="63254" y="778975"/>
                  <a:pt x="60619" y="771047"/>
                  <a:pt x="71161" y="760476"/>
                </a:cubicBezTo>
                <a:cubicBezTo>
                  <a:pt x="52711" y="760476"/>
                  <a:pt x="36898" y="752548"/>
                  <a:pt x="36898" y="739334"/>
                </a:cubicBezTo>
                <a:cubicBezTo>
                  <a:pt x="36898" y="726121"/>
                  <a:pt x="47440" y="710264"/>
                  <a:pt x="65889" y="704979"/>
                </a:cubicBezTo>
                <a:cubicBezTo>
                  <a:pt x="79068" y="699694"/>
                  <a:pt x="94882" y="694408"/>
                  <a:pt x="108059" y="689123"/>
                </a:cubicBezTo>
                <a:cubicBezTo>
                  <a:pt x="118602" y="686480"/>
                  <a:pt x="121237" y="681195"/>
                  <a:pt x="118602" y="670624"/>
                </a:cubicBezTo>
                <a:cubicBezTo>
                  <a:pt x="115967" y="660053"/>
                  <a:pt x="108059" y="665338"/>
                  <a:pt x="102788" y="665338"/>
                </a:cubicBezTo>
                <a:cubicBezTo>
                  <a:pt x="81704" y="654768"/>
                  <a:pt x="60619" y="660053"/>
                  <a:pt x="36898" y="657410"/>
                </a:cubicBezTo>
                <a:cubicBezTo>
                  <a:pt x="34262" y="657410"/>
                  <a:pt x="28991" y="652125"/>
                  <a:pt x="26355" y="646840"/>
                </a:cubicBezTo>
                <a:cubicBezTo>
                  <a:pt x="21085" y="636269"/>
                  <a:pt x="10542" y="630983"/>
                  <a:pt x="0" y="628341"/>
                </a:cubicBezTo>
                <a:cubicBezTo>
                  <a:pt x="0" y="625698"/>
                  <a:pt x="0" y="625698"/>
                  <a:pt x="0" y="623055"/>
                </a:cubicBezTo>
                <a:cubicBezTo>
                  <a:pt x="18449" y="620413"/>
                  <a:pt x="34262" y="609842"/>
                  <a:pt x="52711" y="601914"/>
                </a:cubicBezTo>
                <a:cubicBezTo>
                  <a:pt x="63254" y="599271"/>
                  <a:pt x="73797" y="591343"/>
                  <a:pt x="81704" y="607199"/>
                </a:cubicBezTo>
                <a:cubicBezTo>
                  <a:pt x="86975" y="615127"/>
                  <a:pt x="100153" y="617770"/>
                  <a:pt x="110695" y="615127"/>
                </a:cubicBezTo>
                <a:cubicBezTo>
                  <a:pt x="108059" y="599271"/>
                  <a:pt x="100153" y="591343"/>
                  <a:pt x="84339" y="586057"/>
                </a:cubicBezTo>
                <a:cubicBezTo>
                  <a:pt x="63254" y="580772"/>
                  <a:pt x="47440" y="564916"/>
                  <a:pt x="28991" y="554345"/>
                </a:cubicBezTo>
                <a:cubicBezTo>
                  <a:pt x="23720" y="549060"/>
                  <a:pt x="31626" y="530561"/>
                  <a:pt x="42169" y="527918"/>
                </a:cubicBezTo>
                <a:cubicBezTo>
                  <a:pt x="73797" y="527918"/>
                  <a:pt x="92246" y="504134"/>
                  <a:pt x="113331" y="485635"/>
                </a:cubicBezTo>
                <a:cubicBezTo>
                  <a:pt x="123873" y="477707"/>
                  <a:pt x="139687" y="475064"/>
                  <a:pt x="152865" y="472421"/>
                </a:cubicBezTo>
                <a:cubicBezTo>
                  <a:pt x="168679" y="467136"/>
                  <a:pt x="184492" y="467136"/>
                  <a:pt x="195035" y="456565"/>
                </a:cubicBezTo>
                <a:cubicBezTo>
                  <a:pt x="197670" y="451280"/>
                  <a:pt x="202941" y="453922"/>
                  <a:pt x="205577" y="453922"/>
                </a:cubicBezTo>
                <a:cubicBezTo>
                  <a:pt x="224026" y="461850"/>
                  <a:pt x="242476" y="461850"/>
                  <a:pt x="260925" y="464493"/>
                </a:cubicBezTo>
                <a:cubicBezTo>
                  <a:pt x="268832" y="467136"/>
                  <a:pt x="279374" y="469779"/>
                  <a:pt x="287281" y="477707"/>
                </a:cubicBezTo>
                <a:cubicBezTo>
                  <a:pt x="300459" y="490920"/>
                  <a:pt x="318908" y="485635"/>
                  <a:pt x="334722" y="488277"/>
                </a:cubicBezTo>
                <a:cubicBezTo>
                  <a:pt x="376892" y="493563"/>
                  <a:pt x="419061" y="493563"/>
                  <a:pt x="458596" y="501491"/>
                </a:cubicBezTo>
                <a:cubicBezTo>
                  <a:pt x="492858" y="509419"/>
                  <a:pt x="527122" y="522633"/>
                  <a:pt x="561385" y="533203"/>
                </a:cubicBezTo>
                <a:cubicBezTo>
                  <a:pt x="571927" y="535846"/>
                  <a:pt x="579834" y="541131"/>
                  <a:pt x="585105" y="525275"/>
                </a:cubicBezTo>
                <a:cubicBezTo>
                  <a:pt x="585105" y="519990"/>
                  <a:pt x="593012" y="517347"/>
                  <a:pt x="598283" y="514704"/>
                </a:cubicBezTo>
                <a:cubicBezTo>
                  <a:pt x="619368" y="506776"/>
                  <a:pt x="640453" y="498848"/>
                  <a:pt x="664173" y="488277"/>
                </a:cubicBezTo>
                <a:cubicBezTo>
                  <a:pt x="658903" y="504134"/>
                  <a:pt x="645724" y="501491"/>
                  <a:pt x="637817" y="512062"/>
                </a:cubicBezTo>
                <a:cubicBezTo>
                  <a:pt x="643089" y="517347"/>
                  <a:pt x="648360" y="517347"/>
                  <a:pt x="656267" y="514704"/>
                </a:cubicBezTo>
                <a:cubicBezTo>
                  <a:pt x="664173" y="509419"/>
                  <a:pt x="672080" y="506776"/>
                  <a:pt x="679987" y="501491"/>
                </a:cubicBezTo>
                <a:cubicBezTo>
                  <a:pt x="698437" y="488277"/>
                  <a:pt x="708979" y="488277"/>
                  <a:pt x="722157" y="506776"/>
                </a:cubicBezTo>
                <a:cubicBezTo>
                  <a:pt x="737971" y="525275"/>
                  <a:pt x="745877" y="498848"/>
                  <a:pt x="759055" y="498848"/>
                </a:cubicBezTo>
                <a:cubicBezTo>
                  <a:pt x="756420" y="514704"/>
                  <a:pt x="761691" y="517347"/>
                  <a:pt x="774869" y="509419"/>
                </a:cubicBezTo>
                <a:cubicBezTo>
                  <a:pt x="785411" y="501491"/>
                  <a:pt x="793319" y="504134"/>
                  <a:pt x="806496" y="506776"/>
                </a:cubicBezTo>
                <a:cubicBezTo>
                  <a:pt x="838124" y="514704"/>
                  <a:pt x="872387" y="533203"/>
                  <a:pt x="906650" y="527918"/>
                </a:cubicBezTo>
                <a:cubicBezTo>
                  <a:pt x="911921" y="525275"/>
                  <a:pt x="917192" y="527918"/>
                  <a:pt x="922463" y="530561"/>
                </a:cubicBezTo>
                <a:cubicBezTo>
                  <a:pt x="940913" y="543774"/>
                  <a:pt x="940913" y="546417"/>
                  <a:pt x="919828" y="559630"/>
                </a:cubicBezTo>
                <a:cubicBezTo>
                  <a:pt x="935641" y="559630"/>
                  <a:pt x="946184" y="562273"/>
                  <a:pt x="959362" y="559630"/>
                </a:cubicBezTo>
                <a:cubicBezTo>
                  <a:pt x="990989" y="551702"/>
                  <a:pt x="1019981" y="559630"/>
                  <a:pt x="1043701" y="578129"/>
                </a:cubicBezTo>
                <a:lnTo>
                  <a:pt x="1044691" y="578874"/>
                </a:lnTo>
                <a:lnTo>
                  <a:pt x="1044574" y="578380"/>
                </a:lnTo>
                <a:lnTo>
                  <a:pt x="1044574" y="574594"/>
                </a:lnTo>
                <a:lnTo>
                  <a:pt x="1043701" y="572844"/>
                </a:lnTo>
                <a:cubicBezTo>
                  <a:pt x="1041066" y="567558"/>
                  <a:pt x="1048973" y="554345"/>
                  <a:pt x="1035795" y="551702"/>
                </a:cubicBezTo>
                <a:cubicBezTo>
                  <a:pt x="1033159" y="551702"/>
                  <a:pt x="1033159" y="549060"/>
                  <a:pt x="1033159" y="546417"/>
                </a:cubicBezTo>
                <a:cubicBezTo>
                  <a:pt x="1038431" y="535846"/>
                  <a:pt x="1080600" y="527918"/>
                  <a:pt x="1085871" y="538489"/>
                </a:cubicBezTo>
                <a:cubicBezTo>
                  <a:pt x="1093778" y="549060"/>
                  <a:pt x="1101685" y="551702"/>
                  <a:pt x="1114863" y="554345"/>
                </a:cubicBezTo>
                <a:cubicBezTo>
                  <a:pt x="1135948" y="559630"/>
                  <a:pt x="1157033" y="570201"/>
                  <a:pt x="1180753" y="564916"/>
                </a:cubicBezTo>
                <a:cubicBezTo>
                  <a:pt x="1191296" y="562273"/>
                  <a:pt x="1207109" y="570201"/>
                  <a:pt x="1207109" y="549060"/>
                </a:cubicBezTo>
                <a:cubicBezTo>
                  <a:pt x="1207109" y="543774"/>
                  <a:pt x="1209745" y="543774"/>
                  <a:pt x="1215016" y="543774"/>
                </a:cubicBezTo>
                <a:cubicBezTo>
                  <a:pt x="1230830" y="541131"/>
                  <a:pt x="1246643" y="551702"/>
                  <a:pt x="1249279" y="567558"/>
                </a:cubicBezTo>
                <a:cubicBezTo>
                  <a:pt x="1249279" y="570201"/>
                  <a:pt x="1251915" y="572844"/>
                  <a:pt x="1254550" y="572844"/>
                </a:cubicBezTo>
                <a:cubicBezTo>
                  <a:pt x="1259821" y="575487"/>
                  <a:pt x="1259821" y="570201"/>
                  <a:pt x="1259821" y="567558"/>
                </a:cubicBezTo>
                <a:cubicBezTo>
                  <a:pt x="1259821" y="562273"/>
                  <a:pt x="1257186" y="554345"/>
                  <a:pt x="1265093" y="551702"/>
                </a:cubicBezTo>
                <a:cubicBezTo>
                  <a:pt x="1280906" y="546417"/>
                  <a:pt x="1288813" y="541131"/>
                  <a:pt x="1283542" y="522633"/>
                </a:cubicBezTo>
                <a:cubicBezTo>
                  <a:pt x="1283542" y="517347"/>
                  <a:pt x="1283542" y="514704"/>
                  <a:pt x="1278271" y="512062"/>
                </a:cubicBezTo>
                <a:cubicBezTo>
                  <a:pt x="1272999" y="512062"/>
                  <a:pt x="1267728" y="509419"/>
                  <a:pt x="1262457" y="506776"/>
                </a:cubicBezTo>
                <a:cubicBezTo>
                  <a:pt x="1238737" y="498848"/>
                  <a:pt x="1233465" y="475064"/>
                  <a:pt x="1254550" y="453922"/>
                </a:cubicBezTo>
                <a:cubicBezTo>
                  <a:pt x="1265093" y="443351"/>
                  <a:pt x="1272999" y="430138"/>
                  <a:pt x="1259821" y="411639"/>
                </a:cubicBezTo>
                <a:cubicBezTo>
                  <a:pt x="1246643" y="393140"/>
                  <a:pt x="1262457" y="366713"/>
                  <a:pt x="1286178" y="366713"/>
                </a:cubicBezTo>
                <a:close/>
                <a:moveTo>
                  <a:pt x="797058" y="347899"/>
                </a:moveTo>
                <a:cubicBezTo>
                  <a:pt x="811320" y="347899"/>
                  <a:pt x="825250" y="350534"/>
                  <a:pt x="838517" y="359755"/>
                </a:cubicBezTo>
                <a:cubicBezTo>
                  <a:pt x="841170" y="362389"/>
                  <a:pt x="846477" y="365024"/>
                  <a:pt x="849131" y="362389"/>
                </a:cubicBezTo>
                <a:cubicBezTo>
                  <a:pt x="878318" y="349217"/>
                  <a:pt x="894238" y="367659"/>
                  <a:pt x="912812" y="383466"/>
                </a:cubicBezTo>
                <a:cubicBezTo>
                  <a:pt x="910159" y="388735"/>
                  <a:pt x="902199" y="388735"/>
                  <a:pt x="899545" y="394005"/>
                </a:cubicBezTo>
                <a:lnTo>
                  <a:pt x="898524" y="394512"/>
                </a:lnTo>
                <a:lnTo>
                  <a:pt x="898524" y="396327"/>
                </a:lnTo>
                <a:lnTo>
                  <a:pt x="919578" y="391055"/>
                </a:lnTo>
                <a:cubicBezTo>
                  <a:pt x="922220" y="391055"/>
                  <a:pt x="927503" y="388409"/>
                  <a:pt x="930144" y="391055"/>
                </a:cubicBezTo>
                <a:cubicBezTo>
                  <a:pt x="945993" y="412221"/>
                  <a:pt x="977691" y="396346"/>
                  <a:pt x="993540" y="417513"/>
                </a:cubicBezTo>
                <a:cubicBezTo>
                  <a:pt x="996182" y="420159"/>
                  <a:pt x="1004106" y="420159"/>
                  <a:pt x="1004106" y="412221"/>
                </a:cubicBezTo>
                <a:cubicBezTo>
                  <a:pt x="1009389" y="391055"/>
                  <a:pt x="1017314" y="406930"/>
                  <a:pt x="1022597" y="412221"/>
                </a:cubicBezTo>
                <a:cubicBezTo>
                  <a:pt x="1030521" y="417513"/>
                  <a:pt x="1035804" y="428096"/>
                  <a:pt x="1041087" y="436034"/>
                </a:cubicBezTo>
                <a:cubicBezTo>
                  <a:pt x="1043729" y="438680"/>
                  <a:pt x="1046370" y="443971"/>
                  <a:pt x="1049012" y="438680"/>
                </a:cubicBezTo>
                <a:cubicBezTo>
                  <a:pt x="1051653" y="438680"/>
                  <a:pt x="1051653" y="433388"/>
                  <a:pt x="1051653" y="433388"/>
                </a:cubicBezTo>
                <a:cubicBezTo>
                  <a:pt x="1049012" y="422805"/>
                  <a:pt x="1046370" y="412221"/>
                  <a:pt x="1043729" y="404284"/>
                </a:cubicBezTo>
                <a:cubicBezTo>
                  <a:pt x="1041087" y="388409"/>
                  <a:pt x="1049012" y="385763"/>
                  <a:pt x="1059578" y="388409"/>
                </a:cubicBezTo>
                <a:cubicBezTo>
                  <a:pt x="1075427" y="393701"/>
                  <a:pt x="1093917" y="398992"/>
                  <a:pt x="1096559" y="417513"/>
                </a:cubicBezTo>
                <a:cubicBezTo>
                  <a:pt x="1101842" y="457201"/>
                  <a:pt x="1125615" y="475721"/>
                  <a:pt x="1157313" y="483659"/>
                </a:cubicBezTo>
                <a:cubicBezTo>
                  <a:pt x="1159955" y="486305"/>
                  <a:pt x="1162596" y="486305"/>
                  <a:pt x="1165238" y="488951"/>
                </a:cubicBezTo>
                <a:cubicBezTo>
                  <a:pt x="1170521" y="491596"/>
                  <a:pt x="1173162" y="494242"/>
                  <a:pt x="1170521" y="499534"/>
                </a:cubicBezTo>
                <a:cubicBezTo>
                  <a:pt x="1170521" y="507471"/>
                  <a:pt x="1165238" y="507471"/>
                  <a:pt x="1159955" y="504826"/>
                </a:cubicBezTo>
                <a:cubicBezTo>
                  <a:pt x="1154672" y="502180"/>
                  <a:pt x="1149389" y="502180"/>
                  <a:pt x="1146747" y="504826"/>
                </a:cubicBezTo>
                <a:cubicBezTo>
                  <a:pt x="1141464" y="512763"/>
                  <a:pt x="1149389" y="512763"/>
                  <a:pt x="1154672" y="518055"/>
                </a:cubicBezTo>
                <a:cubicBezTo>
                  <a:pt x="1159955" y="523346"/>
                  <a:pt x="1157313" y="525992"/>
                  <a:pt x="1152030" y="528638"/>
                </a:cubicBezTo>
                <a:cubicBezTo>
                  <a:pt x="1128257" y="541867"/>
                  <a:pt x="1107125" y="536576"/>
                  <a:pt x="1085993" y="525992"/>
                </a:cubicBezTo>
                <a:cubicBezTo>
                  <a:pt x="1072785" y="518055"/>
                  <a:pt x="1064861" y="515409"/>
                  <a:pt x="1051653" y="523346"/>
                </a:cubicBezTo>
                <a:cubicBezTo>
                  <a:pt x="1025238" y="541867"/>
                  <a:pt x="998823" y="544513"/>
                  <a:pt x="969767" y="544513"/>
                </a:cubicBezTo>
                <a:cubicBezTo>
                  <a:pt x="959201" y="544513"/>
                  <a:pt x="948635" y="541867"/>
                  <a:pt x="945993" y="531284"/>
                </a:cubicBezTo>
                <a:cubicBezTo>
                  <a:pt x="940710" y="523346"/>
                  <a:pt x="935427" y="518055"/>
                  <a:pt x="924861" y="520701"/>
                </a:cubicBezTo>
                <a:cubicBezTo>
                  <a:pt x="906371" y="523346"/>
                  <a:pt x="893163" y="512763"/>
                  <a:pt x="882597" y="496888"/>
                </a:cubicBezTo>
                <a:cubicBezTo>
                  <a:pt x="898446" y="491596"/>
                  <a:pt x="914295" y="488951"/>
                  <a:pt x="935427" y="488951"/>
                </a:cubicBezTo>
                <a:cubicBezTo>
                  <a:pt x="916937" y="481013"/>
                  <a:pt x="901088" y="481013"/>
                  <a:pt x="885239" y="481013"/>
                </a:cubicBezTo>
                <a:cubicBezTo>
                  <a:pt x="877314" y="481013"/>
                  <a:pt x="869390" y="475721"/>
                  <a:pt x="866748" y="467784"/>
                </a:cubicBezTo>
                <a:cubicBezTo>
                  <a:pt x="866748" y="459846"/>
                  <a:pt x="877314" y="462492"/>
                  <a:pt x="879956" y="457201"/>
                </a:cubicBezTo>
                <a:cubicBezTo>
                  <a:pt x="866748" y="451909"/>
                  <a:pt x="859484" y="445294"/>
                  <a:pt x="858163" y="437688"/>
                </a:cubicBezTo>
                <a:lnTo>
                  <a:pt x="871814" y="412621"/>
                </a:lnTo>
                <a:lnTo>
                  <a:pt x="867017" y="410154"/>
                </a:lnTo>
                <a:lnTo>
                  <a:pt x="842497" y="422326"/>
                </a:lnTo>
                <a:cubicBezTo>
                  <a:pt x="834537" y="427595"/>
                  <a:pt x="827903" y="434841"/>
                  <a:pt x="825250" y="446696"/>
                </a:cubicBezTo>
                <a:cubicBezTo>
                  <a:pt x="819943" y="462504"/>
                  <a:pt x="782796" y="465138"/>
                  <a:pt x="772182" y="454600"/>
                </a:cubicBezTo>
                <a:cubicBezTo>
                  <a:pt x="764222" y="446696"/>
                  <a:pt x="756262" y="444062"/>
                  <a:pt x="745648" y="441427"/>
                </a:cubicBezTo>
                <a:cubicBezTo>
                  <a:pt x="732381" y="438792"/>
                  <a:pt x="727074" y="433523"/>
                  <a:pt x="737688" y="420350"/>
                </a:cubicBezTo>
                <a:cubicBezTo>
                  <a:pt x="740341" y="415081"/>
                  <a:pt x="742995" y="407177"/>
                  <a:pt x="748301" y="401908"/>
                </a:cubicBezTo>
                <a:cubicBezTo>
                  <a:pt x="761568" y="375563"/>
                  <a:pt x="761568" y="375563"/>
                  <a:pt x="753608" y="351851"/>
                </a:cubicBezTo>
                <a:cubicBezTo>
                  <a:pt x="768202" y="350534"/>
                  <a:pt x="782796" y="347899"/>
                  <a:pt x="797058" y="347899"/>
                </a:cubicBezTo>
                <a:close/>
                <a:moveTo>
                  <a:pt x="5457824" y="317500"/>
                </a:moveTo>
                <a:cubicBezTo>
                  <a:pt x="5486746" y="322629"/>
                  <a:pt x="5513040" y="330322"/>
                  <a:pt x="5539333" y="335451"/>
                </a:cubicBezTo>
                <a:cubicBezTo>
                  <a:pt x="5539333" y="335451"/>
                  <a:pt x="5541962" y="338016"/>
                  <a:pt x="5541962" y="340580"/>
                </a:cubicBezTo>
                <a:cubicBezTo>
                  <a:pt x="5499893" y="350838"/>
                  <a:pt x="5476229" y="345709"/>
                  <a:pt x="5457824" y="317500"/>
                </a:cubicBezTo>
                <a:close/>
                <a:moveTo>
                  <a:pt x="1262591" y="314325"/>
                </a:moveTo>
                <a:cubicBezTo>
                  <a:pt x="1281112" y="314325"/>
                  <a:pt x="1294341" y="324757"/>
                  <a:pt x="1296987" y="340406"/>
                </a:cubicBezTo>
                <a:cubicBezTo>
                  <a:pt x="1296987" y="345622"/>
                  <a:pt x="1294341" y="350838"/>
                  <a:pt x="1291696" y="348230"/>
                </a:cubicBezTo>
                <a:cubicBezTo>
                  <a:pt x="1275821" y="343014"/>
                  <a:pt x="1257300" y="350838"/>
                  <a:pt x="1249362" y="332581"/>
                </a:cubicBezTo>
                <a:cubicBezTo>
                  <a:pt x="1249362" y="327365"/>
                  <a:pt x="1249362" y="314325"/>
                  <a:pt x="1262591" y="314325"/>
                </a:cubicBezTo>
                <a:close/>
                <a:moveTo>
                  <a:pt x="5373140" y="290030"/>
                </a:moveTo>
                <a:cubicBezTo>
                  <a:pt x="5399415" y="298105"/>
                  <a:pt x="5423064" y="306181"/>
                  <a:pt x="5446712" y="316948"/>
                </a:cubicBezTo>
                <a:cubicBezTo>
                  <a:pt x="5436202" y="335792"/>
                  <a:pt x="5415181" y="335792"/>
                  <a:pt x="5399415" y="341175"/>
                </a:cubicBezTo>
                <a:cubicBezTo>
                  <a:pt x="5378395" y="346559"/>
                  <a:pt x="5357374" y="343867"/>
                  <a:pt x="5336353" y="349251"/>
                </a:cubicBezTo>
                <a:cubicBezTo>
                  <a:pt x="5331098" y="349251"/>
                  <a:pt x="5296940" y="327716"/>
                  <a:pt x="5296940" y="325024"/>
                </a:cubicBezTo>
                <a:cubicBezTo>
                  <a:pt x="5294312" y="314257"/>
                  <a:pt x="5325843" y="287338"/>
                  <a:pt x="5333726" y="292722"/>
                </a:cubicBezTo>
                <a:cubicBezTo>
                  <a:pt x="5346864" y="306181"/>
                  <a:pt x="5365257" y="303489"/>
                  <a:pt x="5383650" y="300797"/>
                </a:cubicBezTo>
                <a:cubicBezTo>
                  <a:pt x="5381022" y="298105"/>
                  <a:pt x="5378395" y="295413"/>
                  <a:pt x="5373140" y="290030"/>
                </a:cubicBezTo>
                <a:close/>
                <a:moveTo>
                  <a:pt x="1205139" y="276755"/>
                </a:moveTo>
                <a:cubicBezTo>
                  <a:pt x="1210492" y="279400"/>
                  <a:pt x="1221196" y="276755"/>
                  <a:pt x="1223872" y="284692"/>
                </a:cubicBezTo>
                <a:cubicBezTo>
                  <a:pt x="1226548" y="297921"/>
                  <a:pt x="1231900" y="308505"/>
                  <a:pt x="1226548" y="321734"/>
                </a:cubicBezTo>
                <a:cubicBezTo>
                  <a:pt x="1218520" y="342901"/>
                  <a:pt x="1199787" y="337609"/>
                  <a:pt x="1181055" y="337609"/>
                </a:cubicBezTo>
                <a:cubicBezTo>
                  <a:pt x="1178379" y="337609"/>
                  <a:pt x="1175702" y="337609"/>
                  <a:pt x="1175702" y="334963"/>
                </a:cubicBezTo>
                <a:cubicBezTo>
                  <a:pt x="1175702" y="305859"/>
                  <a:pt x="1154294" y="319088"/>
                  <a:pt x="1138237" y="316442"/>
                </a:cubicBezTo>
                <a:cubicBezTo>
                  <a:pt x="1140913" y="305859"/>
                  <a:pt x="1154294" y="303213"/>
                  <a:pt x="1143589" y="292630"/>
                </a:cubicBezTo>
                <a:cubicBezTo>
                  <a:pt x="1143589" y="289984"/>
                  <a:pt x="1146266" y="282046"/>
                  <a:pt x="1148942" y="284692"/>
                </a:cubicBezTo>
                <a:cubicBezTo>
                  <a:pt x="1170350" y="295276"/>
                  <a:pt x="1186407" y="271463"/>
                  <a:pt x="1205139" y="276755"/>
                </a:cubicBezTo>
                <a:close/>
                <a:moveTo>
                  <a:pt x="1029780" y="269255"/>
                </a:moveTo>
                <a:cubicBezTo>
                  <a:pt x="1031760" y="270041"/>
                  <a:pt x="1033740" y="271860"/>
                  <a:pt x="1035719" y="275167"/>
                </a:cubicBezTo>
                <a:cubicBezTo>
                  <a:pt x="1040998" y="283105"/>
                  <a:pt x="1043638" y="291042"/>
                  <a:pt x="1048916" y="298980"/>
                </a:cubicBezTo>
                <a:cubicBezTo>
                  <a:pt x="1051556" y="309563"/>
                  <a:pt x="1059474" y="309563"/>
                  <a:pt x="1067393" y="304271"/>
                </a:cubicBezTo>
                <a:cubicBezTo>
                  <a:pt x="1072672" y="301625"/>
                  <a:pt x="1075311" y="293688"/>
                  <a:pt x="1083230" y="301625"/>
                </a:cubicBezTo>
                <a:cubicBezTo>
                  <a:pt x="1085869" y="306917"/>
                  <a:pt x="1093787" y="309563"/>
                  <a:pt x="1088508" y="317500"/>
                </a:cubicBezTo>
                <a:cubicBezTo>
                  <a:pt x="1085869" y="322792"/>
                  <a:pt x="1085869" y="333375"/>
                  <a:pt x="1075311" y="333375"/>
                </a:cubicBezTo>
                <a:cubicBezTo>
                  <a:pt x="1035719" y="330730"/>
                  <a:pt x="1001406" y="343959"/>
                  <a:pt x="964454" y="354542"/>
                </a:cubicBezTo>
                <a:cubicBezTo>
                  <a:pt x="948617" y="357188"/>
                  <a:pt x="932780" y="343959"/>
                  <a:pt x="938059" y="330730"/>
                </a:cubicBezTo>
                <a:cubicBezTo>
                  <a:pt x="927501" y="333375"/>
                  <a:pt x="922222" y="341313"/>
                  <a:pt x="911665" y="336021"/>
                </a:cubicBezTo>
                <a:cubicBezTo>
                  <a:pt x="898468" y="330730"/>
                  <a:pt x="877352" y="338667"/>
                  <a:pt x="877352" y="322792"/>
                </a:cubicBezTo>
                <a:cubicBezTo>
                  <a:pt x="874712" y="301625"/>
                  <a:pt x="909025" y="277813"/>
                  <a:pt x="930141" y="283105"/>
                </a:cubicBezTo>
                <a:cubicBezTo>
                  <a:pt x="948617" y="285750"/>
                  <a:pt x="969733" y="288396"/>
                  <a:pt x="982930" y="306917"/>
                </a:cubicBezTo>
                <a:cubicBezTo>
                  <a:pt x="985570" y="312209"/>
                  <a:pt x="990848" y="312209"/>
                  <a:pt x="996127" y="312209"/>
                </a:cubicBezTo>
                <a:cubicBezTo>
                  <a:pt x="1001406" y="312209"/>
                  <a:pt x="1009324" y="312209"/>
                  <a:pt x="1014603" y="312209"/>
                </a:cubicBezTo>
                <a:cubicBezTo>
                  <a:pt x="1009324" y="306917"/>
                  <a:pt x="1017243" y="296334"/>
                  <a:pt x="1009324" y="291042"/>
                </a:cubicBezTo>
                <a:cubicBezTo>
                  <a:pt x="998767" y="283105"/>
                  <a:pt x="1009324" y="277813"/>
                  <a:pt x="1011964" y="277813"/>
                </a:cubicBezTo>
                <a:cubicBezTo>
                  <a:pt x="1017903" y="273844"/>
                  <a:pt x="1023842" y="266899"/>
                  <a:pt x="1029780" y="269255"/>
                </a:cubicBezTo>
                <a:close/>
                <a:moveTo>
                  <a:pt x="4104312" y="265229"/>
                </a:moveTo>
                <a:cubicBezTo>
                  <a:pt x="4110585" y="266546"/>
                  <a:pt x="4115867" y="269837"/>
                  <a:pt x="4118509" y="275103"/>
                </a:cubicBezTo>
                <a:cubicBezTo>
                  <a:pt x="4121150" y="285634"/>
                  <a:pt x="4107944" y="293533"/>
                  <a:pt x="4094737" y="298799"/>
                </a:cubicBezTo>
                <a:cubicBezTo>
                  <a:pt x="4060401" y="309331"/>
                  <a:pt x="4026064" y="319862"/>
                  <a:pt x="3989086" y="330394"/>
                </a:cubicBezTo>
                <a:cubicBezTo>
                  <a:pt x="3983804" y="333027"/>
                  <a:pt x="3978521" y="333027"/>
                  <a:pt x="3973239" y="338293"/>
                </a:cubicBezTo>
                <a:cubicBezTo>
                  <a:pt x="3952109" y="356723"/>
                  <a:pt x="3928337" y="375154"/>
                  <a:pt x="3904566" y="396217"/>
                </a:cubicBezTo>
                <a:cubicBezTo>
                  <a:pt x="3880794" y="417281"/>
                  <a:pt x="3880794" y="446243"/>
                  <a:pt x="3907207" y="464673"/>
                </a:cubicBezTo>
                <a:cubicBezTo>
                  <a:pt x="3912489" y="467306"/>
                  <a:pt x="3917772" y="469939"/>
                  <a:pt x="3920413" y="472572"/>
                </a:cubicBezTo>
                <a:cubicBezTo>
                  <a:pt x="3920413" y="472572"/>
                  <a:pt x="3920413" y="475205"/>
                  <a:pt x="3920413" y="475205"/>
                </a:cubicBezTo>
                <a:cubicBezTo>
                  <a:pt x="3901924" y="475205"/>
                  <a:pt x="3886077" y="477838"/>
                  <a:pt x="3870229" y="475205"/>
                </a:cubicBezTo>
                <a:cubicBezTo>
                  <a:pt x="3862305" y="475205"/>
                  <a:pt x="3854381" y="475205"/>
                  <a:pt x="3854381" y="464673"/>
                </a:cubicBezTo>
                <a:cubicBezTo>
                  <a:pt x="3854381" y="454142"/>
                  <a:pt x="3841175" y="451509"/>
                  <a:pt x="3833251" y="451509"/>
                </a:cubicBezTo>
                <a:cubicBezTo>
                  <a:pt x="3822686" y="451509"/>
                  <a:pt x="3820045" y="446243"/>
                  <a:pt x="3817404" y="438344"/>
                </a:cubicBezTo>
                <a:cubicBezTo>
                  <a:pt x="3814762" y="430445"/>
                  <a:pt x="3822686" y="433078"/>
                  <a:pt x="3827969" y="430445"/>
                </a:cubicBezTo>
                <a:cubicBezTo>
                  <a:pt x="3833251" y="425180"/>
                  <a:pt x="3833251" y="419914"/>
                  <a:pt x="3835892" y="412015"/>
                </a:cubicBezTo>
                <a:cubicBezTo>
                  <a:pt x="3838534" y="404116"/>
                  <a:pt x="3841175" y="393584"/>
                  <a:pt x="3854381" y="396217"/>
                </a:cubicBezTo>
                <a:cubicBezTo>
                  <a:pt x="3864946" y="398850"/>
                  <a:pt x="3867588" y="390952"/>
                  <a:pt x="3867588" y="383053"/>
                </a:cubicBezTo>
                <a:cubicBezTo>
                  <a:pt x="3870229" y="375154"/>
                  <a:pt x="3857023" y="383053"/>
                  <a:pt x="3854381" y="375154"/>
                </a:cubicBezTo>
                <a:cubicBezTo>
                  <a:pt x="3862305" y="367255"/>
                  <a:pt x="3883435" y="377787"/>
                  <a:pt x="3883435" y="356723"/>
                </a:cubicBezTo>
                <a:cubicBezTo>
                  <a:pt x="3883435" y="330394"/>
                  <a:pt x="3899283" y="322495"/>
                  <a:pt x="3923055" y="322495"/>
                </a:cubicBezTo>
                <a:cubicBezTo>
                  <a:pt x="3928337" y="322495"/>
                  <a:pt x="3933620" y="317229"/>
                  <a:pt x="3938902" y="311963"/>
                </a:cubicBezTo>
                <a:cubicBezTo>
                  <a:pt x="3965315" y="293533"/>
                  <a:pt x="3997010" y="283001"/>
                  <a:pt x="4028706" y="288267"/>
                </a:cubicBezTo>
                <a:cubicBezTo>
                  <a:pt x="4044553" y="288267"/>
                  <a:pt x="4055118" y="280368"/>
                  <a:pt x="4065683" y="275103"/>
                </a:cubicBezTo>
                <a:cubicBezTo>
                  <a:pt x="4073607" y="272470"/>
                  <a:pt x="4078890" y="269837"/>
                  <a:pt x="4084172" y="267204"/>
                </a:cubicBezTo>
                <a:cubicBezTo>
                  <a:pt x="4090776" y="264571"/>
                  <a:pt x="4098039" y="263913"/>
                  <a:pt x="4104312" y="265229"/>
                </a:cubicBezTo>
                <a:close/>
                <a:moveTo>
                  <a:pt x="1267258" y="260597"/>
                </a:moveTo>
                <a:cubicBezTo>
                  <a:pt x="1278773" y="260263"/>
                  <a:pt x="1290617" y="264939"/>
                  <a:pt x="1299828" y="274289"/>
                </a:cubicBezTo>
                <a:cubicBezTo>
                  <a:pt x="1302460" y="279633"/>
                  <a:pt x="1302460" y="279633"/>
                  <a:pt x="1307724" y="279633"/>
                </a:cubicBezTo>
                <a:cubicBezTo>
                  <a:pt x="1336675" y="274289"/>
                  <a:pt x="1336675" y="274289"/>
                  <a:pt x="1365626" y="292991"/>
                </a:cubicBezTo>
                <a:cubicBezTo>
                  <a:pt x="1362994" y="298334"/>
                  <a:pt x="1355098" y="292991"/>
                  <a:pt x="1352466" y="295663"/>
                </a:cubicBezTo>
                <a:cubicBezTo>
                  <a:pt x="1365626" y="322379"/>
                  <a:pt x="1391945" y="309021"/>
                  <a:pt x="1410368" y="317036"/>
                </a:cubicBezTo>
                <a:cubicBezTo>
                  <a:pt x="1426160" y="319708"/>
                  <a:pt x="1441951" y="319708"/>
                  <a:pt x="1455111" y="311693"/>
                </a:cubicBezTo>
                <a:cubicBezTo>
                  <a:pt x="1484062" y="298334"/>
                  <a:pt x="1510381" y="306349"/>
                  <a:pt x="1534068" y="322379"/>
                </a:cubicBezTo>
                <a:cubicBezTo>
                  <a:pt x="1536700" y="330394"/>
                  <a:pt x="1526173" y="330394"/>
                  <a:pt x="1526173" y="335738"/>
                </a:cubicBezTo>
                <a:cubicBezTo>
                  <a:pt x="1526173" y="365126"/>
                  <a:pt x="1507749" y="354439"/>
                  <a:pt x="1494590" y="351768"/>
                </a:cubicBezTo>
                <a:cubicBezTo>
                  <a:pt x="1484062" y="349096"/>
                  <a:pt x="1473534" y="349096"/>
                  <a:pt x="1463007" y="351768"/>
                </a:cubicBezTo>
                <a:cubicBezTo>
                  <a:pt x="1436688" y="357111"/>
                  <a:pt x="1407737" y="357111"/>
                  <a:pt x="1378786" y="349096"/>
                </a:cubicBezTo>
                <a:cubicBezTo>
                  <a:pt x="1368258" y="346424"/>
                  <a:pt x="1352466" y="343753"/>
                  <a:pt x="1339307" y="346424"/>
                </a:cubicBezTo>
                <a:cubicBezTo>
                  <a:pt x="1326147" y="349096"/>
                  <a:pt x="1323515" y="343753"/>
                  <a:pt x="1320883" y="335738"/>
                </a:cubicBezTo>
                <a:cubicBezTo>
                  <a:pt x="1318252" y="327723"/>
                  <a:pt x="1315620" y="322379"/>
                  <a:pt x="1310356" y="314364"/>
                </a:cubicBezTo>
                <a:cubicBezTo>
                  <a:pt x="1305092" y="298334"/>
                  <a:pt x="1299828" y="287648"/>
                  <a:pt x="1278773" y="292991"/>
                </a:cubicBezTo>
                <a:cubicBezTo>
                  <a:pt x="1262981" y="298334"/>
                  <a:pt x="1252454" y="282304"/>
                  <a:pt x="1236662" y="276961"/>
                </a:cubicBezTo>
                <a:cubicBezTo>
                  <a:pt x="1244558" y="266275"/>
                  <a:pt x="1255744" y="260931"/>
                  <a:pt x="1267258" y="260597"/>
                </a:cubicBezTo>
                <a:close/>
                <a:moveTo>
                  <a:pt x="886466" y="242399"/>
                </a:moveTo>
                <a:cubicBezTo>
                  <a:pt x="897005" y="239713"/>
                  <a:pt x="904908" y="245086"/>
                  <a:pt x="912812" y="250459"/>
                </a:cubicBezTo>
                <a:cubicBezTo>
                  <a:pt x="910178" y="258519"/>
                  <a:pt x="897005" y="255832"/>
                  <a:pt x="904908" y="269265"/>
                </a:cubicBezTo>
                <a:cubicBezTo>
                  <a:pt x="910178" y="282697"/>
                  <a:pt x="891736" y="282697"/>
                  <a:pt x="886466" y="288071"/>
                </a:cubicBezTo>
                <a:cubicBezTo>
                  <a:pt x="878563" y="293444"/>
                  <a:pt x="875928" y="288071"/>
                  <a:pt x="873294" y="282697"/>
                </a:cubicBezTo>
                <a:cubicBezTo>
                  <a:pt x="870659" y="274638"/>
                  <a:pt x="865390" y="271951"/>
                  <a:pt x="862755" y="280011"/>
                </a:cubicBezTo>
                <a:cubicBezTo>
                  <a:pt x="860121" y="293444"/>
                  <a:pt x="844313" y="293444"/>
                  <a:pt x="839044" y="304190"/>
                </a:cubicBezTo>
                <a:cubicBezTo>
                  <a:pt x="836410" y="309563"/>
                  <a:pt x="794256" y="298817"/>
                  <a:pt x="791622" y="293444"/>
                </a:cubicBezTo>
                <a:cubicBezTo>
                  <a:pt x="788987" y="288071"/>
                  <a:pt x="791622" y="285384"/>
                  <a:pt x="796891" y="282697"/>
                </a:cubicBezTo>
                <a:cubicBezTo>
                  <a:pt x="823237" y="266578"/>
                  <a:pt x="852217" y="245086"/>
                  <a:pt x="886466" y="242399"/>
                </a:cubicBezTo>
                <a:close/>
                <a:moveTo>
                  <a:pt x="4723650" y="239084"/>
                </a:moveTo>
                <a:cubicBezTo>
                  <a:pt x="4735886" y="236730"/>
                  <a:pt x="4746267" y="243668"/>
                  <a:pt x="4758132" y="247632"/>
                </a:cubicBezTo>
                <a:cubicBezTo>
                  <a:pt x="4771315" y="252918"/>
                  <a:pt x="4755495" y="255561"/>
                  <a:pt x="4758132" y="260846"/>
                </a:cubicBezTo>
                <a:cubicBezTo>
                  <a:pt x="4760768" y="268775"/>
                  <a:pt x="4787134" y="247632"/>
                  <a:pt x="4779224" y="274061"/>
                </a:cubicBezTo>
                <a:cubicBezTo>
                  <a:pt x="4776588" y="279346"/>
                  <a:pt x="4784498" y="276704"/>
                  <a:pt x="4787134" y="276704"/>
                </a:cubicBezTo>
                <a:cubicBezTo>
                  <a:pt x="4797681" y="276704"/>
                  <a:pt x="4805590" y="279346"/>
                  <a:pt x="4816137" y="276704"/>
                </a:cubicBezTo>
                <a:cubicBezTo>
                  <a:pt x="4845139" y="266132"/>
                  <a:pt x="4868869" y="281989"/>
                  <a:pt x="4889961" y="297847"/>
                </a:cubicBezTo>
                <a:cubicBezTo>
                  <a:pt x="4903144" y="305775"/>
                  <a:pt x="4895234" y="329561"/>
                  <a:pt x="4879415" y="340132"/>
                </a:cubicBezTo>
                <a:cubicBezTo>
                  <a:pt x="4863595" y="348061"/>
                  <a:pt x="4847776" y="353347"/>
                  <a:pt x="4834593" y="366561"/>
                </a:cubicBezTo>
                <a:cubicBezTo>
                  <a:pt x="4850412" y="369204"/>
                  <a:pt x="4860959" y="379776"/>
                  <a:pt x="4876778" y="371847"/>
                </a:cubicBezTo>
                <a:cubicBezTo>
                  <a:pt x="4879415" y="369204"/>
                  <a:pt x="4879415" y="369204"/>
                  <a:pt x="4879415" y="369204"/>
                </a:cubicBezTo>
                <a:cubicBezTo>
                  <a:pt x="4900508" y="398276"/>
                  <a:pt x="4929510" y="369204"/>
                  <a:pt x="4953239" y="379776"/>
                </a:cubicBezTo>
                <a:cubicBezTo>
                  <a:pt x="4966422" y="382419"/>
                  <a:pt x="4976969" y="382419"/>
                  <a:pt x="4987515" y="392990"/>
                </a:cubicBezTo>
                <a:cubicBezTo>
                  <a:pt x="5000698" y="403562"/>
                  <a:pt x="5021791" y="400919"/>
                  <a:pt x="5040247" y="400919"/>
                </a:cubicBezTo>
                <a:cubicBezTo>
                  <a:pt x="5053430" y="400919"/>
                  <a:pt x="5061340" y="400919"/>
                  <a:pt x="5061340" y="385061"/>
                </a:cubicBezTo>
                <a:cubicBezTo>
                  <a:pt x="5061340" y="371847"/>
                  <a:pt x="5066613" y="369204"/>
                  <a:pt x="5077159" y="371847"/>
                </a:cubicBezTo>
                <a:cubicBezTo>
                  <a:pt x="5106162" y="379776"/>
                  <a:pt x="5132528" y="387704"/>
                  <a:pt x="5161530" y="395633"/>
                </a:cubicBezTo>
                <a:cubicBezTo>
                  <a:pt x="5172076" y="400919"/>
                  <a:pt x="5172076" y="408847"/>
                  <a:pt x="5169440" y="416776"/>
                </a:cubicBezTo>
                <a:cubicBezTo>
                  <a:pt x="5156257" y="440562"/>
                  <a:pt x="5166803" y="451133"/>
                  <a:pt x="5185259" y="464347"/>
                </a:cubicBezTo>
                <a:cubicBezTo>
                  <a:pt x="5198442" y="472276"/>
                  <a:pt x="5203716" y="469633"/>
                  <a:pt x="5211625" y="456419"/>
                </a:cubicBezTo>
                <a:cubicBezTo>
                  <a:pt x="5216898" y="445847"/>
                  <a:pt x="5222172" y="424704"/>
                  <a:pt x="5240628" y="448490"/>
                </a:cubicBezTo>
                <a:cubicBezTo>
                  <a:pt x="5274903" y="435276"/>
                  <a:pt x="5303906" y="464347"/>
                  <a:pt x="5335545" y="453776"/>
                </a:cubicBezTo>
                <a:cubicBezTo>
                  <a:pt x="5343455" y="453776"/>
                  <a:pt x="5348728" y="451133"/>
                  <a:pt x="5348728" y="440562"/>
                </a:cubicBezTo>
                <a:cubicBezTo>
                  <a:pt x="5348728" y="419419"/>
                  <a:pt x="5372457" y="403562"/>
                  <a:pt x="5393550" y="406204"/>
                </a:cubicBezTo>
                <a:cubicBezTo>
                  <a:pt x="5427826" y="411490"/>
                  <a:pt x="5462101" y="416776"/>
                  <a:pt x="5496377" y="422062"/>
                </a:cubicBezTo>
                <a:cubicBezTo>
                  <a:pt x="5506923" y="424704"/>
                  <a:pt x="5525380" y="422062"/>
                  <a:pt x="5525380" y="443205"/>
                </a:cubicBezTo>
                <a:cubicBezTo>
                  <a:pt x="5525380" y="443205"/>
                  <a:pt x="5525380" y="445847"/>
                  <a:pt x="5525380" y="445847"/>
                </a:cubicBezTo>
                <a:cubicBezTo>
                  <a:pt x="5554382" y="440562"/>
                  <a:pt x="5570202" y="474919"/>
                  <a:pt x="5601840" y="469633"/>
                </a:cubicBezTo>
                <a:cubicBezTo>
                  <a:pt x="5622933" y="464347"/>
                  <a:pt x="5646662" y="466990"/>
                  <a:pt x="5667755" y="466990"/>
                </a:cubicBezTo>
                <a:cubicBezTo>
                  <a:pt x="5691484" y="466990"/>
                  <a:pt x="5696758" y="474919"/>
                  <a:pt x="5696758" y="496062"/>
                </a:cubicBezTo>
                <a:cubicBezTo>
                  <a:pt x="5699394" y="506633"/>
                  <a:pt x="5720487" y="517205"/>
                  <a:pt x="5728397" y="511919"/>
                </a:cubicBezTo>
                <a:cubicBezTo>
                  <a:pt x="5746853" y="501348"/>
                  <a:pt x="5762672" y="506633"/>
                  <a:pt x="5778492" y="506633"/>
                </a:cubicBezTo>
                <a:cubicBezTo>
                  <a:pt x="5794312" y="509276"/>
                  <a:pt x="5812768" y="514562"/>
                  <a:pt x="5828587" y="506633"/>
                </a:cubicBezTo>
                <a:cubicBezTo>
                  <a:pt x="5833860" y="503991"/>
                  <a:pt x="5836497" y="506633"/>
                  <a:pt x="5839134" y="509276"/>
                </a:cubicBezTo>
                <a:cubicBezTo>
                  <a:pt x="5844407" y="519848"/>
                  <a:pt x="5854953" y="522491"/>
                  <a:pt x="5862863" y="527776"/>
                </a:cubicBezTo>
                <a:cubicBezTo>
                  <a:pt x="5868136" y="530419"/>
                  <a:pt x="5876046" y="533062"/>
                  <a:pt x="5881319" y="527776"/>
                </a:cubicBezTo>
                <a:cubicBezTo>
                  <a:pt x="5889229" y="522491"/>
                  <a:pt x="5878682" y="519848"/>
                  <a:pt x="5876046" y="514562"/>
                </a:cubicBezTo>
                <a:cubicBezTo>
                  <a:pt x="5873409" y="501348"/>
                  <a:pt x="5881319" y="496062"/>
                  <a:pt x="5891866" y="496062"/>
                </a:cubicBezTo>
                <a:cubicBezTo>
                  <a:pt x="5920868" y="501348"/>
                  <a:pt x="5947234" y="506633"/>
                  <a:pt x="5973600" y="506633"/>
                </a:cubicBezTo>
                <a:cubicBezTo>
                  <a:pt x="6015785" y="509276"/>
                  <a:pt x="6047424" y="530419"/>
                  <a:pt x="6081700" y="548919"/>
                </a:cubicBezTo>
                <a:cubicBezTo>
                  <a:pt x="6094883" y="556848"/>
                  <a:pt x="6108066" y="562134"/>
                  <a:pt x="6121249" y="567419"/>
                </a:cubicBezTo>
                <a:cubicBezTo>
                  <a:pt x="6134432" y="570062"/>
                  <a:pt x="6144978" y="583277"/>
                  <a:pt x="6160798" y="585919"/>
                </a:cubicBezTo>
                <a:cubicBezTo>
                  <a:pt x="6163434" y="588562"/>
                  <a:pt x="6168708" y="591205"/>
                  <a:pt x="6171344" y="588562"/>
                </a:cubicBezTo>
                <a:cubicBezTo>
                  <a:pt x="6197710" y="580634"/>
                  <a:pt x="6208256" y="601777"/>
                  <a:pt x="6229349" y="612348"/>
                </a:cubicBezTo>
                <a:cubicBezTo>
                  <a:pt x="6218803" y="617634"/>
                  <a:pt x="6210893" y="622920"/>
                  <a:pt x="6202983" y="625562"/>
                </a:cubicBezTo>
                <a:cubicBezTo>
                  <a:pt x="6189800" y="630848"/>
                  <a:pt x="6179254" y="641420"/>
                  <a:pt x="6179254" y="657277"/>
                </a:cubicBezTo>
                <a:cubicBezTo>
                  <a:pt x="6176617" y="662563"/>
                  <a:pt x="6158161" y="662563"/>
                  <a:pt x="6147615" y="659920"/>
                </a:cubicBezTo>
                <a:cubicBezTo>
                  <a:pt x="6123886" y="649348"/>
                  <a:pt x="6108066" y="625562"/>
                  <a:pt x="6079063" y="630848"/>
                </a:cubicBezTo>
                <a:cubicBezTo>
                  <a:pt x="6071154" y="633491"/>
                  <a:pt x="6068517" y="625562"/>
                  <a:pt x="6065880" y="617634"/>
                </a:cubicBezTo>
                <a:cubicBezTo>
                  <a:pt x="6063244" y="614991"/>
                  <a:pt x="6060607" y="609705"/>
                  <a:pt x="6055334" y="612348"/>
                </a:cubicBezTo>
                <a:cubicBezTo>
                  <a:pt x="6050061" y="614991"/>
                  <a:pt x="6052698" y="620277"/>
                  <a:pt x="6055334" y="622920"/>
                </a:cubicBezTo>
                <a:cubicBezTo>
                  <a:pt x="6063244" y="630848"/>
                  <a:pt x="6057971" y="638777"/>
                  <a:pt x="6050061" y="644063"/>
                </a:cubicBezTo>
                <a:cubicBezTo>
                  <a:pt x="6036878" y="649348"/>
                  <a:pt x="6026332" y="657277"/>
                  <a:pt x="6010512" y="659920"/>
                </a:cubicBezTo>
                <a:cubicBezTo>
                  <a:pt x="6018422" y="670491"/>
                  <a:pt x="6023695" y="681063"/>
                  <a:pt x="6031605" y="691634"/>
                </a:cubicBezTo>
                <a:cubicBezTo>
                  <a:pt x="6039514" y="699563"/>
                  <a:pt x="6036878" y="704848"/>
                  <a:pt x="6034241" y="712777"/>
                </a:cubicBezTo>
                <a:cubicBezTo>
                  <a:pt x="6028968" y="720706"/>
                  <a:pt x="6021058" y="718063"/>
                  <a:pt x="6015785" y="712777"/>
                </a:cubicBezTo>
                <a:cubicBezTo>
                  <a:pt x="6007876" y="707491"/>
                  <a:pt x="5999966" y="712777"/>
                  <a:pt x="5992056" y="715420"/>
                </a:cubicBezTo>
                <a:cubicBezTo>
                  <a:pt x="5952507" y="725991"/>
                  <a:pt x="5918231" y="744491"/>
                  <a:pt x="5889229" y="773563"/>
                </a:cubicBezTo>
                <a:cubicBezTo>
                  <a:pt x="5881319" y="784135"/>
                  <a:pt x="5870773" y="781492"/>
                  <a:pt x="5862863" y="776206"/>
                </a:cubicBezTo>
                <a:cubicBezTo>
                  <a:pt x="5847044" y="765634"/>
                  <a:pt x="5836497" y="765634"/>
                  <a:pt x="5820678" y="776206"/>
                </a:cubicBezTo>
                <a:cubicBezTo>
                  <a:pt x="5815404" y="781492"/>
                  <a:pt x="5807494" y="789420"/>
                  <a:pt x="5799585" y="773563"/>
                </a:cubicBezTo>
                <a:cubicBezTo>
                  <a:pt x="5789038" y="789420"/>
                  <a:pt x="5765309" y="776206"/>
                  <a:pt x="5754763" y="794706"/>
                </a:cubicBezTo>
                <a:cubicBezTo>
                  <a:pt x="5752126" y="802635"/>
                  <a:pt x="5746853" y="810563"/>
                  <a:pt x="5744216" y="818492"/>
                </a:cubicBezTo>
                <a:cubicBezTo>
                  <a:pt x="5741580" y="821135"/>
                  <a:pt x="5741580" y="826420"/>
                  <a:pt x="5741580" y="826420"/>
                </a:cubicBezTo>
                <a:cubicBezTo>
                  <a:pt x="5767946" y="836992"/>
                  <a:pt x="5738943" y="863421"/>
                  <a:pt x="5760036" y="873992"/>
                </a:cubicBezTo>
                <a:cubicBezTo>
                  <a:pt x="5736306" y="873992"/>
                  <a:pt x="5728397" y="881921"/>
                  <a:pt x="5733670" y="903064"/>
                </a:cubicBezTo>
                <a:cubicBezTo>
                  <a:pt x="5736306" y="913635"/>
                  <a:pt x="5731034" y="916278"/>
                  <a:pt x="5723124" y="918921"/>
                </a:cubicBezTo>
                <a:cubicBezTo>
                  <a:pt x="5709941" y="921564"/>
                  <a:pt x="5699394" y="926849"/>
                  <a:pt x="5702031" y="942707"/>
                </a:cubicBezTo>
                <a:cubicBezTo>
                  <a:pt x="5702031" y="945349"/>
                  <a:pt x="5699394" y="947992"/>
                  <a:pt x="5699394" y="947992"/>
                </a:cubicBezTo>
                <a:cubicBezTo>
                  <a:pt x="5670392" y="950635"/>
                  <a:pt x="5673028" y="979707"/>
                  <a:pt x="5657209" y="992921"/>
                </a:cubicBezTo>
                <a:cubicBezTo>
                  <a:pt x="5646662" y="998207"/>
                  <a:pt x="5644026" y="1000850"/>
                  <a:pt x="5641389" y="987635"/>
                </a:cubicBezTo>
                <a:cubicBezTo>
                  <a:pt x="5633480" y="950635"/>
                  <a:pt x="5622933" y="913635"/>
                  <a:pt x="5625570" y="873992"/>
                </a:cubicBezTo>
                <a:cubicBezTo>
                  <a:pt x="5628206" y="852849"/>
                  <a:pt x="5641389" y="834349"/>
                  <a:pt x="5662482" y="829063"/>
                </a:cubicBezTo>
                <a:cubicBezTo>
                  <a:pt x="5670392" y="826420"/>
                  <a:pt x="5678302" y="823778"/>
                  <a:pt x="5683575" y="815849"/>
                </a:cubicBezTo>
                <a:cubicBezTo>
                  <a:pt x="5707304" y="794706"/>
                  <a:pt x="5725760" y="768277"/>
                  <a:pt x="5754763" y="755063"/>
                </a:cubicBezTo>
                <a:cubicBezTo>
                  <a:pt x="5770582" y="749777"/>
                  <a:pt x="5765309" y="725991"/>
                  <a:pt x="5773219" y="712777"/>
                </a:cubicBezTo>
                <a:cubicBezTo>
                  <a:pt x="5760036" y="744491"/>
                  <a:pt x="5733670" y="755063"/>
                  <a:pt x="5704668" y="762992"/>
                </a:cubicBezTo>
                <a:cubicBezTo>
                  <a:pt x="5702031" y="762992"/>
                  <a:pt x="5702031" y="762992"/>
                  <a:pt x="5702031" y="760349"/>
                </a:cubicBezTo>
                <a:cubicBezTo>
                  <a:pt x="5696758" y="752420"/>
                  <a:pt x="5709941" y="733920"/>
                  <a:pt x="5702031" y="733920"/>
                </a:cubicBezTo>
                <a:cubicBezTo>
                  <a:pt x="5686212" y="731277"/>
                  <a:pt x="5665119" y="731277"/>
                  <a:pt x="5649299" y="741849"/>
                </a:cubicBezTo>
                <a:cubicBezTo>
                  <a:pt x="5633480" y="749777"/>
                  <a:pt x="5620297" y="765634"/>
                  <a:pt x="5607114" y="778849"/>
                </a:cubicBezTo>
                <a:cubicBezTo>
                  <a:pt x="5607114" y="778849"/>
                  <a:pt x="5604477" y="781492"/>
                  <a:pt x="5604477" y="784135"/>
                </a:cubicBezTo>
                <a:cubicBezTo>
                  <a:pt x="5615024" y="807920"/>
                  <a:pt x="5596567" y="805277"/>
                  <a:pt x="5583384" y="807920"/>
                </a:cubicBezTo>
                <a:cubicBezTo>
                  <a:pt x="5570202" y="807920"/>
                  <a:pt x="5554382" y="818492"/>
                  <a:pt x="5543836" y="799992"/>
                </a:cubicBezTo>
                <a:cubicBezTo>
                  <a:pt x="5541199" y="792063"/>
                  <a:pt x="5528016" y="789420"/>
                  <a:pt x="5520106" y="792063"/>
                </a:cubicBezTo>
                <a:cubicBezTo>
                  <a:pt x="5488467" y="807920"/>
                  <a:pt x="5456828" y="799992"/>
                  <a:pt x="5427826" y="799992"/>
                </a:cubicBezTo>
                <a:cubicBezTo>
                  <a:pt x="5406733" y="799992"/>
                  <a:pt x="5390913" y="807920"/>
                  <a:pt x="5377730" y="818492"/>
                </a:cubicBezTo>
                <a:cubicBezTo>
                  <a:pt x="5348728" y="844920"/>
                  <a:pt x="5319725" y="871349"/>
                  <a:pt x="5288086" y="895135"/>
                </a:cubicBezTo>
                <a:cubicBezTo>
                  <a:pt x="5280177" y="903064"/>
                  <a:pt x="5274903" y="908349"/>
                  <a:pt x="5290723" y="910992"/>
                </a:cubicBezTo>
                <a:cubicBezTo>
                  <a:pt x="5298633" y="910992"/>
                  <a:pt x="5298633" y="918921"/>
                  <a:pt x="5301269" y="924206"/>
                </a:cubicBezTo>
                <a:cubicBezTo>
                  <a:pt x="5311816" y="918921"/>
                  <a:pt x="5319725" y="934778"/>
                  <a:pt x="5330272" y="924206"/>
                </a:cubicBezTo>
                <a:cubicBezTo>
                  <a:pt x="5338182" y="913635"/>
                  <a:pt x="5377730" y="932135"/>
                  <a:pt x="5375094" y="945349"/>
                </a:cubicBezTo>
                <a:cubicBezTo>
                  <a:pt x="5372457" y="953278"/>
                  <a:pt x="5377730" y="958564"/>
                  <a:pt x="5380367" y="966492"/>
                </a:cubicBezTo>
                <a:cubicBezTo>
                  <a:pt x="5390913" y="953278"/>
                  <a:pt x="5390913" y="934778"/>
                  <a:pt x="5404096" y="921564"/>
                </a:cubicBezTo>
                <a:cubicBezTo>
                  <a:pt x="5406733" y="969135"/>
                  <a:pt x="5417279" y="1008778"/>
                  <a:pt x="5441008" y="1048421"/>
                </a:cubicBezTo>
                <a:cubicBezTo>
                  <a:pt x="5401460" y="1043136"/>
                  <a:pt x="5396186" y="1053707"/>
                  <a:pt x="5414642" y="1098636"/>
                </a:cubicBezTo>
                <a:cubicBezTo>
                  <a:pt x="5404096" y="1095993"/>
                  <a:pt x="5398823" y="1101279"/>
                  <a:pt x="5390913" y="1109207"/>
                </a:cubicBezTo>
                <a:cubicBezTo>
                  <a:pt x="5385640" y="1061636"/>
                  <a:pt x="5396186" y="1019350"/>
                  <a:pt x="5385640" y="971778"/>
                </a:cubicBezTo>
                <a:cubicBezTo>
                  <a:pt x="5364548" y="990278"/>
                  <a:pt x="5361911" y="1014064"/>
                  <a:pt x="5361911" y="1035207"/>
                </a:cubicBezTo>
                <a:cubicBezTo>
                  <a:pt x="5361911" y="1053707"/>
                  <a:pt x="5351364" y="1066921"/>
                  <a:pt x="5340818" y="1080136"/>
                </a:cubicBezTo>
                <a:cubicBezTo>
                  <a:pt x="5322362" y="1101279"/>
                  <a:pt x="5303906" y="1122422"/>
                  <a:pt x="5288086" y="1146207"/>
                </a:cubicBezTo>
                <a:cubicBezTo>
                  <a:pt x="5274903" y="1159422"/>
                  <a:pt x="5261721" y="1169993"/>
                  <a:pt x="5245901" y="1177922"/>
                </a:cubicBezTo>
                <a:cubicBezTo>
                  <a:pt x="5240628" y="1177922"/>
                  <a:pt x="5235355" y="1180565"/>
                  <a:pt x="5232718" y="1177922"/>
                </a:cubicBezTo>
                <a:cubicBezTo>
                  <a:pt x="5208989" y="1159422"/>
                  <a:pt x="5195806" y="1177922"/>
                  <a:pt x="5187896" y="1193779"/>
                </a:cubicBezTo>
                <a:cubicBezTo>
                  <a:pt x="5179986" y="1209636"/>
                  <a:pt x="5166803" y="1222851"/>
                  <a:pt x="5150984" y="1230779"/>
                </a:cubicBezTo>
                <a:cubicBezTo>
                  <a:pt x="5137801" y="1236065"/>
                  <a:pt x="5140437" y="1243993"/>
                  <a:pt x="5145711" y="1251922"/>
                </a:cubicBezTo>
                <a:cubicBezTo>
                  <a:pt x="5153620" y="1265136"/>
                  <a:pt x="5161530" y="1280994"/>
                  <a:pt x="5166803" y="1294208"/>
                </a:cubicBezTo>
                <a:cubicBezTo>
                  <a:pt x="5174713" y="1317994"/>
                  <a:pt x="5164167" y="1339137"/>
                  <a:pt x="5140437" y="1344422"/>
                </a:cubicBezTo>
                <a:cubicBezTo>
                  <a:pt x="5135164" y="1347065"/>
                  <a:pt x="5129891" y="1347065"/>
                  <a:pt x="5124618" y="1347065"/>
                </a:cubicBezTo>
                <a:cubicBezTo>
                  <a:pt x="5111435" y="1352351"/>
                  <a:pt x="5111435" y="1344422"/>
                  <a:pt x="5111435" y="1333851"/>
                </a:cubicBezTo>
                <a:cubicBezTo>
                  <a:pt x="5114071" y="1325922"/>
                  <a:pt x="5114071" y="1315351"/>
                  <a:pt x="5116708" y="1307422"/>
                </a:cubicBezTo>
                <a:cubicBezTo>
                  <a:pt x="5116708" y="1291565"/>
                  <a:pt x="5116708" y="1278351"/>
                  <a:pt x="5095615" y="1278351"/>
                </a:cubicBezTo>
                <a:cubicBezTo>
                  <a:pt x="5085069" y="1278351"/>
                  <a:pt x="5085069" y="1270422"/>
                  <a:pt x="5087706" y="1265136"/>
                </a:cubicBezTo>
                <a:cubicBezTo>
                  <a:pt x="5090342" y="1257208"/>
                  <a:pt x="5098252" y="1249279"/>
                  <a:pt x="5090342" y="1243993"/>
                </a:cubicBezTo>
                <a:cubicBezTo>
                  <a:pt x="5082432" y="1236065"/>
                  <a:pt x="5074523" y="1241351"/>
                  <a:pt x="5066613" y="1243993"/>
                </a:cubicBezTo>
                <a:cubicBezTo>
                  <a:pt x="5056066" y="1251922"/>
                  <a:pt x="5042884" y="1257208"/>
                  <a:pt x="5029701" y="1262494"/>
                </a:cubicBezTo>
                <a:cubicBezTo>
                  <a:pt x="5029701" y="1249279"/>
                  <a:pt x="5037610" y="1241351"/>
                  <a:pt x="5040247" y="1233422"/>
                </a:cubicBezTo>
                <a:cubicBezTo>
                  <a:pt x="5042884" y="1228136"/>
                  <a:pt x="5042884" y="1225493"/>
                  <a:pt x="5040247" y="1222851"/>
                </a:cubicBezTo>
                <a:cubicBezTo>
                  <a:pt x="5037610" y="1220208"/>
                  <a:pt x="5034974" y="1220208"/>
                  <a:pt x="5029701" y="1222851"/>
                </a:cubicBezTo>
                <a:cubicBezTo>
                  <a:pt x="5011244" y="1230779"/>
                  <a:pt x="4992788" y="1241351"/>
                  <a:pt x="4976969" y="1251922"/>
                </a:cubicBezTo>
                <a:cubicBezTo>
                  <a:pt x="4971696" y="1254565"/>
                  <a:pt x="4966422" y="1259851"/>
                  <a:pt x="4971696" y="1267779"/>
                </a:cubicBezTo>
                <a:cubicBezTo>
                  <a:pt x="4979605" y="1275708"/>
                  <a:pt x="4982242" y="1291565"/>
                  <a:pt x="5000698" y="1283637"/>
                </a:cubicBezTo>
                <a:cubicBezTo>
                  <a:pt x="5019154" y="1275708"/>
                  <a:pt x="5034974" y="1278351"/>
                  <a:pt x="5050793" y="1288922"/>
                </a:cubicBezTo>
                <a:cubicBezTo>
                  <a:pt x="5042884" y="1299494"/>
                  <a:pt x="5029701" y="1299494"/>
                  <a:pt x="5021791" y="1307422"/>
                </a:cubicBezTo>
                <a:cubicBezTo>
                  <a:pt x="4995425" y="1325922"/>
                  <a:pt x="4992788" y="1333851"/>
                  <a:pt x="5008608" y="1354994"/>
                </a:cubicBezTo>
                <a:cubicBezTo>
                  <a:pt x="5019154" y="1365565"/>
                  <a:pt x="5027064" y="1376137"/>
                  <a:pt x="5032337" y="1386708"/>
                </a:cubicBezTo>
                <a:cubicBezTo>
                  <a:pt x="5037610" y="1399923"/>
                  <a:pt x="5040247" y="1413137"/>
                  <a:pt x="5024427" y="1423709"/>
                </a:cubicBezTo>
                <a:cubicBezTo>
                  <a:pt x="5048157" y="1431637"/>
                  <a:pt x="5037610" y="1442209"/>
                  <a:pt x="5029701" y="1455423"/>
                </a:cubicBezTo>
                <a:cubicBezTo>
                  <a:pt x="5019154" y="1471280"/>
                  <a:pt x="5008608" y="1489780"/>
                  <a:pt x="4998061" y="1505637"/>
                </a:cubicBezTo>
                <a:cubicBezTo>
                  <a:pt x="4976969" y="1545280"/>
                  <a:pt x="4945330" y="1569066"/>
                  <a:pt x="4897871" y="1569066"/>
                </a:cubicBezTo>
                <a:cubicBezTo>
                  <a:pt x="4892598" y="1566423"/>
                  <a:pt x="4889961" y="1569066"/>
                  <a:pt x="4889961" y="1571709"/>
                </a:cubicBezTo>
                <a:cubicBezTo>
                  <a:pt x="4882052" y="1584923"/>
                  <a:pt x="4868869" y="1584923"/>
                  <a:pt x="4855686" y="1587566"/>
                </a:cubicBezTo>
                <a:cubicBezTo>
                  <a:pt x="4845139" y="1590209"/>
                  <a:pt x="4831956" y="1590209"/>
                  <a:pt x="4837229" y="1611352"/>
                </a:cubicBezTo>
                <a:cubicBezTo>
                  <a:pt x="4829320" y="1595495"/>
                  <a:pt x="4821410" y="1584923"/>
                  <a:pt x="4805590" y="1590209"/>
                </a:cubicBezTo>
                <a:cubicBezTo>
                  <a:pt x="4787134" y="1598138"/>
                  <a:pt x="4771315" y="1608709"/>
                  <a:pt x="4763405" y="1624566"/>
                </a:cubicBezTo>
                <a:cubicBezTo>
                  <a:pt x="4760768" y="1629852"/>
                  <a:pt x="4760768" y="1637781"/>
                  <a:pt x="4766042" y="1643067"/>
                </a:cubicBezTo>
                <a:cubicBezTo>
                  <a:pt x="4771315" y="1650995"/>
                  <a:pt x="4776588" y="1658924"/>
                  <a:pt x="4781861" y="1664209"/>
                </a:cubicBezTo>
                <a:cubicBezTo>
                  <a:pt x="4808227" y="1682710"/>
                  <a:pt x="4818773" y="1709138"/>
                  <a:pt x="4821410" y="1740853"/>
                </a:cubicBezTo>
                <a:cubicBezTo>
                  <a:pt x="4821410" y="1756710"/>
                  <a:pt x="4818773" y="1767281"/>
                  <a:pt x="4802954" y="1772567"/>
                </a:cubicBezTo>
                <a:cubicBezTo>
                  <a:pt x="4781861" y="1783139"/>
                  <a:pt x="4766042" y="1801639"/>
                  <a:pt x="4744949" y="1814853"/>
                </a:cubicBezTo>
                <a:cubicBezTo>
                  <a:pt x="4734402" y="1783139"/>
                  <a:pt x="4705400" y="1761996"/>
                  <a:pt x="4679034" y="1743496"/>
                </a:cubicBezTo>
                <a:cubicBezTo>
                  <a:pt x="4668488" y="1732924"/>
                  <a:pt x="4663215" y="1735567"/>
                  <a:pt x="4657941" y="1751424"/>
                </a:cubicBezTo>
                <a:cubicBezTo>
                  <a:pt x="4650032" y="1775210"/>
                  <a:pt x="4647395" y="1798996"/>
                  <a:pt x="4663215" y="1822782"/>
                </a:cubicBezTo>
                <a:cubicBezTo>
                  <a:pt x="4668488" y="1833353"/>
                  <a:pt x="4673761" y="1841282"/>
                  <a:pt x="4684307" y="1846567"/>
                </a:cubicBezTo>
                <a:cubicBezTo>
                  <a:pt x="4731766" y="1875639"/>
                  <a:pt x="4723856" y="1880925"/>
                  <a:pt x="4729129" y="1939068"/>
                </a:cubicBezTo>
                <a:cubicBezTo>
                  <a:pt x="4700127" y="1928496"/>
                  <a:pt x="4676398" y="1915282"/>
                  <a:pt x="4671124" y="1880925"/>
                </a:cubicBezTo>
                <a:cubicBezTo>
                  <a:pt x="4665851" y="1862425"/>
                  <a:pt x="4657941" y="1846567"/>
                  <a:pt x="4642122" y="1835996"/>
                </a:cubicBezTo>
                <a:cubicBezTo>
                  <a:pt x="4631575" y="1828067"/>
                  <a:pt x="4626302" y="1817496"/>
                  <a:pt x="4628939" y="1804281"/>
                </a:cubicBezTo>
                <a:cubicBezTo>
                  <a:pt x="4636849" y="1769924"/>
                  <a:pt x="4626302" y="1738210"/>
                  <a:pt x="4621029" y="1706495"/>
                </a:cubicBezTo>
                <a:cubicBezTo>
                  <a:pt x="4618393" y="1695924"/>
                  <a:pt x="4618393" y="1685352"/>
                  <a:pt x="4613119" y="1674781"/>
                </a:cubicBezTo>
                <a:cubicBezTo>
                  <a:pt x="4605210" y="1666852"/>
                  <a:pt x="4599936" y="1664209"/>
                  <a:pt x="4592027" y="1674781"/>
                </a:cubicBezTo>
                <a:cubicBezTo>
                  <a:pt x="4589390" y="1682710"/>
                  <a:pt x="4584117" y="1690638"/>
                  <a:pt x="4576207" y="1690638"/>
                </a:cubicBezTo>
                <a:cubicBezTo>
                  <a:pt x="4565661" y="1690638"/>
                  <a:pt x="4552478" y="1690638"/>
                  <a:pt x="4557751" y="1672138"/>
                </a:cubicBezTo>
                <a:cubicBezTo>
                  <a:pt x="4565661" y="1650995"/>
                  <a:pt x="4552478" y="1632495"/>
                  <a:pt x="4539295" y="1619281"/>
                </a:cubicBezTo>
                <a:cubicBezTo>
                  <a:pt x="4526112" y="1606066"/>
                  <a:pt x="4515566" y="1595495"/>
                  <a:pt x="4512929" y="1576995"/>
                </a:cubicBezTo>
                <a:cubicBezTo>
                  <a:pt x="4510292" y="1561138"/>
                  <a:pt x="4499746" y="1561138"/>
                  <a:pt x="4491836" y="1574352"/>
                </a:cubicBezTo>
                <a:cubicBezTo>
                  <a:pt x="4486563" y="1582281"/>
                  <a:pt x="4476017" y="1587566"/>
                  <a:pt x="4465470" y="1584923"/>
                </a:cubicBezTo>
                <a:cubicBezTo>
                  <a:pt x="4449651" y="1579638"/>
                  <a:pt x="4441741" y="1587566"/>
                  <a:pt x="4433831" y="1600781"/>
                </a:cubicBezTo>
                <a:cubicBezTo>
                  <a:pt x="4407465" y="1632495"/>
                  <a:pt x="4370553" y="1653638"/>
                  <a:pt x="4336277" y="1677424"/>
                </a:cubicBezTo>
                <a:cubicBezTo>
                  <a:pt x="4320458" y="1690638"/>
                  <a:pt x="4315185" y="1701210"/>
                  <a:pt x="4315185" y="1722353"/>
                </a:cubicBezTo>
                <a:cubicBezTo>
                  <a:pt x="4312548" y="1746138"/>
                  <a:pt x="4312548" y="1769924"/>
                  <a:pt x="4307275" y="1793710"/>
                </a:cubicBezTo>
                <a:cubicBezTo>
                  <a:pt x="4291455" y="1798996"/>
                  <a:pt x="4283546" y="1809567"/>
                  <a:pt x="4272999" y="1820139"/>
                </a:cubicBezTo>
                <a:cubicBezTo>
                  <a:pt x="4267726" y="1825424"/>
                  <a:pt x="4262453" y="1828067"/>
                  <a:pt x="4257180" y="1817496"/>
                </a:cubicBezTo>
                <a:cubicBezTo>
                  <a:pt x="4238724" y="1785781"/>
                  <a:pt x="4217631" y="1754067"/>
                  <a:pt x="4212358" y="1717067"/>
                </a:cubicBezTo>
                <a:cubicBezTo>
                  <a:pt x="4209721" y="1701210"/>
                  <a:pt x="4196538" y="1690638"/>
                  <a:pt x="4193902" y="1674781"/>
                </a:cubicBezTo>
                <a:cubicBezTo>
                  <a:pt x="4188628" y="1650995"/>
                  <a:pt x="4185992" y="1629852"/>
                  <a:pt x="4183355" y="1606066"/>
                </a:cubicBezTo>
                <a:cubicBezTo>
                  <a:pt x="4183355" y="1595495"/>
                  <a:pt x="4183355" y="1587566"/>
                  <a:pt x="4178082" y="1576995"/>
                </a:cubicBezTo>
                <a:cubicBezTo>
                  <a:pt x="4170172" y="1579638"/>
                  <a:pt x="4172809" y="1592852"/>
                  <a:pt x="4162262" y="1598138"/>
                </a:cubicBezTo>
                <a:cubicBezTo>
                  <a:pt x="4146443" y="1603424"/>
                  <a:pt x="4125350" y="1592852"/>
                  <a:pt x="4117440" y="1571709"/>
                </a:cubicBezTo>
                <a:cubicBezTo>
                  <a:pt x="4106894" y="1537352"/>
                  <a:pt x="4069982" y="1510923"/>
                  <a:pt x="4035706" y="1518852"/>
                </a:cubicBezTo>
                <a:cubicBezTo>
                  <a:pt x="3996157" y="1526780"/>
                  <a:pt x="3961882" y="1516209"/>
                  <a:pt x="3924969" y="1513566"/>
                </a:cubicBezTo>
                <a:cubicBezTo>
                  <a:pt x="3922333" y="1513566"/>
                  <a:pt x="3917060" y="1510923"/>
                  <a:pt x="3914423" y="1508280"/>
                </a:cubicBezTo>
                <a:cubicBezTo>
                  <a:pt x="3903877" y="1487137"/>
                  <a:pt x="3888057" y="1489780"/>
                  <a:pt x="3866964" y="1492423"/>
                </a:cubicBezTo>
                <a:cubicBezTo>
                  <a:pt x="3840598" y="1497709"/>
                  <a:pt x="3814233" y="1481852"/>
                  <a:pt x="3801050" y="1458066"/>
                </a:cubicBezTo>
                <a:cubicBezTo>
                  <a:pt x="3798413" y="1450137"/>
                  <a:pt x="3793140" y="1439566"/>
                  <a:pt x="3787867" y="1434280"/>
                </a:cubicBezTo>
                <a:cubicBezTo>
                  <a:pt x="3782593" y="1426351"/>
                  <a:pt x="3774684" y="1423709"/>
                  <a:pt x="3766774" y="1428994"/>
                </a:cubicBezTo>
                <a:cubicBezTo>
                  <a:pt x="3756228" y="1434280"/>
                  <a:pt x="3758864" y="1439566"/>
                  <a:pt x="3761501" y="1447494"/>
                </a:cubicBezTo>
                <a:cubicBezTo>
                  <a:pt x="3766774" y="1471280"/>
                  <a:pt x="3782593" y="1492423"/>
                  <a:pt x="3795776" y="1510923"/>
                </a:cubicBezTo>
                <a:cubicBezTo>
                  <a:pt x="3806323" y="1526780"/>
                  <a:pt x="3801050" y="1505637"/>
                  <a:pt x="3808959" y="1505637"/>
                </a:cubicBezTo>
                <a:cubicBezTo>
                  <a:pt x="3808959" y="1508280"/>
                  <a:pt x="3811596" y="1510923"/>
                  <a:pt x="3811596" y="1516209"/>
                </a:cubicBezTo>
                <a:cubicBezTo>
                  <a:pt x="3819506" y="1545280"/>
                  <a:pt x="3845872" y="1550566"/>
                  <a:pt x="3869601" y="1529423"/>
                </a:cubicBezTo>
                <a:cubicBezTo>
                  <a:pt x="3877511" y="1518852"/>
                  <a:pt x="3882784" y="1510923"/>
                  <a:pt x="3893330" y="1502995"/>
                </a:cubicBezTo>
                <a:cubicBezTo>
                  <a:pt x="3898603" y="1524137"/>
                  <a:pt x="3911786" y="1532066"/>
                  <a:pt x="3927606" y="1539995"/>
                </a:cubicBezTo>
                <a:cubicBezTo>
                  <a:pt x="3932879" y="1542638"/>
                  <a:pt x="3938152" y="1547923"/>
                  <a:pt x="3943425" y="1550566"/>
                </a:cubicBezTo>
                <a:cubicBezTo>
                  <a:pt x="3964518" y="1566423"/>
                  <a:pt x="3964518" y="1576995"/>
                  <a:pt x="3946062" y="1592852"/>
                </a:cubicBezTo>
                <a:cubicBezTo>
                  <a:pt x="3938152" y="1603424"/>
                  <a:pt x="3930242" y="1613995"/>
                  <a:pt x="3924969" y="1627209"/>
                </a:cubicBezTo>
                <a:cubicBezTo>
                  <a:pt x="3917060" y="1648352"/>
                  <a:pt x="3893330" y="1664209"/>
                  <a:pt x="3874874" y="1669495"/>
                </a:cubicBezTo>
                <a:cubicBezTo>
                  <a:pt x="3848508" y="1677424"/>
                  <a:pt x="3827415" y="1693281"/>
                  <a:pt x="3803686" y="1706495"/>
                </a:cubicBezTo>
                <a:cubicBezTo>
                  <a:pt x="3783912" y="1718388"/>
                  <a:pt x="3762819" y="1725656"/>
                  <a:pt x="3741067" y="1731272"/>
                </a:cubicBezTo>
                <a:lnTo>
                  <a:pt x="3675004" y="1746024"/>
                </a:lnTo>
                <a:lnTo>
                  <a:pt x="3675062" y="1746251"/>
                </a:lnTo>
                <a:lnTo>
                  <a:pt x="3674816" y="1746066"/>
                </a:lnTo>
                <a:lnTo>
                  <a:pt x="3674493" y="1746138"/>
                </a:lnTo>
                <a:lnTo>
                  <a:pt x="3674315" y="1745691"/>
                </a:lnTo>
                <a:lnTo>
                  <a:pt x="3673857" y="1745348"/>
                </a:lnTo>
                <a:lnTo>
                  <a:pt x="3674493" y="1746138"/>
                </a:lnTo>
                <a:cubicBezTo>
                  <a:pt x="3677130" y="1775210"/>
                  <a:pt x="3692949" y="1783139"/>
                  <a:pt x="3721952" y="1777853"/>
                </a:cubicBezTo>
                <a:cubicBezTo>
                  <a:pt x="3743045" y="1772567"/>
                  <a:pt x="3761501" y="1764638"/>
                  <a:pt x="3782593" y="1759353"/>
                </a:cubicBezTo>
                <a:cubicBezTo>
                  <a:pt x="3790503" y="1759353"/>
                  <a:pt x="3798413" y="1751424"/>
                  <a:pt x="3803686" y="1759353"/>
                </a:cubicBezTo>
                <a:cubicBezTo>
                  <a:pt x="3808959" y="1769924"/>
                  <a:pt x="3816869" y="1777853"/>
                  <a:pt x="3811596" y="1788424"/>
                </a:cubicBezTo>
                <a:cubicBezTo>
                  <a:pt x="3779957" y="1841282"/>
                  <a:pt x="3758864" y="1896782"/>
                  <a:pt x="3708769" y="1936425"/>
                </a:cubicBezTo>
                <a:cubicBezTo>
                  <a:pt x="3674493" y="1962854"/>
                  <a:pt x="3642854" y="1991925"/>
                  <a:pt x="3619125" y="2028925"/>
                </a:cubicBezTo>
                <a:cubicBezTo>
                  <a:pt x="3605942" y="2050068"/>
                  <a:pt x="3598032" y="2071211"/>
                  <a:pt x="3608579" y="2094997"/>
                </a:cubicBezTo>
                <a:cubicBezTo>
                  <a:pt x="3632308" y="2134640"/>
                  <a:pt x="3629671" y="2179569"/>
                  <a:pt x="3627035" y="2224497"/>
                </a:cubicBezTo>
                <a:cubicBezTo>
                  <a:pt x="3627035" y="2235069"/>
                  <a:pt x="3621761" y="2240355"/>
                  <a:pt x="3613852" y="2245640"/>
                </a:cubicBezTo>
                <a:cubicBezTo>
                  <a:pt x="3590122" y="2266783"/>
                  <a:pt x="3563756" y="2285283"/>
                  <a:pt x="3540027" y="2303783"/>
                </a:cubicBezTo>
                <a:cubicBezTo>
                  <a:pt x="3526844" y="2311712"/>
                  <a:pt x="3524208" y="2319641"/>
                  <a:pt x="3526844" y="2332855"/>
                </a:cubicBezTo>
                <a:cubicBezTo>
                  <a:pt x="3529481" y="2338141"/>
                  <a:pt x="3529481" y="2346069"/>
                  <a:pt x="3532117" y="2351355"/>
                </a:cubicBezTo>
                <a:cubicBezTo>
                  <a:pt x="3542664" y="2380427"/>
                  <a:pt x="3534754" y="2404212"/>
                  <a:pt x="3503115" y="2412141"/>
                </a:cubicBezTo>
                <a:cubicBezTo>
                  <a:pt x="3497842" y="2414784"/>
                  <a:pt x="3492569" y="2420070"/>
                  <a:pt x="3492569" y="2425355"/>
                </a:cubicBezTo>
                <a:cubicBezTo>
                  <a:pt x="3495205" y="2462355"/>
                  <a:pt x="3474112" y="2488784"/>
                  <a:pt x="3453020" y="2515213"/>
                </a:cubicBezTo>
                <a:cubicBezTo>
                  <a:pt x="3429290" y="2541642"/>
                  <a:pt x="3405561" y="2565427"/>
                  <a:pt x="3371285" y="2578642"/>
                </a:cubicBezTo>
                <a:cubicBezTo>
                  <a:pt x="3347556" y="2589213"/>
                  <a:pt x="3323827" y="2583927"/>
                  <a:pt x="3300097" y="2586570"/>
                </a:cubicBezTo>
                <a:cubicBezTo>
                  <a:pt x="3286915" y="2586570"/>
                  <a:pt x="3276368" y="2586570"/>
                  <a:pt x="3263185" y="2586570"/>
                </a:cubicBezTo>
                <a:cubicBezTo>
                  <a:pt x="3242092" y="2586570"/>
                  <a:pt x="3228910" y="2575999"/>
                  <a:pt x="3231546" y="2554856"/>
                </a:cubicBezTo>
                <a:cubicBezTo>
                  <a:pt x="3236819" y="2520499"/>
                  <a:pt x="3218363" y="2496713"/>
                  <a:pt x="3202544" y="2472927"/>
                </a:cubicBezTo>
                <a:cubicBezTo>
                  <a:pt x="3189361" y="2454427"/>
                  <a:pt x="3178814" y="2441213"/>
                  <a:pt x="3178814" y="2420070"/>
                </a:cubicBezTo>
                <a:cubicBezTo>
                  <a:pt x="3178814" y="2369855"/>
                  <a:pt x="3152448" y="2327569"/>
                  <a:pt x="3131356" y="2282641"/>
                </a:cubicBezTo>
                <a:cubicBezTo>
                  <a:pt x="3123446" y="2272069"/>
                  <a:pt x="3123446" y="2261498"/>
                  <a:pt x="3128719" y="2248283"/>
                </a:cubicBezTo>
                <a:cubicBezTo>
                  <a:pt x="3133992" y="2237712"/>
                  <a:pt x="3133992" y="2224497"/>
                  <a:pt x="3141902" y="2211283"/>
                </a:cubicBezTo>
                <a:cubicBezTo>
                  <a:pt x="3173541" y="2137283"/>
                  <a:pt x="3144539" y="2076497"/>
                  <a:pt x="3102353" y="2018354"/>
                </a:cubicBezTo>
                <a:cubicBezTo>
                  <a:pt x="3097080" y="2007782"/>
                  <a:pt x="3089170" y="1999854"/>
                  <a:pt x="3081260" y="1991925"/>
                </a:cubicBezTo>
                <a:cubicBezTo>
                  <a:pt x="3075987" y="1981354"/>
                  <a:pt x="3073351" y="1973425"/>
                  <a:pt x="3081260" y="1962854"/>
                </a:cubicBezTo>
                <a:cubicBezTo>
                  <a:pt x="3089170" y="1941711"/>
                  <a:pt x="3086534" y="1917925"/>
                  <a:pt x="3081260" y="1896782"/>
                </a:cubicBezTo>
                <a:cubicBezTo>
                  <a:pt x="3078624" y="1888853"/>
                  <a:pt x="3065441" y="1883568"/>
                  <a:pt x="3054895" y="1888853"/>
                </a:cubicBezTo>
                <a:cubicBezTo>
                  <a:pt x="3036438" y="1896782"/>
                  <a:pt x="3020619" y="1894139"/>
                  <a:pt x="3010073" y="1875639"/>
                </a:cubicBezTo>
                <a:cubicBezTo>
                  <a:pt x="3002163" y="1859782"/>
                  <a:pt x="2970524" y="1851853"/>
                  <a:pt x="2952068" y="1859782"/>
                </a:cubicBezTo>
                <a:cubicBezTo>
                  <a:pt x="2944158" y="1862425"/>
                  <a:pt x="2933611" y="1865067"/>
                  <a:pt x="2925702" y="1870353"/>
                </a:cubicBezTo>
                <a:cubicBezTo>
                  <a:pt x="2907246" y="1878282"/>
                  <a:pt x="2888789" y="1888853"/>
                  <a:pt x="2865060" y="1883568"/>
                </a:cubicBezTo>
                <a:cubicBezTo>
                  <a:pt x="2846604" y="1878282"/>
                  <a:pt x="2828148" y="1886210"/>
                  <a:pt x="2807055" y="1888853"/>
                </a:cubicBezTo>
                <a:cubicBezTo>
                  <a:pt x="2799145" y="1891496"/>
                  <a:pt x="2788599" y="1891496"/>
                  <a:pt x="2780689" y="1886210"/>
                </a:cubicBezTo>
                <a:cubicBezTo>
                  <a:pt x="2754323" y="1870353"/>
                  <a:pt x="2730594" y="1854496"/>
                  <a:pt x="2706865" y="1835996"/>
                </a:cubicBezTo>
                <a:cubicBezTo>
                  <a:pt x="2688409" y="1825424"/>
                  <a:pt x="2685772" y="1798996"/>
                  <a:pt x="2667316" y="1785781"/>
                </a:cubicBezTo>
                <a:cubicBezTo>
                  <a:pt x="2659406" y="1777853"/>
                  <a:pt x="2654133" y="1767281"/>
                  <a:pt x="2640950" y="1759353"/>
                </a:cubicBezTo>
                <a:cubicBezTo>
                  <a:pt x="2633040" y="1754067"/>
                  <a:pt x="2619857" y="1746138"/>
                  <a:pt x="2627767" y="1732924"/>
                </a:cubicBezTo>
                <a:cubicBezTo>
                  <a:pt x="2627767" y="1730281"/>
                  <a:pt x="2627767" y="1724995"/>
                  <a:pt x="2627767" y="1724995"/>
                </a:cubicBezTo>
                <a:cubicBezTo>
                  <a:pt x="2606674" y="1709138"/>
                  <a:pt x="2619857" y="1695924"/>
                  <a:pt x="2630404" y="1680067"/>
                </a:cubicBezTo>
                <a:cubicBezTo>
                  <a:pt x="2643587" y="1653638"/>
                  <a:pt x="2648860" y="1624566"/>
                  <a:pt x="2630404" y="1598138"/>
                </a:cubicBezTo>
                <a:cubicBezTo>
                  <a:pt x="2625130" y="1590209"/>
                  <a:pt x="2627767" y="1587566"/>
                  <a:pt x="2630404" y="1582281"/>
                </a:cubicBezTo>
                <a:cubicBezTo>
                  <a:pt x="2648860" y="1547923"/>
                  <a:pt x="2667316" y="1513566"/>
                  <a:pt x="2685772" y="1479209"/>
                </a:cubicBezTo>
                <a:cubicBezTo>
                  <a:pt x="2693682" y="1465994"/>
                  <a:pt x="2706865" y="1463352"/>
                  <a:pt x="2720048" y="1455423"/>
                </a:cubicBezTo>
                <a:cubicBezTo>
                  <a:pt x="2738504" y="1447494"/>
                  <a:pt x="2749050" y="1436923"/>
                  <a:pt x="2751687" y="1418423"/>
                </a:cubicBezTo>
                <a:cubicBezTo>
                  <a:pt x="2754323" y="1394637"/>
                  <a:pt x="2764870" y="1376137"/>
                  <a:pt x="2788599" y="1365565"/>
                </a:cubicBezTo>
                <a:cubicBezTo>
                  <a:pt x="2796509" y="1360280"/>
                  <a:pt x="2804419" y="1354994"/>
                  <a:pt x="2807055" y="1347065"/>
                </a:cubicBezTo>
                <a:cubicBezTo>
                  <a:pt x="2814965" y="1323280"/>
                  <a:pt x="2828148" y="1317994"/>
                  <a:pt x="2849241" y="1325922"/>
                </a:cubicBezTo>
                <a:cubicBezTo>
                  <a:pt x="2875606" y="1333851"/>
                  <a:pt x="2899336" y="1325922"/>
                  <a:pt x="2923065" y="1315351"/>
                </a:cubicBezTo>
                <a:cubicBezTo>
                  <a:pt x="2941521" y="1302137"/>
                  <a:pt x="2965251" y="1299494"/>
                  <a:pt x="2986343" y="1299494"/>
                </a:cubicBezTo>
                <a:cubicBezTo>
                  <a:pt x="3023255" y="1299494"/>
                  <a:pt x="3060168" y="1291565"/>
                  <a:pt x="3097080" y="1291565"/>
                </a:cubicBezTo>
                <a:cubicBezTo>
                  <a:pt x="3102353" y="1291565"/>
                  <a:pt x="3104990" y="1291565"/>
                  <a:pt x="3110263" y="1291565"/>
                </a:cubicBezTo>
                <a:cubicBezTo>
                  <a:pt x="3107626" y="1302137"/>
                  <a:pt x="3102353" y="1312708"/>
                  <a:pt x="3110263" y="1323280"/>
                </a:cubicBezTo>
                <a:cubicBezTo>
                  <a:pt x="3118173" y="1333851"/>
                  <a:pt x="3104990" y="1339137"/>
                  <a:pt x="3099717" y="1344422"/>
                </a:cubicBezTo>
                <a:cubicBezTo>
                  <a:pt x="3094443" y="1349708"/>
                  <a:pt x="3094443" y="1354994"/>
                  <a:pt x="3102353" y="1360280"/>
                </a:cubicBezTo>
                <a:cubicBezTo>
                  <a:pt x="3115536" y="1368208"/>
                  <a:pt x="3133992" y="1370851"/>
                  <a:pt x="3147175" y="1373494"/>
                </a:cubicBezTo>
                <a:cubicBezTo>
                  <a:pt x="3165631" y="1378780"/>
                  <a:pt x="3184087" y="1384066"/>
                  <a:pt x="3197270" y="1399923"/>
                </a:cubicBezTo>
                <a:cubicBezTo>
                  <a:pt x="3207817" y="1413137"/>
                  <a:pt x="3228910" y="1415780"/>
                  <a:pt x="3247366" y="1421066"/>
                </a:cubicBezTo>
                <a:cubicBezTo>
                  <a:pt x="3255275" y="1423709"/>
                  <a:pt x="3263185" y="1415780"/>
                  <a:pt x="3265822" y="1402566"/>
                </a:cubicBezTo>
                <a:cubicBezTo>
                  <a:pt x="3268458" y="1378780"/>
                  <a:pt x="3279005" y="1373494"/>
                  <a:pt x="3302734" y="1378780"/>
                </a:cubicBezTo>
                <a:cubicBezTo>
                  <a:pt x="3334373" y="1389351"/>
                  <a:pt x="3366012" y="1399923"/>
                  <a:pt x="3397651" y="1405208"/>
                </a:cubicBezTo>
                <a:cubicBezTo>
                  <a:pt x="3416107" y="1410494"/>
                  <a:pt x="3431927" y="1413137"/>
                  <a:pt x="3447747" y="1402566"/>
                </a:cubicBezTo>
                <a:cubicBezTo>
                  <a:pt x="3455656" y="1397280"/>
                  <a:pt x="3466203" y="1399923"/>
                  <a:pt x="3474112" y="1402566"/>
                </a:cubicBezTo>
                <a:cubicBezTo>
                  <a:pt x="3495205" y="1410494"/>
                  <a:pt x="3511025" y="1407851"/>
                  <a:pt x="3518934" y="1386708"/>
                </a:cubicBezTo>
                <a:cubicBezTo>
                  <a:pt x="3529481" y="1362923"/>
                  <a:pt x="3547937" y="1341780"/>
                  <a:pt x="3542664" y="1312708"/>
                </a:cubicBezTo>
                <a:cubicBezTo>
                  <a:pt x="3542664" y="1302137"/>
                  <a:pt x="3540027" y="1299494"/>
                  <a:pt x="3529481" y="1302137"/>
                </a:cubicBezTo>
                <a:cubicBezTo>
                  <a:pt x="3508388" y="1310065"/>
                  <a:pt x="3487295" y="1320637"/>
                  <a:pt x="3466203" y="1299494"/>
                </a:cubicBezTo>
                <a:cubicBezTo>
                  <a:pt x="3463566" y="1299494"/>
                  <a:pt x="3460929" y="1299494"/>
                  <a:pt x="3460929" y="1299494"/>
                </a:cubicBezTo>
                <a:cubicBezTo>
                  <a:pt x="3442473" y="1315351"/>
                  <a:pt x="3426654" y="1302137"/>
                  <a:pt x="3410834" y="1299494"/>
                </a:cubicBezTo>
                <a:cubicBezTo>
                  <a:pt x="3397651" y="1296851"/>
                  <a:pt x="3381832" y="1278351"/>
                  <a:pt x="3384468" y="1265136"/>
                </a:cubicBezTo>
                <a:cubicBezTo>
                  <a:pt x="3387105" y="1243993"/>
                  <a:pt x="3371285" y="1220208"/>
                  <a:pt x="3358102" y="1217565"/>
                </a:cubicBezTo>
                <a:cubicBezTo>
                  <a:pt x="3339646" y="1214922"/>
                  <a:pt x="3337010" y="1236065"/>
                  <a:pt x="3321190" y="1236065"/>
                </a:cubicBezTo>
                <a:cubicBezTo>
                  <a:pt x="3326463" y="1246636"/>
                  <a:pt x="3315917" y="1262494"/>
                  <a:pt x="3334373" y="1267779"/>
                </a:cubicBezTo>
                <a:cubicBezTo>
                  <a:pt x="3339646" y="1267779"/>
                  <a:pt x="3342283" y="1273065"/>
                  <a:pt x="3339646" y="1275708"/>
                </a:cubicBezTo>
                <a:cubicBezTo>
                  <a:pt x="3329100" y="1283637"/>
                  <a:pt x="3323827" y="1302137"/>
                  <a:pt x="3315917" y="1304779"/>
                </a:cubicBezTo>
                <a:cubicBezTo>
                  <a:pt x="3300097" y="1307422"/>
                  <a:pt x="3284278" y="1299494"/>
                  <a:pt x="3286915" y="1278351"/>
                </a:cubicBezTo>
                <a:lnTo>
                  <a:pt x="3289084" y="1277481"/>
                </a:lnTo>
                <a:lnTo>
                  <a:pt x="3287712" y="1277938"/>
                </a:lnTo>
                <a:lnTo>
                  <a:pt x="3287712" y="1270610"/>
                </a:lnTo>
                <a:lnTo>
                  <a:pt x="3286915" y="1270422"/>
                </a:lnTo>
                <a:cubicBezTo>
                  <a:pt x="3276368" y="1257208"/>
                  <a:pt x="3268458" y="1246636"/>
                  <a:pt x="3257912" y="1233422"/>
                </a:cubicBezTo>
                <a:cubicBezTo>
                  <a:pt x="3255275" y="1230779"/>
                  <a:pt x="3252639" y="1225493"/>
                  <a:pt x="3252639" y="1220208"/>
                </a:cubicBezTo>
                <a:cubicBezTo>
                  <a:pt x="3257912" y="1199065"/>
                  <a:pt x="3244729" y="1188493"/>
                  <a:pt x="3226273" y="1180565"/>
                </a:cubicBezTo>
                <a:cubicBezTo>
                  <a:pt x="3210453" y="1172636"/>
                  <a:pt x="3191997" y="1159422"/>
                  <a:pt x="3181451" y="1140922"/>
                </a:cubicBezTo>
                <a:cubicBezTo>
                  <a:pt x="3178814" y="1135636"/>
                  <a:pt x="3176178" y="1122422"/>
                  <a:pt x="3162995" y="1132993"/>
                </a:cubicBezTo>
                <a:cubicBezTo>
                  <a:pt x="3160358" y="1135636"/>
                  <a:pt x="3157722" y="1132993"/>
                  <a:pt x="3155085" y="1130350"/>
                </a:cubicBezTo>
                <a:cubicBezTo>
                  <a:pt x="3152448" y="1117136"/>
                  <a:pt x="3144539" y="1119779"/>
                  <a:pt x="3139265" y="1125064"/>
                </a:cubicBezTo>
                <a:cubicBezTo>
                  <a:pt x="3131356" y="1130350"/>
                  <a:pt x="3131356" y="1140922"/>
                  <a:pt x="3136629" y="1146207"/>
                </a:cubicBezTo>
                <a:cubicBezTo>
                  <a:pt x="3155085" y="1162065"/>
                  <a:pt x="3160358" y="1183208"/>
                  <a:pt x="3189361" y="1191136"/>
                </a:cubicBezTo>
                <a:cubicBezTo>
                  <a:pt x="3205180" y="1196422"/>
                  <a:pt x="3218363" y="1217565"/>
                  <a:pt x="3242092" y="1230779"/>
                </a:cubicBezTo>
                <a:cubicBezTo>
                  <a:pt x="3221000" y="1230779"/>
                  <a:pt x="3210453" y="1230779"/>
                  <a:pt x="3215727" y="1251922"/>
                </a:cubicBezTo>
                <a:lnTo>
                  <a:pt x="3202844" y="1270000"/>
                </a:lnTo>
                <a:lnTo>
                  <a:pt x="3203575" y="1270000"/>
                </a:lnTo>
                <a:cubicBezTo>
                  <a:pt x="3203575" y="1270000"/>
                  <a:pt x="3200950" y="1272646"/>
                  <a:pt x="3200950" y="1275292"/>
                </a:cubicBezTo>
                <a:cubicBezTo>
                  <a:pt x="3187822" y="1280583"/>
                  <a:pt x="3193073" y="1301750"/>
                  <a:pt x="3182571" y="1299104"/>
                </a:cubicBezTo>
                <a:cubicBezTo>
                  <a:pt x="3166818" y="1299104"/>
                  <a:pt x="3153691" y="1288521"/>
                  <a:pt x="3135312" y="1280583"/>
                </a:cubicBezTo>
                <a:cubicBezTo>
                  <a:pt x="3145814" y="1275292"/>
                  <a:pt x="3156316" y="1273307"/>
                  <a:pt x="3166490" y="1272315"/>
                </a:cubicBezTo>
                <a:lnTo>
                  <a:pt x="3194550" y="1270091"/>
                </a:lnTo>
                <a:lnTo>
                  <a:pt x="3186394" y="1237717"/>
                </a:lnTo>
                <a:cubicBezTo>
                  <a:pt x="3180792" y="1228797"/>
                  <a:pt x="3172223" y="1221529"/>
                  <a:pt x="3160358" y="1214922"/>
                </a:cubicBezTo>
                <a:cubicBezTo>
                  <a:pt x="3136629" y="1201708"/>
                  <a:pt x="3107626" y="1188493"/>
                  <a:pt x="3094443" y="1156779"/>
                </a:cubicBezTo>
                <a:cubicBezTo>
                  <a:pt x="3091807" y="1146207"/>
                  <a:pt x="3073351" y="1138279"/>
                  <a:pt x="3060168" y="1151493"/>
                </a:cubicBezTo>
                <a:cubicBezTo>
                  <a:pt x="3041712" y="1164707"/>
                  <a:pt x="3023255" y="1175279"/>
                  <a:pt x="2999526" y="1164707"/>
                </a:cubicBezTo>
                <a:cubicBezTo>
                  <a:pt x="2988980" y="1162065"/>
                  <a:pt x="2978433" y="1164707"/>
                  <a:pt x="2978433" y="1177922"/>
                </a:cubicBezTo>
                <a:cubicBezTo>
                  <a:pt x="2981070" y="1199065"/>
                  <a:pt x="2967887" y="1204350"/>
                  <a:pt x="2954704" y="1212279"/>
                </a:cubicBezTo>
                <a:cubicBezTo>
                  <a:pt x="2936248" y="1222851"/>
                  <a:pt x="2917792" y="1233422"/>
                  <a:pt x="2923065" y="1259851"/>
                </a:cubicBezTo>
                <a:cubicBezTo>
                  <a:pt x="2925702" y="1273065"/>
                  <a:pt x="2891426" y="1302137"/>
                  <a:pt x="2872970" y="1307422"/>
                </a:cubicBezTo>
                <a:cubicBezTo>
                  <a:pt x="2862423" y="1310065"/>
                  <a:pt x="2851877" y="1310065"/>
                  <a:pt x="2841331" y="1312708"/>
                </a:cubicBezTo>
                <a:cubicBezTo>
                  <a:pt x="2830784" y="1317994"/>
                  <a:pt x="2825511" y="1315351"/>
                  <a:pt x="2817601" y="1310065"/>
                </a:cubicBezTo>
                <a:cubicBezTo>
                  <a:pt x="2804419" y="1302137"/>
                  <a:pt x="2793872" y="1291565"/>
                  <a:pt x="2778053" y="1294208"/>
                </a:cubicBezTo>
                <a:cubicBezTo>
                  <a:pt x="2775416" y="1294208"/>
                  <a:pt x="2767506" y="1294208"/>
                  <a:pt x="2770143" y="1288922"/>
                </a:cubicBezTo>
                <a:cubicBezTo>
                  <a:pt x="2770143" y="1265136"/>
                  <a:pt x="2756960" y="1243993"/>
                  <a:pt x="2764870" y="1220208"/>
                </a:cubicBezTo>
                <a:cubicBezTo>
                  <a:pt x="2770143" y="1209636"/>
                  <a:pt x="2767506" y="1201708"/>
                  <a:pt x="2764870" y="1191136"/>
                </a:cubicBezTo>
                <a:cubicBezTo>
                  <a:pt x="2759596" y="1167350"/>
                  <a:pt x="2767506" y="1156779"/>
                  <a:pt x="2791236" y="1156779"/>
                </a:cubicBezTo>
                <a:cubicBezTo>
                  <a:pt x="2817601" y="1156779"/>
                  <a:pt x="2843967" y="1159422"/>
                  <a:pt x="2870333" y="1162065"/>
                </a:cubicBezTo>
                <a:cubicBezTo>
                  <a:pt x="2891426" y="1162065"/>
                  <a:pt x="2896699" y="1148850"/>
                  <a:pt x="2901972" y="1135636"/>
                </a:cubicBezTo>
                <a:cubicBezTo>
                  <a:pt x="2909882" y="1122422"/>
                  <a:pt x="2904609" y="1109207"/>
                  <a:pt x="2899336" y="1098636"/>
                </a:cubicBezTo>
                <a:cubicBezTo>
                  <a:pt x="2888789" y="1085421"/>
                  <a:pt x="2875606" y="1072207"/>
                  <a:pt x="2857150" y="1072207"/>
                </a:cubicBezTo>
                <a:cubicBezTo>
                  <a:pt x="2846604" y="1072207"/>
                  <a:pt x="2841331" y="1064278"/>
                  <a:pt x="2843967" y="1053707"/>
                </a:cubicBezTo>
                <a:cubicBezTo>
                  <a:pt x="2843967" y="1045778"/>
                  <a:pt x="2854514" y="1051064"/>
                  <a:pt x="2859787" y="1051064"/>
                </a:cubicBezTo>
                <a:cubicBezTo>
                  <a:pt x="2867697" y="1048421"/>
                  <a:pt x="2875606" y="1051064"/>
                  <a:pt x="2880880" y="1048421"/>
                </a:cubicBezTo>
                <a:cubicBezTo>
                  <a:pt x="2886153" y="1048421"/>
                  <a:pt x="2894063" y="1045778"/>
                  <a:pt x="2891426" y="1040493"/>
                </a:cubicBezTo>
                <a:cubicBezTo>
                  <a:pt x="2886153" y="1014064"/>
                  <a:pt x="2907246" y="1024635"/>
                  <a:pt x="2915155" y="1027278"/>
                </a:cubicBezTo>
                <a:cubicBezTo>
                  <a:pt x="2925702" y="1027278"/>
                  <a:pt x="2933611" y="1029921"/>
                  <a:pt x="2938885" y="1019350"/>
                </a:cubicBezTo>
                <a:cubicBezTo>
                  <a:pt x="2946794" y="998207"/>
                  <a:pt x="2965251" y="992921"/>
                  <a:pt x="2981070" y="984992"/>
                </a:cubicBezTo>
                <a:cubicBezTo>
                  <a:pt x="2986343" y="982350"/>
                  <a:pt x="2991616" y="979707"/>
                  <a:pt x="2994253" y="971778"/>
                </a:cubicBezTo>
                <a:cubicBezTo>
                  <a:pt x="3002163" y="958564"/>
                  <a:pt x="3012709" y="942707"/>
                  <a:pt x="3031165" y="945349"/>
                </a:cubicBezTo>
                <a:cubicBezTo>
                  <a:pt x="3044348" y="945349"/>
                  <a:pt x="3052258" y="932135"/>
                  <a:pt x="3062804" y="937421"/>
                </a:cubicBezTo>
                <a:cubicBezTo>
                  <a:pt x="3068078" y="937421"/>
                  <a:pt x="3068078" y="934778"/>
                  <a:pt x="3068078" y="932135"/>
                </a:cubicBezTo>
                <a:cubicBezTo>
                  <a:pt x="3068078" y="921564"/>
                  <a:pt x="3068078" y="913635"/>
                  <a:pt x="3065441" y="903064"/>
                </a:cubicBezTo>
                <a:cubicBezTo>
                  <a:pt x="3049621" y="860778"/>
                  <a:pt x="3062804" y="852849"/>
                  <a:pt x="3099717" y="836992"/>
                </a:cubicBezTo>
                <a:cubicBezTo>
                  <a:pt x="3104990" y="847563"/>
                  <a:pt x="3091807" y="863421"/>
                  <a:pt x="3104990" y="871349"/>
                </a:cubicBezTo>
                <a:cubicBezTo>
                  <a:pt x="3110263" y="873992"/>
                  <a:pt x="3102353" y="879278"/>
                  <a:pt x="3099717" y="881921"/>
                </a:cubicBezTo>
                <a:cubicBezTo>
                  <a:pt x="3089170" y="887206"/>
                  <a:pt x="3083897" y="897778"/>
                  <a:pt x="3089170" y="905706"/>
                </a:cubicBezTo>
                <a:cubicBezTo>
                  <a:pt x="3097080" y="916278"/>
                  <a:pt x="3107626" y="926849"/>
                  <a:pt x="3123446" y="921564"/>
                </a:cubicBezTo>
                <a:cubicBezTo>
                  <a:pt x="3128719" y="918921"/>
                  <a:pt x="3136629" y="913635"/>
                  <a:pt x="3144539" y="918921"/>
                </a:cubicBezTo>
                <a:cubicBezTo>
                  <a:pt x="3162995" y="937421"/>
                  <a:pt x="3178814" y="926849"/>
                  <a:pt x="3194634" y="918921"/>
                </a:cubicBezTo>
                <a:cubicBezTo>
                  <a:pt x="3210453" y="910992"/>
                  <a:pt x="3223636" y="905706"/>
                  <a:pt x="3242092" y="910992"/>
                </a:cubicBezTo>
                <a:cubicBezTo>
                  <a:pt x="3271095" y="916278"/>
                  <a:pt x="3286915" y="900421"/>
                  <a:pt x="3286915" y="871349"/>
                </a:cubicBezTo>
                <a:cubicBezTo>
                  <a:pt x="3286915" y="836992"/>
                  <a:pt x="3297461" y="829063"/>
                  <a:pt x="3326463" y="842278"/>
                </a:cubicBezTo>
                <a:cubicBezTo>
                  <a:pt x="3329100" y="844920"/>
                  <a:pt x="3334373" y="850206"/>
                  <a:pt x="3337010" y="842278"/>
                </a:cubicBezTo>
                <a:cubicBezTo>
                  <a:pt x="3337010" y="836992"/>
                  <a:pt x="3342283" y="831706"/>
                  <a:pt x="3339646" y="823778"/>
                </a:cubicBezTo>
                <a:cubicBezTo>
                  <a:pt x="3321190" y="799992"/>
                  <a:pt x="3323827" y="797349"/>
                  <a:pt x="3350193" y="792063"/>
                </a:cubicBezTo>
                <a:cubicBezTo>
                  <a:pt x="3376559" y="789420"/>
                  <a:pt x="3402924" y="784135"/>
                  <a:pt x="3429290" y="778849"/>
                </a:cubicBezTo>
                <a:cubicBezTo>
                  <a:pt x="3416107" y="760349"/>
                  <a:pt x="3400288" y="765634"/>
                  <a:pt x="3384468" y="770920"/>
                </a:cubicBezTo>
                <a:cubicBezTo>
                  <a:pt x="3373922" y="773563"/>
                  <a:pt x="3360739" y="773563"/>
                  <a:pt x="3352829" y="776206"/>
                </a:cubicBezTo>
                <a:cubicBezTo>
                  <a:pt x="3329100" y="792063"/>
                  <a:pt x="3310644" y="773563"/>
                  <a:pt x="3292188" y="765634"/>
                </a:cubicBezTo>
                <a:cubicBezTo>
                  <a:pt x="3286915" y="762992"/>
                  <a:pt x="3286915" y="755063"/>
                  <a:pt x="3286915" y="749777"/>
                </a:cubicBezTo>
                <a:cubicBezTo>
                  <a:pt x="3276368" y="715420"/>
                  <a:pt x="3289551" y="694277"/>
                  <a:pt x="3321190" y="678420"/>
                </a:cubicBezTo>
                <a:cubicBezTo>
                  <a:pt x="3326463" y="675777"/>
                  <a:pt x="3331737" y="667848"/>
                  <a:pt x="3337010" y="662563"/>
                </a:cubicBezTo>
                <a:cubicBezTo>
                  <a:pt x="3344919" y="657277"/>
                  <a:pt x="3360739" y="654634"/>
                  <a:pt x="3352829" y="644063"/>
                </a:cubicBezTo>
                <a:cubicBezTo>
                  <a:pt x="3347556" y="633491"/>
                  <a:pt x="3342283" y="617634"/>
                  <a:pt x="3323827" y="620277"/>
                </a:cubicBezTo>
                <a:cubicBezTo>
                  <a:pt x="3308007" y="625562"/>
                  <a:pt x="3294824" y="630848"/>
                  <a:pt x="3294824" y="649348"/>
                </a:cubicBezTo>
                <a:cubicBezTo>
                  <a:pt x="3297461" y="662563"/>
                  <a:pt x="3289551" y="667848"/>
                  <a:pt x="3281641" y="673134"/>
                </a:cubicBezTo>
                <a:cubicBezTo>
                  <a:pt x="3268458" y="681063"/>
                  <a:pt x="3257912" y="691634"/>
                  <a:pt x="3244729" y="696920"/>
                </a:cubicBezTo>
                <a:cubicBezTo>
                  <a:pt x="3226273" y="707491"/>
                  <a:pt x="3221000" y="720706"/>
                  <a:pt x="3223636" y="739206"/>
                </a:cubicBezTo>
                <a:cubicBezTo>
                  <a:pt x="3223636" y="752420"/>
                  <a:pt x="3223636" y="762992"/>
                  <a:pt x="3236819" y="770920"/>
                </a:cubicBezTo>
                <a:cubicBezTo>
                  <a:pt x="3250002" y="781492"/>
                  <a:pt x="3250002" y="799992"/>
                  <a:pt x="3234183" y="802635"/>
                </a:cubicBezTo>
                <a:cubicBezTo>
                  <a:pt x="3215727" y="807920"/>
                  <a:pt x="3210453" y="818492"/>
                  <a:pt x="3210453" y="834349"/>
                </a:cubicBezTo>
                <a:cubicBezTo>
                  <a:pt x="3207817" y="866063"/>
                  <a:pt x="3194634" y="887206"/>
                  <a:pt x="3160358" y="892492"/>
                </a:cubicBezTo>
                <a:cubicBezTo>
                  <a:pt x="3152448" y="892492"/>
                  <a:pt x="3144539" y="897778"/>
                  <a:pt x="3139265" y="900421"/>
                </a:cubicBezTo>
                <a:cubicBezTo>
                  <a:pt x="3128719" y="910992"/>
                  <a:pt x="3123446" y="897778"/>
                  <a:pt x="3118173" y="895135"/>
                </a:cubicBezTo>
                <a:cubicBezTo>
                  <a:pt x="3112900" y="887206"/>
                  <a:pt x="3120809" y="881921"/>
                  <a:pt x="3126083" y="881921"/>
                </a:cubicBezTo>
                <a:cubicBezTo>
                  <a:pt x="3147175" y="873992"/>
                  <a:pt x="3144539" y="866063"/>
                  <a:pt x="3131356" y="852849"/>
                </a:cubicBezTo>
                <a:cubicBezTo>
                  <a:pt x="3120809" y="847563"/>
                  <a:pt x="3120809" y="834349"/>
                  <a:pt x="3118173" y="826420"/>
                </a:cubicBezTo>
                <a:cubicBezTo>
                  <a:pt x="3115536" y="813206"/>
                  <a:pt x="3112900" y="805277"/>
                  <a:pt x="3104990" y="794706"/>
                </a:cubicBezTo>
                <a:cubicBezTo>
                  <a:pt x="3083897" y="823778"/>
                  <a:pt x="3065441" y="836992"/>
                  <a:pt x="3028529" y="823778"/>
                </a:cubicBezTo>
                <a:cubicBezTo>
                  <a:pt x="3025892" y="823778"/>
                  <a:pt x="3023255" y="821135"/>
                  <a:pt x="3017982" y="821135"/>
                </a:cubicBezTo>
                <a:cubicBezTo>
                  <a:pt x="3025892" y="807920"/>
                  <a:pt x="3017982" y="797349"/>
                  <a:pt x="3015346" y="786777"/>
                </a:cubicBezTo>
                <a:cubicBezTo>
                  <a:pt x="3015346" y="781492"/>
                  <a:pt x="3015346" y="773563"/>
                  <a:pt x="3012709" y="765634"/>
                </a:cubicBezTo>
                <a:cubicBezTo>
                  <a:pt x="3007436" y="755063"/>
                  <a:pt x="2996890" y="744491"/>
                  <a:pt x="3015346" y="731277"/>
                </a:cubicBezTo>
                <a:cubicBezTo>
                  <a:pt x="3025892" y="725991"/>
                  <a:pt x="3036438" y="704848"/>
                  <a:pt x="3052258" y="699563"/>
                </a:cubicBezTo>
                <a:cubicBezTo>
                  <a:pt x="3081260" y="688991"/>
                  <a:pt x="3099717" y="662563"/>
                  <a:pt x="3123446" y="649348"/>
                </a:cubicBezTo>
                <a:cubicBezTo>
                  <a:pt x="3136629" y="641420"/>
                  <a:pt x="3139265" y="628205"/>
                  <a:pt x="3141902" y="617634"/>
                </a:cubicBezTo>
                <a:cubicBezTo>
                  <a:pt x="3144539" y="604419"/>
                  <a:pt x="3152448" y="596491"/>
                  <a:pt x="3162995" y="588562"/>
                </a:cubicBezTo>
                <a:cubicBezTo>
                  <a:pt x="3173541" y="583277"/>
                  <a:pt x="3184087" y="577991"/>
                  <a:pt x="3186724" y="564776"/>
                </a:cubicBezTo>
                <a:cubicBezTo>
                  <a:pt x="3186724" y="554205"/>
                  <a:pt x="3202544" y="556848"/>
                  <a:pt x="3207817" y="548919"/>
                </a:cubicBezTo>
                <a:cubicBezTo>
                  <a:pt x="3215727" y="538348"/>
                  <a:pt x="3228910" y="533062"/>
                  <a:pt x="3234183" y="519848"/>
                </a:cubicBezTo>
                <a:cubicBezTo>
                  <a:pt x="3236819" y="514562"/>
                  <a:pt x="3260549" y="506633"/>
                  <a:pt x="3273732" y="506633"/>
                </a:cubicBezTo>
                <a:cubicBezTo>
                  <a:pt x="3279005" y="506633"/>
                  <a:pt x="3284278" y="503991"/>
                  <a:pt x="3286915" y="498705"/>
                </a:cubicBezTo>
                <a:cubicBezTo>
                  <a:pt x="3294824" y="488133"/>
                  <a:pt x="3302734" y="490776"/>
                  <a:pt x="3313280" y="496062"/>
                </a:cubicBezTo>
                <a:cubicBezTo>
                  <a:pt x="3323827" y="498705"/>
                  <a:pt x="3329100" y="496062"/>
                  <a:pt x="3334373" y="485490"/>
                </a:cubicBezTo>
                <a:cubicBezTo>
                  <a:pt x="3344919" y="464347"/>
                  <a:pt x="3366012" y="472276"/>
                  <a:pt x="3381832" y="472276"/>
                </a:cubicBezTo>
                <a:cubicBezTo>
                  <a:pt x="3381832" y="472276"/>
                  <a:pt x="3384468" y="477562"/>
                  <a:pt x="3387105" y="482848"/>
                </a:cubicBezTo>
                <a:cubicBezTo>
                  <a:pt x="3402924" y="461705"/>
                  <a:pt x="3418744" y="461705"/>
                  <a:pt x="3455656" y="488133"/>
                </a:cubicBezTo>
                <a:cubicBezTo>
                  <a:pt x="3450383" y="493419"/>
                  <a:pt x="3442473" y="490776"/>
                  <a:pt x="3434564" y="496062"/>
                </a:cubicBezTo>
                <a:cubicBezTo>
                  <a:pt x="3439837" y="506633"/>
                  <a:pt x="3447747" y="506633"/>
                  <a:pt x="3455656" y="503991"/>
                </a:cubicBezTo>
                <a:cubicBezTo>
                  <a:pt x="3466203" y="498705"/>
                  <a:pt x="3476749" y="496062"/>
                  <a:pt x="3487295" y="501348"/>
                </a:cubicBezTo>
                <a:cubicBezTo>
                  <a:pt x="3492569" y="503991"/>
                  <a:pt x="3500478" y="501348"/>
                  <a:pt x="3492569" y="511919"/>
                </a:cubicBezTo>
                <a:cubicBezTo>
                  <a:pt x="3484659" y="517205"/>
                  <a:pt x="3495205" y="517205"/>
                  <a:pt x="3500478" y="517205"/>
                </a:cubicBezTo>
                <a:cubicBezTo>
                  <a:pt x="3547937" y="511919"/>
                  <a:pt x="3584849" y="543634"/>
                  <a:pt x="3624398" y="562134"/>
                </a:cubicBezTo>
                <a:cubicBezTo>
                  <a:pt x="3632308" y="567419"/>
                  <a:pt x="3640218" y="572705"/>
                  <a:pt x="3640218" y="583277"/>
                </a:cubicBezTo>
                <a:cubicBezTo>
                  <a:pt x="3640218" y="596491"/>
                  <a:pt x="3629671" y="596491"/>
                  <a:pt x="3624398" y="604419"/>
                </a:cubicBezTo>
                <a:cubicBezTo>
                  <a:pt x="3598032" y="625562"/>
                  <a:pt x="3574303" y="609705"/>
                  <a:pt x="3550574" y="604419"/>
                </a:cubicBezTo>
                <a:cubicBezTo>
                  <a:pt x="3534754" y="601777"/>
                  <a:pt x="3516298" y="596491"/>
                  <a:pt x="3500478" y="593848"/>
                </a:cubicBezTo>
                <a:cubicBezTo>
                  <a:pt x="3497842" y="601777"/>
                  <a:pt x="3505751" y="601777"/>
                  <a:pt x="3508388" y="604419"/>
                </a:cubicBezTo>
                <a:cubicBezTo>
                  <a:pt x="3521571" y="612348"/>
                  <a:pt x="3532117" y="622920"/>
                  <a:pt x="3526844" y="641420"/>
                </a:cubicBezTo>
                <a:cubicBezTo>
                  <a:pt x="3524208" y="657277"/>
                  <a:pt x="3569030" y="681063"/>
                  <a:pt x="3579576" y="673134"/>
                </a:cubicBezTo>
                <a:cubicBezTo>
                  <a:pt x="3584849" y="670491"/>
                  <a:pt x="3582213" y="665205"/>
                  <a:pt x="3579576" y="665205"/>
                </a:cubicBezTo>
                <a:cubicBezTo>
                  <a:pt x="3574303" y="659920"/>
                  <a:pt x="3569030" y="659920"/>
                  <a:pt x="3561120" y="657277"/>
                </a:cubicBezTo>
                <a:cubicBezTo>
                  <a:pt x="3555847" y="651991"/>
                  <a:pt x="3555847" y="649348"/>
                  <a:pt x="3558483" y="644063"/>
                </a:cubicBezTo>
                <a:cubicBezTo>
                  <a:pt x="3561120" y="638777"/>
                  <a:pt x="3566393" y="638777"/>
                  <a:pt x="3569030" y="641420"/>
                </a:cubicBezTo>
                <a:cubicBezTo>
                  <a:pt x="3584849" y="657277"/>
                  <a:pt x="3605942" y="651991"/>
                  <a:pt x="3624398" y="654634"/>
                </a:cubicBezTo>
                <a:cubicBezTo>
                  <a:pt x="3629671" y="644063"/>
                  <a:pt x="3603305" y="633491"/>
                  <a:pt x="3616488" y="625562"/>
                </a:cubicBezTo>
                <a:cubicBezTo>
                  <a:pt x="3634944" y="609705"/>
                  <a:pt x="3656037" y="585919"/>
                  <a:pt x="3687676" y="617634"/>
                </a:cubicBezTo>
                <a:cubicBezTo>
                  <a:pt x="3685040" y="588562"/>
                  <a:pt x="3690313" y="564776"/>
                  <a:pt x="3682403" y="540991"/>
                </a:cubicBezTo>
                <a:cubicBezTo>
                  <a:pt x="3695586" y="538348"/>
                  <a:pt x="3706132" y="546276"/>
                  <a:pt x="3719315" y="548919"/>
                </a:cubicBezTo>
                <a:cubicBezTo>
                  <a:pt x="3724588" y="551562"/>
                  <a:pt x="3732498" y="554205"/>
                  <a:pt x="3732498" y="559491"/>
                </a:cubicBezTo>
                <a:cubicBezTo>
                  <a:pt x="3732498" y="567419"/>
                  <a:pt x="3724588" y="567419"/>
                  <a:pt x="3719315" y="570062"/>
                </a:cubicBezTo>
                <a:cubicBezTo>
                  <a:pt x="3716679" y="570062"/>
                  <a:pt x="3714042" y="572705"/>
                  <a:pt x="3711406" y="575348"/>
                </a:cubicBezTo>
                <a:cubicBezTo>
                  <a:pt x="3727225" y="596491"/>
                  <a:pt x="3727225" y="596491"/>
                  <a:pt x="3745681" y="580634"/>
                </a:cubicBezTo>
                <a:cubicBezTo>
                  <a:pt x="3772047" y="556848"/>
                  <a:pt x="3806323" y="551562"/>
                  <a:pt x="3835325" y="535705"/>
                </a:cubicBezTo>
                <a:cubicBezTo>
                  <a:pt x="3845872" y="530419"/>
                  <a:pt x="3856418" y="522491"/>
                  <a:pt x="3869601" y="527776"/>
                </a:cubicBezTo>
                <a:cubicBezTo>
                  <a:pt x="3866964" y="533062"/>
                  <a:pt x="3856418" y="535705"/>
                  <a:pt x="3864328" y="543634"/>
                </a:cubicBezTo>
                <a:cubicBezTo>
                  <a:pt x="3869601" y="546276"/>
                  <a:pt x="3874874" y="554205"/>
                  <a:pt x="3882784" y="548919"/>
                </a:cubicBezTo>
                <a:cubicBezTo>
                  <a:pt x="3895967" y="543634"/>
                  <a:pt x="3909150" y="538348"/>
                  <a:pt x="3922333" y="533062"/>
                </a:cubicBezTo>
                <a:cubicBezTo>
                  <a:pt x="3935516" y="527776"/>
                  <a:pt x="3946062" y="522491"/>
                  <a:pt x="3956608" y="538348"/>
                </a:cubicBezTo>
                <a:cubicBezTo>
                  <a:pt x="3959245" y="540991"/>
                  <a:pt x="3964518" y="543634"/>
                  <a:pt x="3967155" y="538348"/>
                </a:cubicBezTo>
                <a:cubicBezTo>
                  <a:pt x="3972428" y="535705"/>
                  <a:pt x="3975065" y="530419"/>
                  <a:pt x="3972428" y="525133"/>
                </a:cubicBezTo>
                <a:cubicBezTo>
                  <a:pt x="3969791" y="501348"/>
                  <a:pt x="3975065" y="501348"/>
                  <a:pt x="3998794" y="503991"/>
                </a:cubicBezTo>
                <a:cubicBezTo>
                  <a:pt x="4035706" y="506633"/>
                  <a:pt x="4064709" y="527776"/>
                  <a:pt x="4096348" y="543634"/>
                </a:cubicBezTo>
                <a:cubicBezTo>
                  <a:pt x="4101621" y="546276"/>
                  <a:pt x="4106894" y="554205"/>
                  <a:pt x="4112167" y="543634"/>
                </a:cubicBezTo>
                <a:cubicBezTo>
                  <a:pt x="4120077" y="535705"/>
                  <a:pt x="4120077" y="527776"/>
                  <a:pt x="4109531" y="522491"/>
                </a:cubicBezTo>
                <a:cubicBezTo>
                  <a:pt x="4106894" y="519848"/>
                  <a:pt x="4104257" y="514562"/>
                  <a:pt x="4098984" y="514562"/>
                </a:cubicBezTo>
                <a:cubicBezTo>
                  <a:pt x="4085801" y="511919"/>
                  <a:pt x="4080528" y="506633"/>
                  <a:pt x="4085801" y="493419"/>
                </a:cubicBezTo>
                <a:cubicBezTo>
                  <a:pt x="4088438" y="488133"/>
                  <a:pt x="4088438" y="482848"/>
                  <a:pt x="4085801" y="477562"/>
                </a:cubicBezTo>
                <a:cubicBezTo>
                  <a:pt x="4067345" y="466990"/>
                  <a:pt x="4080528" y="456419"/>
                  <a:pt x="4091074" y="451133"/>
                </a:cubicBezTo>
                <a:cubicBezTo>
                  <a:pt x="4104257" y="443205"/>
                  <a:pt x="4112167" y="435276"/>
                  <a:pt x="4117440" y="422062"/>
                </a:cubicBezTo>
                <a:cubicBezTo>
                  <a:pt x="4127987" y="398276"/>
                  <a:pt x="4162262" y="392990"/>
                  <a:pt x="4178082" y="408847"/>
                </a:cubicBezTo>
                <a:cubicBezTo>
                  <a:pt x="4185992" y="414133"/>
                  <a:pt x="4180719" y="422062"/>
                  <a:pt x="4178082" y="427347"/>
                </a:cubicBezTo>
                <a:cubicBezTo>
                  <a:pt x="4172809" y="440562"/>
                  <a:pt x="4170172" y="451133"/>
                  <a:pt x="4180719" y="466990"/>
                </a:cubicBezTo>
                <a:cubicBezTo>
                  <a:pt x="4191265" y="477562"/>
                  <a:pt x="4183355" y="493419"/>
                  <a:pt x="4183355" y="509276"/>
                </a:cubicBezTo>
                <a:cubicBezTo>
                  <a:pt x="4183355" y="519848"/>
                  <a:pt x="4183355" y="530419"/>
                  <a:pt x="4193902" y="538348"/>
                </a:cubicBezTo>
                <a:cubicBezTo>
                  <a:pt x="4204448" y="548919"/>
                  <a:pt x="4196538" y="559491"/>
                  <a:pt x="4191265" y="564776"/>
                </a:cubicBezTo>
                <a:cubicBezTo>
                  <a:pt x="4180719" y="577991"/>
                  <a:pt x="4164899" y="588562"/>
                  <a:pt x="4151716" y="599134"/>
                </a:cubicBezTo>
                <a:cubicBezTo>
                  <a:pt x="4162262" y="607062"/>
                  <a:pt x="4175445" y="609705"/>
                  <a:pt x="4185992" y="593848"/>
                </a:cubicBezTo>
                <a:cubicBezTo>
                  <a:pt x="4199175" y="577991"/>
                  <a:pt x="4220267" y="570062"/>
                  <a:pt x="4214994" y="543634"/>
                </a:cubicBezTo>
                <a:cubicBezTo>
                  <a:pt x="4212358" y="533062"/>
                  <a:pt x="4225541" y="538348"/>
                  <a:pt x="4228177" y="530419"/>
                </a:cubicBezTo>
                <a:cubicBezTo>
                  <a:pt x="4201811" y="522491"/>
                  <a:pt x="4201811" y="522491"/>
                  <a:pt x="4207084" y="496062"/>
                </a:cubicBezTo>
                <a:cubicBezTo>
                  <a:pt x="4212358" y="482848"/>
                  <a:pt x="4209721" y="472276"/>
                  <a:pt x="4199175" y="464347"/>
                </a:cubicBezTo>
                <a:cubicBezTo>
                  <a:pt x="4185992" y="453776"/>
                  <a:pt x="4191265" y="448490"/>
                  <a:pt x="4201811" y="440562"/>
                </a:cubicBezTo>
                <a:cubicBezTo>
                  <a:pt x="4209721" y="432633"/>
                  <a:pt x="4228177" y="429990"/>
                  <a:pt x="4217631" y="408847"/>
                </a:cubicBezTo>
                <a:cubicBezTo>
                  <a:pt x="4236087" y="411490"/>
                  <a:pt x="4238724" y="419419"/>
                  <a:pt x="4233450" y="429990"/>
                </a:cubicBezTo>
                <a:cubicBezTo>
                  <a:pt x="4228177" y="456419"/>
                  <a:pt x="4233450" y="459062"/>
                  <a:pt x="4259816" y="456419"/>
                </a:cubicBezTo>
                <a:cubicBezTo>
                  <a:pt x="4262453" y="451133"/>
                  <a:pt x="4254543" y="451133"/>
                  <a:pt x="4251907" y="448490"/>
                </a:cubicBezTo>
                <a:cubicBezTo>
                  <a:pt x="4249270" y="445847"/>
                  <a:pt x="4249270" y="443205"/>
                  <a:pt x="4243997" y="440562"/>
                </a:cubicBezTo>
                <a:cubicBezTo>
                  <a:pt x="4251907" y="435276"/>
                  <a:pt x="4267726" y="443205"/>
                  <a:pt x="4267726" y="427347"/>
                </a:cubicBezTo>
                <a:cubicBezTo>
                  <a:pt x="4267726" y="424704"/>
                  <a:pt x="4280909" y="419419"/>
                  <a:pt x="4291455" y="424704"/>
                </a:cubicBezTo>
                <a:cubicBezTo>
                  <a:pt x="4309911" y="429990"/>
                  <a:pt x="4328368" y="432633"/>
                  <a:pt x="4349460" y="437919"/>
                </a:cubicBezTo>
                <a:cubicBezTo>
                  <a:pt x="4336277" y="427347"/>
                  <a:pt x="4323094" y="416776"/>
                  <a:pt x="4320458" y="398276"/>
                </a:cubicBezTo>
                <a:cubicBezTo>
                  <a:pt x="4320458" y="387704"/>
                  <a:pt x="4320458" y="382419"/>
                  <a:pt x="4331004" y="382419"/>
                </a:cubicBezTo>
                <a:cubicBezTo>
                  <a:pt x="4346824" y="379776"/>
                  <a:pt x="4362643" y="377133"/>
                  <a:pt x="4378463" y="374490"/>
                </a:cubicBezTo>
                <a:cubicBezTo>
                  <a:pt x="4391646" y="374490"/>
                  <a:pt x="4407465" y="371847"/>
                  <a:pt x="4420648" y="369204"/>
                </a:cubicBezTo>
                <a:cubicBezTo>
                  <a:pt x="4418012" y="358633"/>
                  <a:pt x="4415375" y="350704"/>
                  <a:pt x="4412739" y="342775"/>
                </a:cubicBezTo>
                <a:cubicBezTo>
                  <a:pt x="4418012" y="334847"/>
                  <a:pt x="4439104" y="358633"/>
                  <a:pt x="4433831" y="329561"/>
                </a:cubicBezTo>
                <a:cubicBezTo>
                  <a:pt x="4433831" y="329561"/>
                  <a:pt x="4441741" y="326918"/>
                  <a:pt x="4444378" y="324275"/>
                </a:cubicBezTo>
                <a:cubicBezTo>
                  <a:pt x="4460197" y="321632"/>
                  <a:pt x="4476017" y="316347"/>
                  <a:pt x="4491836" y="313704"/>
                </a:cubicBezTo>
                <a:cubicBezTo>
                  <a:pt x="4518202" y="313704"/>
                  <a:pt x="4539295" y="289918"/>
                  <a:pt x="4568297" y="292561"/>
                </a:cubicBezTo>
                <a:cubicBezTo>
                  <a:pt x="4570934" y="292561"/>
                  <a:pt x="4573571" y="289918"/>
                  <a:pt x="4573571" y="292561"/>
                </a:cubicBezTo>
                <a:cubicBezTo>
                  <a:pt x="4610483" y="313704"/>
                  <a:pt x="4636849" y="279346"/>
                  <a:pt x="4668488" y="276704"/>
                </a:cubicBezTo>
                <a:cubicBezTo>
                  <a:pt x="4671124" y="276704"/>
                  <a:pt x="4673761" y="276704"/>
                  <a:pt x="4673761" y="274061"/>
                </a:cubicBezTo>
                <a:cubicBezTo>
                  <a:pt x="4676398" y="252918"/>
                  <a:pt x="4700127" y="255561"/>
                  <a:pt x="4710673" y="244989"/>
                </a:cubicBezTo>
                <a:cubicBezTo>
                  <a:pt x="4715287" y="241686"/>
                  <a:pt x="4719572" y="239869"/>
                  <a:pt x="4723650" y="239084"/>
                </a:cubicBezTo>
                <a:close/>
                <a:moveTo>
                  <a:pt x="3301735" y="221407"/>
                </a:moveTo>
                <a:cubicBezTo>
                  <a:pt x="3309673" y="218827"/>
                  <a:pt x="3318933" y="219472"/>
                  <a:pt x="3326871" y="224632"/>
                </a:cubicBezTo>
                <a:cubicBezTo>
                  <a:pt x="3329517" y="227211"/>
                  <a:pt x="3334808" y="229791"/>
                  <a:pt x="3340100" y="229791"/>
                </a:cubicBezTo>
                <a:cubicBezTo>
                  <a:pt x="3345392" y="232371"/>
                  <a:pt x="3350684" y="232371"/>
                  <a:pt x="3355975" y="237530"/>
                </a:cubicBezTo>
                <a:cubicBezTo>
                  <a:pt x="3337454" y="255588"/>
                  <a:pt x="3313642" y="253008"/>
                  <a:pt x="3289829" y="247849"/>
                </a:cubicBezTo>
                <a:cubicBezTo>
                  <a:pt x="3284537" y="247849"/>
                  <a:pt x="3284537" y="245269"/>
                  <a:pt x="3284537" y="237530"/>
                </a:cubicBezTo>
                <a:cubicBezTo>
                  <a:pt x="3287183" y="229791"/>
                  <a:pt x="3293798" y="223987"/>
                  <a:pt x="3301735" y="221407"/>
                </a:cubicBezTo>
                <a:close/>
                <a:moveTo>
                  <a:pt x="1218141" y="190500"/>
                </a:moveTo>
                <a:cubicBezTo>
                  <a:pt x="1234016" y="198376"/>
                  <a:pt x="1249891" y="203627"/>
                  <a:pt x="1268412" y="211504"/>
                </a:cubicBezTo>
                <a:cubicBezTo>
                  <a:pt x="1284287" y="216755"/>
                  <a:pt x="1271058" y="227257"/>
                  <a:pt x="1271058" y="235133"/>
                </a:cubicBezTo>
                <a:cubicBezTo>
                  <a:pt x="1281641" y="237759"/>
                  <a:pt x="1289579" y="240384"/>
                  <a:pt x="1300162" y="243010"/>
                </a:cubicBezTo>
                <a:cubicBezTo>
                  <a:pt x="1255183" y="258763"/>
                  <a:pt x="1212849" y="240384"/>
                  <a:pt x="1218141" y="190500"/>
                </a:cubicBezTo>
                <a:close/>
                <a:moveTo>
                  <a:pt x="1091645" y="177223"/>
                </a:moveTo>
                <a:cubicBezTo>
                  <a:pt x="1123100" y="174625"/>
                  <a:pt x="1154555" y="185016"/>
                  <a:pt x="1186010" y="198004"/>
                </a:cubicBezTo>
                <a:cubicBezTo>
                  <a:pt x="1196495" y="203200"/>
                  <a:pt x="1196495" y="216189"/>
                  <a:pt x="1199116" y="223982"/>
                </a:cubicBezTo>
                <a:cubicBezTo>
                  <a:pt x="1201737" y="231775"/>
                  <a:pt x="1196495" y="231775"/>
                  <a:pt x="1191252" y="229177"/>
                </a:cubicBezTo>
                <a:cubicBezTo>
                  <a:pt x="1162419" y="223982"/>
                  <a:pt x="1130964" y="218786"/>
                  <a:pt x="1102130" y="213591"/>
                </a:cubicBezTo>
                <a:cubicBezTo>
                  <a:pt x="1102130" y="203200"/>
                  <a:pt x="1112615" y="210993"/>
                  <a:pt x="1115237" y="200602"/>
                </a:cubicBezTo>
                <a:cubicBezTo>
                  <a:pt x="1102130" y="198004"/>
                  <a:pt x="1089024" y="195407"/>
                  <a:pt x="1091645" y="177223"/>
                </a:cubicBezTo>
                <a:close/>
                <a:moveTo>
                  <a:pt x="4703206" y="172443"/>
                </a:moveTo>
                <a:cubicBezTo>
                  <a:pt x="4711064" y="187921"/>
                  <a:pt x="4732019" y="180182"/>
                  <a:pt x="4742497" y="190501"/>
                </a:cubicBezTo>
                <a:cubicBezTo>
                  <a:pt x="4745116" y="195660"/>
                  <a:pt x="4752974" y="198240"/>
                  <a:pt x="4750355" y="205979"/>
                </a:cubicBezTo>
                <a:cubicBezTo>
                  <a:pt x="4747735" y="213718"/>
                  <a:pt x="4745116" y="221457"/>
                  <a:pt x="4734639" y="221457"/>
                </a:cubicBezTo>
                <a:cubicBezTo>
                  <a:pt x="4713684" y="226616"/>
                  <a:pt x="4690109" y="226616"/>
                  <a:pt x="4666535" y="231776"/>
                </a:cubicBezTo>
                <a:cubicBezTo>
                  <a:pt x="4661296" y="231776"/>
                  <a:pt x="4656057" y="229196"/>
                  <a:pt x="4650819" y="224037"/>
                </a:cubicBezTo>
                <a:cubicBezTo>
                  <a:pt x="4648199" y="216298"/>
                  <a:pt x="4658677" y="216298"/>
                  <a:pt x="4661296" y="213718"/>
                </a:cubicBezTo>
                <a:cubicBezTo>
                  <a:pt x="4671774" y="200819"/>
                  <a:pt x="4682251" y="190501"/>
                  <a:pt x="4692729" y="180182"/>
                </a:cubicBezTo>
                <a:cubicBezTo>
                  <a:pt x="4695348" y="175022"/>
                  <a:pt x="4700587" y="169863"/>
                  <a:pt x="4703206" y="172443"/>
                </a:cubicBezTo>
                <a:close/>
                <a:moveTo>
                  <a:pt x="3211661" y="146619"/>
                </a:moveTo>
                <a:cubicBezTo>
                  <a:pt x="3215948" y="148925"/>
                  <a:pt x="3219905" y="152879"/>
                  <a:pt x="3223862" y="155515"/>
                </a:cubicBezTo>
                <a:lnTo>
                  <a:pt x="3224477" y="156202"/>
                </a:lnTo>
                <a:lnTo>
                  <a:pt x="3224212" y="155575"/>
                </a:lnTo>
                <a:cubicBezTo>
                  <a:pt x="3226752" y="155575"/>
                  <a:pt x="3228657" y="156898"/>
                  <a:pt x="3230562" y="158882"/>
                </a:cubicBezTo>
                <a:lnTo>
                  <a:pt x="3236605" y="165806"/>
                </a:lnTo>
                <a:lnTo>
                  <a:pt x="3237052" y="166058"/>
                </a:lnTo>
                <a:cubicBezTo>
                  <a:pt x="3237052" y="163423"/>
                  <a:pt x="3239690" y="163423"/>
                  <a:pt x="3239690" y="163423"/>
                </a:cubicBezTo>
                <a:cubicBezTo>
                  <a:pt x="3244966" y="189781"/>
                  <a:pt x="3271347" y="181873"/>
                  <a:pt x="3284537" y="192417"/>
                </a:cubicBezTo>
                <a:cubicBezTo>
                  <a:pt x="3284537" y="192417"/>
                  <a:pt x="3284537" y="195053"/>
                  <a:pt x="3284537" y="195053"/>
                </a:cubicBezTo>
                <a:cubicBezTo>
                  <a:pt x="3247604" y="202960"/>
                  <a:pt x="3237052" y="234590"/>
                  <a:pt x="3223862" y="263585"/>
                </a:cubicBezTo>
                <a:cubicBezTo>
                  <a:pt x="3218586" y="276764"/>
                  <a:pt x="3213310" y="279400"/>
                  <a:pt x="3200119" y="271492"/>
                </a:cubicBezTo>
                <a:cubicBezTo>
                  <a:pt x="3189567" y="263585"/>
                  <a:pt x="3176377" y="258313"/>
                  <a:pt x="3160548" y="250406"/>
                </a:cubicBezTo>
                <a:cubicBezTo>
                  <a:pt x="3168463" y="247770"/>
                  <a:pt x="3173739" y="245134"/>
                  <a:pt x="3179015" y="242498"/>
                </a:cubicBezTo>
                <a:cubicBezTo>
                  <a:pt x="3173739" y="234590"/>
                  <a:pt x="3168463" y="239862"/>
                  <a:pt x="3163187" y="237226"/>
                </a:cubicBezTo>
                <a:cubicBezTo>
                  <a:pt x="3155272" y="234590"/>
                  <a:pt x="3155272" y="229319"/>
                  <a:pt x="3160548" y="224047"/>
                </a:cubicBezTo>
                <a:lnTo>
                  <a:pt x="3161196" y="223709"/>
                </a:lnTo>
                <a:lnTo>
                  <a:pt x="3160712" y="223838"/>
                </a:lnTo>
                <a:lnTo>
                  <a:pt x="3160712" y="218742"/>
                </a:lnTo>
                <a:lnTo>
                  <a:pt x="3160548" y="218775"/>
                </a:lnTo>
                <a:cubicBezTo>
                  <a:pt x="3149996" y="218775"/>
                  <a:pt x="3139444" y="221411"/>
                  <a:pt x="3139444" y="202960"/>
                </a:cubicBezTo>
                <a:cubicBezTo>
                  <a:pt x="3139444" y="200324"/>
                  <a:pt x="3123616" y="187145"/>
                  <a:pt x="3113063" y="179238"/>
                </a:cubicBezTo>
                <a:cubicBezTo>
                  <a:pt x="3107787" y="176602"/>
                  <a:pt x="3105149" y="171330"/>
                  <a:pt x="3105149" y="166058"/>
                </a:cubicBezTo>
                <a:cubicBezTo>
                  <a:pt x="3107787" y="160787"/>
                  <a:pt x="3113063" y="160787"/>
                  <a:pt x="3118340" y="160787"/>
                </a:cubicBezTo>
                <a:cubicBezTo>
                  <a:pt x="3131530" y="158151"/>
                  <a:pt x="3144720" y="150243"/>
                  <a:pt x="3160548" y="160787"/>
                </a:cubicBezTo>
                <a:lnTo>
                  <a:pt x="3157976" y="162890"/>
                </a:lnTo>
                <a:lnTo>
                  <a:pt x="3161166" y="161925"/>
                </a:lnTo>
                <a:lnTo>
                  <a:pt x="3161668" y="161925"/>
                </a:lnTo>
                <a:lnTo>
                  <a:pt x="3163187" y="160787"/>
                </a:lnTo>
                <a:cubicBezTo>
                  <a:pt x="3179015" y="152879"/>
                  <a:pt x="3181653" y="173966"/>
                  <a:pt x="3192205" y="173966"/>
                </a:cubicBezTo>
                <a:cubicBezTo>
                  <a:pt x="3189567" y="163423"/>
                  <a:pt x="3189567" y="152879"/>
                  <a:pt x="3197481" y="147607"/>
                </a:cubicBezTo>
                <a:cubicBezTo>
                  <a:pt x="3202758" y="143654"/>
                  <a:pt x="3207374" y="144313"/>
                  <a:pt x="3211661" y="146619"/>
                </a:cubicBezTo>
                <a:close/>
                <a:moveTo>
                  <a:pt x="3313868" y="126471"/>
                </a:moveTo>
                <a:cubicBezTo>
                  <a:pt x="3319109" y="137054"/>
                  <a:pt x="3324351" y="142346"/>
                  <a:pt x="3334833" y="139700"/>
                </a:cubicBezTo>
                <a:cubicBezTo>
                  <a:pt x="3350557" y="137054"/>
                  <a:pt x="3366281" y="142346"/>
                  <a:pt x="3382005" y="144992"/>
                </a:cubicBezTo>
                <a:cubicBezTo>
                  <a:pt x="3389867" y="147637"/>
                  <a:pt x="3392487" y="155575"/>
                  <a:pt x="3384625" y="160867"/>
                </a:cubicBezTo>
                <a:cubicBezTo>
                  <a:pt x="3363660" y="179387"/>
                  <a:pt x="3340075" y="187325"/>
                  <a:pt x="3311248" y="182033"/>
                </a:cubicBezTo>
                <a:cubicBezTo>
                  <a:pt x="3287662" y="179387"/>
                  <a:pt x="3266697" y="163512"/>
                  <a:pt x="3240490" y="163512"/>
                </a:cubicBezTo>
                <a:cubicBezTo>
                  <a:pt x="3235249" y="158221"/>
                  <a:pt x="3243111" y="144992"/>
                  <a:pt x="3227387" y="144992"/>
                </a:cubicBezTo>
                <a:cubicBezTo>
                  <a:pt x="3240490" y="144992"/>
                  <a:pt x="3253594" y="142346"/>
                  <a:pt x="3261456" y="131762"/>
                </a:cubicBezTo>
                <a:cubicBezTo>
                  <a:pt x="3271938" y="123825"/>
                  <a:pt x="3279800" y="134408"/>
                  <a:pt x="3287662" y="139700"/>
                </a:cubicBezTo>
                <a:cubicBezTo>
                  <a:pt x="3300765" y="144992"/>
                  <a:pt x="3308627" y="150283"/>
                  <a:pt x="3313868" y="126471"/>
                </a:cubicBezTo>
                <a:close/>
                <a:moveTo>
                  <a:pt x="3799532" y="113297"/>
                </a:moveTo>
                <a:cubicBezTo>
                  <a:pt x="3807420" y="110624"/>
                  <a:pt x="3812679" y="118645"/>
                  <a:pt x="3815308" y="123992"/>
                </a:cubicBezTo>
                <a:cubicBezTo>
                  <a:pt x="3817937" y="132013"/>
                  <a:pt x="3810049" y="132013"/>
                  <a:pt x="3804791" y="134687"/>
                </a:cubicBezTo>
                <a:cubicBezTo>
                  <a:pt x="3789015" y="140034"/>
                  <a:pt x="3773239" y="145381"/>
                  <a:pt x="3760092" y="153403"/>
                </a:cubicBezTo>
                <a:cubicBezTo>
                  <a:pt x="3749575" y="158750"/>
                  <a:pt x="3744316" y="142708"/>
                  <a:pt x="3733799" y="148055"/>
                </a:cubicBezTo>
                <a:cubicBezTo>
                  <a:pt x="3744316" y="107950"/>
                  <a:pt x="3775868" y="123992"/>
                  <a:pt x="3799532" y="113297"/>
                </a:cubicBezTo>
                <a:close/>
                <a:moveTo>
                  <a:pt x="4574479" y="105087"/>
                </a:moveTo>
                <a:cubicBezTo>
                  <a:pt x="4590919" y="104840"/>
                  <a:pt x="4603279" y="114216"/>
                  <a:pt x="4617122" y="122112"/>
                </a:cubicBezTo>
                <a:cubicBezTo>
                  <a:pt x="4619759" y="124744"/>
                  <a:pt x="4622396" y="124744"/>
                  <a:pt x="4619759" y="127376"/>
                </a:cubicBezTo>
                <a:cubicBezTo>
                  <a:pt x="4606575" y="145799"/>
                  <a:pt x="4619759" y="145799"/>
                  <a:pt x="4632944" y="145799"/>
                </a:cubicBezTo>
                <a:cubicBezTo>
                  <a:pt x="4656675" y="148431"/>
                  <a:pt x="4659312" y="156327"/>
                  <a:pt x="4654039" y="180014"/>
                </a:cubicBezTo>
                <a:cubicBezTo>
                  <a:pt x="4651402" y="190542"/>
                  <a:pt x="4648765" y="198438"/>
                  <a:pt x="4635580" y="198438"/>
                </a:cubicBezTo>
                <a:cubicBezTo>
                  <a:pt x="4625033" y="195806"/>
                  <a:pt x="4614486" y="190542"/>
                  <a:pt x="4601301" y="190542"/>
                </a:cubicBezTo>
                <a:cubicBezTo>
                  <a:pt x="4572296" y="190542"/>
                  <a:pt x="4551201" y="166855"/>
                  <a:pt x="4522195" y="164223"/>
                </a:cubicBezTo>
                <a:cubicBezTo>
                  <a:pt x="4516922" y="164223"/>
                  <a:pt x="4509011" y="153695"/>
                  <a:pt x="4503737" y="145799"/>
                </a:cubicBezTo>
                <a:cubicBezTo>
                  <a:pt x="4503737" y="140536"/>
                  <a:pt x="4511648" y="135272"/>
                  <a:pt x="4519558" y="132640"/>
                </a:cubicBezTo>
                <a:cubicBezTo>
                  <a:pt x="4530106" y="122112"/>
                  <a:pt x="4543290" y="114216"/>
                  <a:pt x="4556475" y="108953"/>
                </a:cubicBezTo>
                <a:cubicBezTo>
                  <a:pt x="4563067" y="106321"/>
                  <a:pt x="4569000" y="105169"/>
                  <a:pt x="4574479" y="105087"/>
                </a:cubicBezTo>
                <a:close/>
                <a:moveTo>
                  <a:pt x="4035385" y="97025"/>
                </a:moveTo>
                <a:cubicBezTo>
                  <a:pt x="4041934" y="97025"/>
                  <a:pt x="4047173" y="103561"/>
                  <a:pt x="4057650" y="116635"/>
                </a:cubicBezTo>
                <a:cubicBezTo>
                  <a:pt x="4039314" y="121864"/>
                  <a:pt x="4023598" y="134938"/>
                  <a:pt x="4005262" y="116635"/>
                </a:cubicBezTo>
                <a:cubicBezTo>
                  <a:pt x="4020979" y="103561"/>
                  <a:pt x="4028837" y="97025"/>
                  <a:pt x="4035385" y="97025"/>
                </a:cubicBezTo>
                <a:close/>
                <a:moveTo>
                  <a:pt x="1647838" y="21691"/>
                </a:moveTo>
                <a:cubicBezTo>
                  <a:pt x="1682146" y="24332"/>
                  <a:pt x="1716453" y="19050"/>
                  <a:pt x="1748122" y="29613"/>
                </a:cubicBezTo>
                <a:cubicBezTo>
                  <a:pt x="1766595" y="34895"/>
                  <a:pt x="1779791" y="34895"/>
                  <a:pt x="1795625" y="34895"/>
                </a:cubicBezTo>
                <a:cubicBezTo>
                  <a:pt x="1806181" y="34895"/>
                  <a:pt x="1816737" y="34895"/>
                  <a:pt x="1822016" y="45459"/>
                </a:cubicBezTo>
                <a:cubicBezTo>
                  <a:pt x="1824655" y="56022"/>
                  <a:pt x="1835211" y="50741"/>
                  <a:pt x="1843128" y="50741"/>
                </a:cubicBezTo>
                <a:cubicBezTo>
                  <a:pt x="1848406" y="50741"/>
                  <a:pt x="1856323" y="48100"/>
                  <a:pt x="1858962" y="58663"/>
                </a:cubicBezTo>
                <a:cubicBezTo>
                  <a:pt x="1858962" y="69227"/>
                  <a:pt x="1851045" y="69227"/>
                  <a:pt x="1845767" y="69227"/>
                </a:cubicBezTo>
                <a:lnTo>
                  <a:pt x="1795826" y="85009"/>
                </a:lnTo>
                <a:lnTo>
                  <a:pt x="1800286" y="89921"/>
                </a:lnTo>
                <a:lnTo>
                  <a:pt x="1797768" y="97425"/>
                </a:lnTo>
                <a:lnTo>
                  <a:pt x="1798264" y="98277"/>
                </a:lnTo>
                <a:cubicBezTo>
                  <a:pt x="1758678" y="116763"/>
                  <a:pt x="1716453" y="129967"/>
                  <a:pt x="1679507" y="159017"/>
                </a:cubicBezTo>
                <a:cubicBezTo>
                  <a:pt x="1679507" y="161658"/>
                  <a:pt x="1676868" y="164299"/>
                  <a:pt x="1674229" y="164299"/>
                </a:cubicBezTo>
                <a:cubicBezTo>
                  <a:pt x="1655755" y="161658"/>
                  <a:pt x="1639921" y="172221"/>
                  <a:pt x="1624087" y="174862"/>
                </a:cubicBezTo>
                <a:lnTo>
                  <a:pt x="1623782" y="174939"/>
                </a:lnTo>
                <a:lnTo>
                  <a:pt x="1621313" y="182563"/>
                </a:lnTo>
                <a:lnTo>
                  <a:pt x="1621021" y="182563"/>
                </a:lnTo>
                <a:lnTo>
                  <a:pt x="1621448" y="182785"/>
                </a:lnTo>
                <a:cubicBezTo>
                  <a:pt x="1626726" y="185426"/>
                  <a:pt x="1624087" y="188067"/>
                  <a:pt x="1621448" y="190708"/>
                </a:cubicBezTo>
                <a:lnTo>
                  <a:pt x="1620837" y="190812"/>
                </a:lnTo>
                <a:lnTo>
                  <a:pt x="1620837" y="195263"/>
                </a:lnTo>
                <a:lnTo>
                  <a:pt x="1618253" y="195263"/>
                </a:lnTo>
                <a:lnTo>
                  <a:pt x="1621448" y="195989"/>
                </a:lnTo>
                <a:cubicBezTo>
                  <a:pt x="1613530" y="214476"/>
                  <a:pt x="1608252" y="238244"/>
                  <a:pt x="1579223" y="232962"/>
                </a:cubicBezTo>
                <a:cubicBezTo>
                  <a:pt x="1576584" y="232962"/>
                  <a:pt x="1571306" y="232962"/>
                  <a:pt x="1571306" y="232962"/>
                </a:cubicBezTo>
                <a:cubicBezTo>
                  <a:pt x="1573945" y="251448"/>
                  <a:pt x="1555471" y="254089"/>
                  <a:pt x="1544915" y="262012"/>
                </a:cubicBezTo>
                <a:cubicBezTo>
                  <a:pt x="1550193" y="272575"/>
                  <a:pt x="1560749" y="262012"/>
                  <a:pt x="1566028" y="269934"/>
                </a:cubicBezTo>
                <a:cubicBezTo>
                  <a:pt x="1555471" y="291061"/>
                  <a:pt x="1523803" y="301625"/>
                  <a:pt x="1507968" y="285780"/>
                </a:cubicBezTo>
                <a:cubicBezTo>
                  <a:pt x="1494773" y="275216"/>
                  <a:pt x="1486856" y="288420"/>
                  <a:pt x="1473661" y="285780"/>
                </a:cubicBezTo>
                <a:cubicBezTo>
                  <a:pt x="1468383" y="283139"/>
                  <a:pt x="1452548" y="277857"/>
                  <a:pt x="1444631" y="293702"/>
                </a:cubicBezTo>
                <a:cubicBezTo>
                  <a:pt x="1444631" y="298984"/>
                  <a:pt x="1434075" y="293702"/>
                  <a:pt x="1428797" y="291061"/>
                </a:cubicBezTo>
                <a:cubicBezTo>
                  <a:pt x="1418241" y="283139"/>
                  <a:pt x="1405045" y="280498"/>
                  <a:pt x="1391850" y="285780"/>
                </a:cubicBezTo>
                <a:cubicBezTo>
                  <a:pt x="1386572" y="288420"/>
                  <a:pt x="1381294" y="285780"/>
                  <a:pt x="1373377" y="285780"/>
                </a:cubicBezTo>
                <a:cubicBezTo>
                  <a:pt x="1368099" y="285780"/>
                  <a:pt x="1368099" y="277857"/>
                  <a:pt x="1365460" y="275216"/>
                </a:cubicBezTo>
                <a:cubicBezTo>
                  <a:pt x="1365460" y="267293"/>
                  <a:pt x="1370738" y="267293"/>
                  <a:pt x="1376016" y="267293"/>
                </a:cubicBezTo>
                <a:cubicBezTo>
                  <a:pt x="1383933" y="264652"/>
                  <a:pt x="1394489" y="259371"/>
                  <a:pt x="1402406" y="256730"/>
                </a:cubicBezTo>
                <a:cubicBezTo>
                  <a:pt x="1402406" y="256730"/>
                  <a:pt x="1402406" y="254089"/>
                  <a:pt x="1402406" y="254089"/>
                </a:cubicBezTo>
                <a:cubicBezTo>
                  <a:pt x="1397128" y="248807"/>
                  <a:pt x="1386572" y="243525"/>
                  <a:pt x="1389211" y="238244"/>
                </a:cubicBezTo>
                <a:cubicBezTo>
                  <a:pt x="1391850" y="227680"/>
                  <a:pt x="1405045" y="232962"/>
                  <a:pt x="1412963" y="232962"/>
                </a:cubicBezTo>
                <a:cubicBezTo>
                  <a:pt x="1420880" y="230321"/>
                  <a:pt x="1426158" y="235603"/>
                  <a:pt x="1434075" y="240884"/>
                </a:cubicBezTo>
                <a:cubicBezTo>
                  <a:pt x="1423519" y="219757"/>
                  <a:pt x="1423519" y="219757"/>
                  <a:pt x="1402406" y="222398"/>
                </a:cubicBezTo>
                <a:cubicBezTo>
                  <a:pt x="1405045" y="201271"/>
                  <a:pt x="1407684" y="195989"/>
                  <a:pt x="1428797" y="193348"/>
                </a:cubicBezTo>
                <a:lnTo>
                  <a:pt x="1432276" y="192584"/>
                </a:lnTo>
                <a:lnTo>
                  <a:pt x="1429226" y="192405"/>
                </a:lnTo>
                <a:lnTo>
                  <a:pt x="1425293" y="190498"/>
                </a:lnTo>
                <a:lnTo>
                  <a:pt x="1423519" y="190708"/>
                </a:lnTo>
                <a:cubicBezTo>
                  <a:pt x="1405045" y="190708"/>
                  <a:pt x="1391850" y="201271"/>
                  <a:pt x="1383933" y="217116"/>
                </a:cubicBezTo>
                <a:cubicBezTo>
                  <a:pt x="1381294" y="230321"/>
                  <a:pt x="1370738" y="225039"/>
                  <a:pt x="1365460" y="225039"/>
                </a:cubicBezTo>
                <a:cubicBezTo>
                  <a:pt x="1333791" y="230321"/>
                  <a:pt x="1312679" y="232962"/>
                  <a:pt x="1302122" y="198630"/>
                </a:cubicBezTo>
                <a:cubicBezTo>
                  <a:pt x="1296844" y="185426"/>
                  <a:pt x="1291566" y="188067"/>
                  <a:pt x="1281010" y="185426"/>
                </a:cubicBezTo>
                <a:cubicBezTo>
                  <a:pt x="1278371" y="185426"/>
                  <a:pt x="1273093" y="182785"/>
                  <a:pt x="1273093" y="177503"/>
                </a:cubicBezTo>
                <a:cubicBezTo>
                  <a:pt x="1270454" y="166940"/>
                  <a:pt x="1265176" y="159017"/>
                  <a:pt x="1251980" y="153735"/>
                </a:cubicBezTo>
                <a:cubicBezTo>
                  <a:pt x="1251980" y="153735"/>
                  <a:pt x="1246702" y="148453"/>
                  <a:pt x="1251980" y="145812"/>
                </a:cubicBezTo>
                <a:cubicBezTo>
                  <a:pt x="1270454" y="137890"/>
                  <a:pt x="1241424" y="140531"/>
                  <a:pt x="1251980" y="135249"/>
                </a:cubicBezTo>
                <a:cubicBezTo>
                  <a:pt x="1257259" y="132608"/>
                  <a:pt x="1262537" y="132608"/>
                  <a:pt x="1267815" y="129967"/>
                </a:cubicBezTo>
                <a:cubicBezTo>
                  <a:pt x="1278371" y="129967"/>
                  <a:pt x="1286288" y="132608"/>
                  <a:pt x="1278371" y="116763"/>
                </a:cubicBezTo>
                <a:cubicBezTo>
                  <a:pt x="1270454" y="100917"/>
                  <a:pt x="1288927" y="108840"/>
                  <a:pt x="1294205" y="103558"/>
                </a:cubicBezTo>
                <a:cubicBezTo>
                  <a:pt x="1291566" y="100917"/>
                  <a:pt x="1283649" y="103558"/>
                  <a:pt x="1283649" y="95636"/>
                </a:cubicBezTo>
                <a:cubicBezTo>
                  <a:pt x="1296844" y="98277"/>
                  <a:pt x="1310040" y="98277"/>
                  <a:pt x="1323235" y="100917"/>
                </a:cubicBezTo>
                <a:cubicBezTo>
                  <a:pt x="1325874" y="103558"/>
                  <a:pt x="1331152" y="103558"/>
                  <a:pt x="1331152" y="106199"/>
                </a:cubicBezTo>
                <a:cubicBezTo>
                  <a:pt x="1341708" y="129967"/>
                  <a:pt x="1368099" y="124685"/>
                  <a:pt x="1386572" y="135249"/>
                </a:cubicBezTo>
                <a:lnTo>
                  <a:pt x="1387833" y="135114"/>
                </a:lnTo>
                <a:lnTo>
                  <a:pt x="1387474" y="134937"/>
                </a:lnTo>
                <a:lnTo>
                  <a:pt x="1394747" y="127585"/>
                </a:lnTo>
                <a:lnTo>
                  <a:pt x="1394489" y="127326"/>
                </a:lnTo>
                <a:cubicBezTo>
                  <a:pt x="1376016" y="122044"/>
                  <a:pt x="1360182" y="114122"/>
                  <a:pt x="1352264" y="92995"/>
                </a:cubicBezTo>
                <a:cubicBezTo>
                  <a:pt x="1349625" y="82431"/>
                  <a:pt x="1333791" y="92995"/>
                  <a:pt x="1320596" y="87713"/>
                </a:cubicBezTo>
                <a:cubicBezTo>
                  <a:pt x="1346986" y="79790"/>
                  <a:pt x="1368099" y="69227"/>
                  <a:pt x="1394489" y="63945"/>
                </a:cubicBezTo>
                <a:cubicBezTo>
                  <a:pt x="1418241" y="58663"/>
                  <a:pt x="1441992" y="48100"/>
                  <a:pt x="1468383" y="58663"/>
                </a:cubicBezTo>
                <a:cubicBezTo>
                  <a:pt x="1471022" y="58663"/>
                  <a:pt x="1478939" y="53381"/>
                  <a:pt x="1481578" y="48100"/>
                </a:cubicBezTo>
                <a:cubicBezTo>
                  <a:pt x="1484217" y="40177"/>
                  <a:pt x="1489495" y="40177"/>
                  <a:pt x="1492134" y="37536"/>
                </a:cubicBezTo>
                <a:cubicBezTo>
                  <a:pt x="1534359" y="34895"/>
                  <a:pt x="1576584" y="19050"/>
                  <a:pt x="1621448" y="29613"/>
                </a:cubicBezTo>
                <a:cubicBezTo>
                  <a:pt x="1632004" y="32254"/>
                  <a:pt x="1637282" y="21691"/>
                  <a:pt x="1647838" y="21691"/>
                </a:cubicBezTo>
                <a:close/>
                <a:moveTo>
                  <a:pt x="2238374" y="0"/>
                </a:moveTo>
                <a:cubicBezTo>
                  <a:pt x="2269943" y="0"/>
                  <a:pt x="2298881" y="0"/>
                  <a:pt x="2330449" y="0"/>
                </a:cubicBezTo>
                <a:lnTo>
                  <a:pt x="2328523" y="5814"/>
                </a:lnTo>
                <a:lnTo>
                  <a:pt x="2330721" y="5814"/>
                </a:lnTo>
                <a:lnTo>
                  <a:pt x="2333507" y="5814"/>
                </a:lnTo>
                <a:lnTo>
                  <a:pt x="2330449" y="5080"/>
                </a:lnTo>
                <a:cubicBezTo>
                  <a:pt x="2330449" y="2540"/>
                  <a:pt x="2330449" y="2540"/>
                  <a:pt x="2330449" y="0"/>
                </a:cubicBezTo>
                <a:cubicBezTo>
                  <a:pt x="2346324" y="0"/>
                  <a:pt x="2362199" y="0"/>
                  <a:pt x="2378074" y="0"/>
                </a:cubicBezTo>
                <a:cubicBezTo>
                  <a:pt x="2378074" y="2540"/>
                  <a:pt x="2378074" y="2540"/>
                  <a:pt x="2378074" y="5080"/>
                </a:cubicBezTo>
                <a:lnTo>
                  <a:pt x="2375017" y="5814"/>
                </a:lnTo>
                <a:lnTo>
                  <a:pt x="2378181" y="5814"/>
                </a:lnTo>
                <a:cubicBezTo>
                  <a:pt x="2391364" y="5814"/>
                  <a:pt x="2407184" y="5814"/>
                  <a:pt x="2420367" y="5814"/>
                </a:cubicBezTo>
                <a:cubicBezTo>
                  <a:pt x="2436187" y="3175"/>
                  <a:pt x="2446734" y="5814"/>
                  <a:pt x="2457281" y="16368"/>
                </a:cubicBezTo>
                <a:cubicBezTo>
                  <a:pt x="2481011" y="34839"/>
                  <a:pt x="2512651" y="29562"/>
                  <a:pt x="2541654" y="45394"/>
                </a:cubicBezTo>
                <a:cubicBezTo>
                  <a:pt x="2517924" y="53310"/>
                  <a:pt x="2496831" y="58587"/>
                  <a:pt x="2475737" y="66503"/>
                </a:cubicBezTo>
                <a:cubicBezTo>
                  <a:pt x="2473101" y="66503"/>
                  <a:pt x="2462554" y="63865"/>
                  <a:pt x="2465191" y="71781"/>
                </a:cubicBezTo>
                <a:cubicBezTo>
                  <a:pt x="2467827" y="79697"/>
                  <a:pt x="2473101" y="79697"/>
                  <a:pt x="2481011" y="77058"/>
                </a:cubicBezTo>
                <a:cubicBezTo>
                  <a:pt x="2488921" y="74419"/>
                  <a:pt x="2496831" y="71781"/>
                  <a:pt x="2504741" y="71781"/>
                </a:cubicBezTo>
                <a:cubicBezTo>
                  <a:pt x="2512651" y="69142"/>
                  <a:pt x="2520561" y="61226"/>
                  <a:pt x="2525834" y="69142"/>
                </a:cubicBezTo>
                <a:cubicBezTo>
                  <a:pt x="2531107" y="77058"/>
                  <a:pt x="2531107" y="87613"/>
                  <a:pt x="2525834" y="98167"/>
                </a:cubicBezTo>
                <a:cubicBezTo>
                  <a:pt x="2523197" y="100806"/>
                  <a:pt x="2520561" y="103445"/>
                  <a:pt x="2515287" y="106083"/>
                </a:cubicBezTo>
                <a:lnTo>
                  <a:pt x="2515287" y="106406"/>
                </a:lnTo>
                <a:lnTo>
                  <a:pt x="2520950" y="111125"/>
                </a:lnTo>
                <a:lnTo>
                  <a:pt x="2520434" y="111297"/>
                </a:lnTo>
                <a:lnTo>
                  <a:pt x="2520561" y="111361"/>
                </a:lnTo>
                <a:cubicBezTo>
                  <a:pt x="2528471" y="106083"/>
                  <a:pt x="2536381" y="100806"/>
                  <a:pt x="2546927" y="95529"/>
                </a:cubicBezTo>
                <a:cubicBezTo>
                  <a:pt x="2554837" y="90251"/>
                  <a:pt x="2565384" y="84974"/>
                  <a:pt x="2578567" y="87613"/>
                </a:cubicBezTo>
                <a:cubicBezTo>
                  <a:pt x="2591751" y="92890"/>
                  <a:pt x="2602297" y="90251"/>
                  <a:pt x="2612844" y="79697"/>
                </a:cubicBezTo>
                <a:cubicBezTo>
                  <a:pt x="2626027" y="66503"/>
                  <a:pt x="2644484" y="71781"/>
                  <a:pt x="2660304" y="71781"/>
                </a:cubicBezTo>
                <a:cubicBezTo>
                  <a:pt x="2676124" y="74419"/>
                  <a:pt x="2691944" y="79697"/>
                  <a:pt x="2713037" y="90251"/>
                </a:cubicBezTo>
                <a:cubicBezTo>
                  <a:pt x="2673487" y="98167"/>
                  <a:pt x="2652394" y="132470"/>
                  <a:pt x="2610207" y="121916"/>
                </a:cubicBezTo>
                <a:cubicBezTo>
                  <a:pt x="2618117" y="129832"/>
                  <a:pt x="2628664" y="124554"/>
                  <a:pt x="2636574" y="129832"/>
                </a:cubicBezTo>
                <a:cubicBezTo>
                  <a:pt x="2615481" y="140386"/>
                  <a:pt x="2589114" y="140386"/>
                  <a:pt x="2565384" y="150941"/>
                </a:cubicBezTo>
                <a:cubicBezTo>
                  <a:pt x="2583841" y="161496"/>
                  <a:pt x="2597024" y="145664"/>
                  <a:pt x="2612844" y="148302"/>
                </a:cubicBezTo>
                <a:cubicBezTo>
                  <a:pt x="2610207" y="156218"/>
                  <a:pt x="2602297" y="156218"/>
                  <a:pt x="2597024" y="158857"/>
                </a:cubicBezTo>
                <a:cubicBezTo>
                  <a:pt x="2586477" y="161496"/>
                  <a:pt x="2581204" y="169412"/>
                  <a:pt x="2581204" y="177328"/>
                </a:cubicBezTo>
                <a:cubicBezTo>
                  <a:pt x="2581204" y="185244"/>
                  <a:pt x="2578567" y="187883"/>
                  <a:pt x="2573294" y="190521"/>
                </a:cubicBezTo>
                <a:cubicBezTo>
                  <a:pt x="2554837" y="195799"/>
                  <a:pt x="2549564" y="211631"/>
                  <a:pt x="2546927" y="232740"/>
                </a:cubicBezTo>
                <a:cubicBezTo>
                  <a:pt x="2562747" y="227463"/>
                  <a:pt x="2573294" y="230102"/>
                  <a:pt x="2583841" y="235379"/>
                </a:cubicBezTo>
                <a:cubicBezTo>
                  <a:pt x="2581204" y="243295"/>
                  <a:pt x="2570657" y="238018"/>
                  <a:pt x="2568021" y="245934"/>
                </a:cubicBezTo>
                <a:cubicBezTo>
                  <a:pt x="2575931" y="253850"/>
                  <a:pt x="2586477" y="248572"/>
                  <a:pt x="2594387" y="251211"/>
                </a:cubicBezTo>
                <a:cubicBezTo>
                  <a:pt x="2599661" y="253850"/>
                  <a:pt x="2604934" y="253850"/>
                  <a:pt x="2604934" y="264404"/>
                </a:cubicBezTo>
                <a:cubicBezTo>
                  <a:pt x="2602297" y="272320"/>
                  <a:pt x="2597024" y="269682"/>
                  <a:pt x="2591751" y="269682"/>
                </a:cubicBezTo>
                <a:cubicBezTo>
                  <a:pt x="2570657" y="269682"/>
                  <a:pt x="2554837" y="274959"/>
                  <a:pt x="2536381" y="280237"/>
                </a:cubicBezTo>
                <a:cubicBezTo>
                  <a:pt x="2539017" y="288153"/>
                  <a:pt x="2544291" y="290791"/>
                  <a:pt x="2549564" y="290791"/>
                </a:cubicBezTo>
                <a:cubicBezTo>
                  <a:pt x="2554837" y="290791"/>
                  <a:pt x="2562747" y="290791"/>
                  <a:pt x="2568021" y="290791"/>
                </a:cubicBezTo>
                <a:cubicBezTo>
                  <a:pt x="2578567" y="296069"/>
                  <a:pt x="2562747" y="298707"/>
                  <a:pt x="2568021" y="303985"/>
                </a:cubicBezTo>
                <a:cubicBezTo>
                  <a:pt x="2570657" y="306623"/>
                  <a:pt x="2573294" y="306623"/>
                  <a:pt x="2578567" y="309262"/>
                </a:cubicBezTo>
                <a:cubicBezTo>
                  <a:pt x="2586477" y="311901"/>
                  <a:pt x="2583841" y="319817"/>
                  <a:pt x="2583841" y="325094"/>
                </a:cubicBezTo>
                <a:cubicBezTo>
                  <a:pt x="2583841" y="330371"/>
                  <a:pt x="2581204" y="333010"/>
                  <a:pt x="2575931" y="333010"/>
                </a:cubicBezTo>
                <a:cubicBezTo>
                  <a:pt x="2565384" y="330371"/>
                  <a:pt x="2562747" y="333010"/>
                  <a:pt x="2562747" y="340926"/>
                </a:cubicBezTo>
                <a:cubicBezTo>
                  <a:pt x="2562747" y="348842"/>
                  <a:pt x="2570657" y="348842"/>
                  <a:pt x="2575931" y="351481"/>
                </a:cubicBezTo>
                <a:cubicBezTo>
                  <a:pt x="2578567" y="351481"/>
                  <a:pt x="2583841" y="351481"/>
                  <a:pt x="2589114" y="356758"/>
                </a:cubicBezTo>
                <a:cubicBezTo>
                  <a:pt x="2568021" y="356758"/>
                  <a:pt x="2552201" y="351481"/>
                  <a:pt x="2536381" y="356758"/>
                </a:cubicBezTo>
                <a:cubicBezTo>
                  <a:pt x="2541654" y="364674"/>
                  <a:pt x="2552201" y="364674"/>
                  <a:pt x="2557474" y="369952"/>
                </a:cubicBezTo>
                <a:cubicBezTo>
                  <a:pt x="2562747" y="372591"/>
                  <a:pt x="2568021" y="375229"/>
                  <a:pt x="2565384" y="380507"/>
                </a:cubicBezTo>
                <a:cubicBezTo>
                  <a:pt x="2565384" y="385784"/>
                  <a:pt x="2562747" y="391061"/>
                  <a:pt x="2557474" y="391061"/>
                </a:cubicBezTo>
                <a:cubicBezTo>
                  <a:pt x="2544291" y="393700"/>
                  <a:pt x="2531107" y="401616"/>
                  <a:pt x="2517924" y="391061"/>
                </a:cubicBezTo>
                <a:cubicBezTo>
                  <a:pt x="2499467" y="375229"/>
                  <a:pt x="2483647" y="383145"/>
                  <a:pt x="2465191" y="393700"/>
                </a:cubicBezTo>
                <a:cubicBezTo>
                  <a:pt x="2475737" y="398978"/>
                  <a:pt x="2486284" y="398978"/>
                  <a:pt x="2486284" y="412171"/>
                </a:cubicBezTo>
                <a:cubicBezTo>
                  <a:pt x="2486284" y="417448"/>
                  <a:pt x="2494194" y="422726"/>
                  <a:pt x="2499467" y="425364"/>
                </a:cubicBezTo>
                <a:cubicBezTo>
                  <a:pt x="2517924" y="428003"/>
                  <a:pt x="2528471" y="441196"/>
                  <a:pt x="2539017" y="451751"/>
                </a:cubicBezTo>
                <a:cubicBezTo>
                  <a:pt x="2549564" y="459667"/>
                  <a:pt x="2544291" y="472861"/>
                  <a:pt x="2544291" y="486054"/>
                </a:cubicBezTo>
                <a:cubicBezTo>
                  <a:pt x="2533744" y="478138"/>
                  <a:pt x="2520561" y="499247"/>
                  <a:pt x="2507377" y="483415"/>
                </a:cubicBezTo>
                <a:cubicBezTo>
                  <a:pt x="2504741" y="478138"/>
                  <a:pt x="2502104" y="475499"/>
                  <a:pt x="2499467" y="470222"/>
                </a:cubicBezTo>
                <a:cubicBezTo>
                  <a:pt x="2491557" y="462306"/>
                  <a:pt x="2486284" y="451751"/>
                  <a:pt x="2470464" y="462306"/>
                </a:cubicBezTo>
                <a:cubicBezTo>
                  <a:pt x="2462554" y="470222"/>
                  <a:pt x="2446734" y="470222"/>
                  <a:pt x="2436187" y="472861"/>
                </a:cubicBezTo>
                <a:cubicBezTo>
                  <a:pt x="2430914" y="472861"/>
                  <a:pt x="2425641" y="475499"/>
                  <a:pt x="2425641" y="480777"/>
                </a:cubicBezTo>
                <a:cubicBezTo>
                  <a:pt x="2425641" y="488693"/>
                  <a:pt x="2433551" y="486054"/>
                  <a:pt x="2436187" y="486054"/>
                </a:cubicBezTo>
                <a:cubicBezTo>
                  <a:pt x="2467827" y="486054"/>
                  <a:pt x="2502104" y="486054"/>
                  <a:pt x="2533744" y="501886"/>
                </a:cubicBezTo>
                <a:cubicBezTo>
                  <a:pt x="2507377" y="520357"/>
                  <a:pt x="2483647" y="536189"/>
                  <a:pt x="2454644" y="544105"/>
                </a:cubicBezTo>
                <a:cubicBezTo>
                  <a:pt x="2425641" y="552021"/>
                  <a:pt x="2399274" y="562576"/>
                  <a:pt x="2367634" y="559937"/>
                </a:cubicBezTo>
                <a:cubicBezTo>
                  <a:pt x="2354451" y="559937"/>
                  <a:pt x="2341267" y="573131"/>
                  <a:pt x="2333357" y="588963"/>
                </a:cubicBezTo>
                <a:cubicBezTo>
                  <a:pt x="2320174" y="615349"/>
                  <a:pt x="2296444" y="623266"/>
                  <a:pt x="2270077" y="623266"/>
                </a:cubicBezTo>
                <a:cubicBezTo>
                  <a:pt x="2256894" y="623266"/>
                  <a:pt x="2246347" y="633820"/>
                  <a:pt x="2233164" y="633820"/>
                </a:cubicBezTo>
                <a:cubicBezTo>
                  <a:pt x="2227891" y="633820"/>
                  <a:pt x="2212071" y="647014"/>
                  <a:pt x="2219981" y="660207"/>
                </a:cubicBezTo>
                <a:cubicBezTo>
                  <a:pt x="2204161" y="665484"/>
                  <a:pt x="2217344" y="678678"/>
                  <a:pt x="2214707" y="686594"/>
                </a:cubicBezTo>
                <a:cubicBezTo>
                  <a:pt x="2209434" y="697149"/>
                  <a:pt x="2201524" y="707703"/>
                  <a:pt x="2188341" y="712981"/>
                </a:cubicBezTo>
                <a:cubicBezTo>
                  <a:pt x="2180431" y="715619"/>
                  <a:pt x="2185704" y="720897"/>
                  <a:pt x="2188341" y="726174"/>
                </a:cubicBezTo>
                <a:cubicBezTo>
                  <a:pt x="2190977" y="739368"/>
                  <a:pt x="2180431" y="771032"/>
                  <a:pt x="2169884" y="778948"/>
                </a:cubicBezTo>
                <a:cubicBezTo>
                  <a:pt x="2161974" y="784225"/>
                  <a:pt x="2138244" y="778948"/>
                  <a:pt x="2132971" y="768393"/>
                </a:cubicBezTo>
                <a:cubicBezTo>
                  <a:pt x="2130334" y="757838"/>
                  <a:pt x="2125061" y="760477"/>
                  <a:pt x="2117151" y="763116"/>
                </a:cubicBezTo>
                <a:cubicBezTo>
                  <a:pt x="2090784" y="765754"/>
                  <a:pt x="2080237" y="760477"/>
                  <a:pt x="2064417" y="734090"/>
                </a:cubicBezTo>
                <a:cubicBezTo>
                  <a:pt x="2056507" y="720897"/>
                  <a:pt x="2043324" y="710342"/>
                  <a:pt x="2035414" y="697149"/>
                </a:cubicBezTo>
                <a:cubicBezTo>
                  <a:pt x="2027504" y="681317"/>
                  <a:pt x="2014321" y="665484"/>
                  <a:pt x="2014321" y="647014"/>
                </a:cubicBezTo>
                <a:cubicBezTo>
                  <a:pt x="2014321" y="639098"/>
                  <a:pt x="2011684" y="633820"/>
                  <a:pt x="2006411" y="631182"/>
                </a:cubicBezTo>
                <a:cubicBezTo>
                  <a:pt x="1995864" y="623266"/>
                  <a:pt x="1990591" y="615349"/>
                  <a:pt x="1995864" y="599517"/>
                </a:cubicBezTo>
                <a:cubicBezTo>
                  <a:pt x="1998501" y="599517"/>
                  <a:pt x="1998501" y="596879"/>
                  <a:pt x="1995864" y="596879"/>
                </a:cubicBezTo>
                <a:cubicBezTo>
                  <a:pt x="1980044" y="583685"/>
                  <a:pt x="1995864" y="573131"/>
                  <a:pt x="1998501" y="559937"/>
                </a:cubicBezTo>
                <a:cubicBezTo>
                  <a:pt x="2001137" y="544105"/>
                  <a:pt x="2014321" y="541466"/>
                  <a:pt x="2027504" y="536189"/>
                </a:cubicBezTo>
                <a:cubicBezTo>
                  <a:pt x="2045961" y="530912"/>
                  <a:pt x="2032777" y="512441"/>
                  <a:pt x="2045961" y="501886"/>
                </a:cubicBezTo>
                <a:cubicBezTo>
                  <a:pt x="2014321" y="504525"/>
                  <a:pt x="1995864" y="493970"/>
                  <a:pt x="1977407" y="478138"/>
                </a:cubicBezTo>
                <a:cubicBezTo>
                  <a:pt x="1990591" y="480777"/>
                  <a:pt x="2003774" y="483415"/>
                  <a:pt x="2016957" y="483415"/>
                </a:cubicBezTo>
                <a:cubicBezTo>
                  <a:pt x="2022231" y="486054"/>
                  <a:pt x="2027504" y="486054"/>
                  <a:pt x="2030141" y="480777"/>
                </a:cubicBezTo>
                <a:cubicBezTo>
                  <a:pt x="2032777" y="475499"/>
                  <a:pt x="2027504" y="472861"/>
                  <a:pt x="2022231" y="470222"/>
                </a:cubicBezTo>
                <a:cubicBezTo>
                  <a:pt x="2014321" y="464945"/>
                  <a:pt x="2006411" y="462306"/>
                  <a:pt x="2006411" y="449112"/>
                </a:cubicBezTo>
                <a:cubicBezTo>
                  <a:pt x="2009047" y="441196"/>
                  <a:pt x="1998501" y="438558"/>
                  <a:pt x="1990591" y="443835"/>
                </a:cubicBezTo>
                <a:cubicBezTo>
                  <a:pt x="1987954" y="449112"/>
                  <a:pt x="1985317" y="454390"/>
                  <a:pt x="1980044" y="454390"/>
                </a:cubicBezTo>
                <a:cubicBezTo>
                  <a:pt x="1972134" y="457029"/>
                  <a:pt x="1964224" y="459667"/>
                  <a:pt x="1956314" y="451751"/>
                </a:cubicBezTo>
                <a:cubicBezTo>
                  <a:pt x="1951041" y="446474"/>
                  <a:pt x="1956314" y="433280"/>
                  <a:pt x="1958951" y="430642"/>
                </a:cubicBezTo>
                <a:cubicBezTo>
                  <a:pt x="1974771" y="414810"/>
                  <a:pt x="1961587" y="393700"/>
                  <a:pt x="1956314" y="385784"/>
                </a:cubicBezTo>
                <a:cubicBezTo>
                  <a:pt x="1943131" y="367313"/>
                  <a:pt x="1929947" y="348842"/>
                  <a:pt x="1916764" y="330371"/>
                </a:cubicBezTo>
                <a:cubicBezTo>
                  <a:pt x="1895671" y="306623"/>
                  <a:pt x="1866668" y="301346"/>
                  <a:pt x="1840301" y="293430"/>
                </a:cubicBezTo>
                <a:cubicBezTo>
                  <a:pt x="1829754" y="290791"/>
                  <a:pt x="1821844" y="290791"/>
                  <a:pt x="1811298" y="296069"/>
                </a:cubicBezTo>
                <a:cubicBezTo>
                  <a:pt x="1779658" y="309262"/>
                  <a:pt x="1745381" y="309262"/>
                  <a:pt x="1713741" y="288153"/>
                </a:cubicBezTo>
                <a:cubicBezTo>
                  <a:pt x="1711104" y="280237"/>
                  <a:pt x="1726924" y="285514"/>
                  <a:pt x="1724288" y="277598"/>
                </a:cubicBezTo>
                <a:cubicBezTo>
                  <a:pt x="1711104" y="274959"/>
                  <a:pt x="1697921" y="272320"/>
                  <a:pt x="1682101" y="267043"/>
                </a:cubicBezTo>
                <a:cubicBezTo>
                  <a:pt x="1692648" y="253850"/>
                  <a:pt x="1708468" y="253850"/>
                  <a:pt x="1724288" y="253850"/>
                </a:cubicBezTo>
                <a:cubicBezTo>
                  <a:pt x="1740108" y="253850"/>
                  <a:pt x="1753291" y="256488"/>
                  <a:pt x="1771748" y="256488"/>
                </a:cubicBezTo>
                <a:cubicBezTo>
                  <a:pt x="1763838" y="245934"/>
                  <a:pt x="1763838" y="245934"/>
                  <a:pt x="1753291" y="248572"/>
                </a:cubicBezTo>
                <a:cubicBezTo>
                  <a:pt x="1716378" y="256488"/>
                  <a:pt x="1687374" y="238018"/>
                  <a:pt x="1658371" y="224824"/>
                </a:cubicBezTo>
                <a:cubicBezTo>
                  <a:pt x="1647824" y="216908"/>
                  <a:pt x="1658371" y="208992"/>
                  <a:pt x="1666281" y="206353"/>
                </a:cubicBezTo>
                <a:cubicBezTo>
                  <a:pt x="1697921" y="195799"/>
                  <a:pt x="1726924" y="179967"/>
                  <a:pt x="1761201" y="182605"/>
                </a:cubicBezTo>
                <a:cubicBezTo>
                  <a:pt x="1769111" y="182605"/>
                  <a:pt x="1777021" y="179967"/>
                  <a:pt x="1784931" y="174689"/>
                </a:cubicBezTo>
                <a:cubicBezTo>
                  <a:pt x="1792841" y="172051"/>
                  <a:pt x="1790204" y="164134"/>
                  <a:pt x="1790204" y="158857"/>
                </a:cubicBezTo>
                <a:cubicBezTo>
                  <a:pt x="1792841" y="153580"/>
                  <a:pt x="1784931" y="153580"/>
                  <a:pt x="1779658" y="153580"/>
                </a:cubicBezTo>
                <a:cubicBezTo>
                  <a:pt x="1766474" y="150941"/>
                  <a:pt x="1755928" y="145664"/>
                  <a:pt x="1742744" y="135109"/>
                </a:cubicBezTo>
                <a:cubicBezTo>
                  <a:pt x="1771748" y="132470"/>
                  <a:pt x="1790204" y="121916"/>
                  <a:pt x="1806024" y="103445"/>
                </a:cubicBezTo>
                <a:cubicBezTo>
                  <a:pt x="1811298" y="98167"/>
                  <a:pt x="1824481" y="100806"/>
                  <a:pt x="1835028" y="100806"/>
                </a:cubicBezTo>
                <a:cubicBezTo>
                  <a:pt x="1845574" y="103445"/>
                  <a:pt x="1850848" y="100806"/>
                  <a:pt x="1850848" y="87613"/>
                </a:cubicBezTo>
                <a:cubicBezTo>
                  <a:pt x="1848211" y="79697"/>
                  <a:pt x="1853484" y="74419"/>
                  <a:pt x="1861394" y="71781"/>
                </a:cubicBezTo>
                <a:cubicBezTo>
                  <a:pt x="1890397" y="66503"/>
                  <a:pt x="1916764" y="61226"/>
                  <a:pt x="1945767" y="53310"/>
                </a:cubicBezTo>
                <a:cubicBezTo>
                  <a:pt x="1953677" y="53310"/>
                  <a:pt x="1958951" y="48032"/>
                  <a:pt x="1964224" y="55949"/>
                </a:cubicBezTo>
                <a:cubicBezTo>
                  <a:pt x="1977407" y="69142"/>
                  <a:pt x="1993227" y="69142"/>
                  <a:pt x="2011684" y="71781"/>
                </a:cubicBezTo>
                <a:cubicBezTo>
                  <a:pt x="2019594" y="74419"/>
                  <a:pt x="2024867" y="74419"/>
                  <a:pt x="2030141" y="69142"/>
                </a:cubicBezTo>
                <a:cubicBezTo>
                  <a:pt x="2035414" y="61226"/>
                  <a:pt x="2022231" y="61226"/>
                  <a:pt x="2022231" y="55949"/>
                </a:cubicBezTo>
                <a:cubicBezTo>
                  <a:pt x="2024867" y="53310"/>
                  <a:pt x="2022231" y="50671"/>
                  <a:pt x="2022231" y="48032"/>
                </a:cubicBezTo>
                <a:cubicBezTo>
                  <a:pt x="2043324" y="42755"/>
                  <a:pt x="2059144" y="55949"/>
                  <a:pt x="2077601" y="58587"/>
                </a:cubicBezTo>
                <a:cubicBezTo>
                  <a:pt x="2101331" y="63865"/>
                  <a:pt x="2125061" y="87613"/>
                  <a:pt x="2143517" y="53310"/>
                </a:cubicBezTo>
                <a:cubicBezTo>
                  <a:pt x="2135607" y="48032"/>
                  <a:pt x="2125061" y="42755"/>
                  <a:pt x="2111877" y="37478"/>
                </a:cubicBezTo>
                <a:cubicBezTo>
                  <a:pt x="2119787" y="34839"/>
                  <a:pt x="2125061" y="34839"/>
                  <a:pt x="2130334" y="32200"/>
                </a:cubicBezTo>
                <a:cubicBezTo>
                  <a:pt x="2132971" y="24284"/>
                  <a:pt x="2117151" y="26923"/>
                  <a:pt x="2119787" y="19007"/>
                </a:cubicBezTo>
                <a:cubicBezTo>
                  <a:pt x="2148791" y="11091"/>
                  <a:pt x="2175157" y="13730"/>
                  <a:pt x="2201524" y="24284"/>
                </a:cubicBezTo>
                <a:cubicBezTo>
                  <a:pt x="2212071" y="29562"/>
                  <a:pt x="2235801" y="42755"/>
                  <a:pt x="2225254" y="11091"/>
                </a:cubicBezTo>
                <a:cubicBezTo>
                  <a:pt x="2225254" y="5814"/>
                  <a:pt x="2233164" y="5814"/>
                  <a:pt x="2238437" y="5814"/>
                </a:cubicBezTo>
                <a:lnTo>
                  <a:pt x="2242089" y="5814"/>
                </a:lnTo>
                <a:lnTo>
                  <a:pt x="2238374" y="5292"/>
                </a:lnTo>
                <a:cubicBezTo>
                  <a:pt x="2238374" y="2646"/>
                  <a:pt x="2238374" y="2646"/>
                  <a:pt x="2238374" y="0"/>
                </a:cubicBezTo>
                <a:close/>
              </a:path>
            </a:pathLst>
          </a:custGeom>
          <a:solidFill>
            <a:schemeClr val="accent6">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j-lt"/>
              <a:ea typeface="楷体" panose="02010609060101010101" charset="-122"/>
            </a:endParaRPr>
          </a:p>
        </p:txBody>
      </p:sp>
      <p:grpSp>
        <p:nvGrpSpPr>
          <p:cNvPr id="31" name="Group 459">
            <a:extLst>
              <a:ext uri="{FF2B5EF4-FFF2-40B4-BE49-F238E27FC236}">
                <a16:creationId xmlns:a16="http://schemas.microsoft.com/office/drawing/2014/main" id="{90AC5497-087A-4301-0F53-237A847AE76D}"/>
              </a:ext>
            </a:extLst>
          </p:cNvPr>
          <p:cNvGrpSpPr/>
          <p:nvPr/>
        </p:nvGrpSpPr>
        <p:grpSpPr>
          <a:xfrm>
            <a:off x="1986926" y="2611424"/>
            <a:ext cx="7705190" cy="3704136"/>
            <a:chOff x="1919" y="1801"/>
            <a:chExt cx="3892" cy="1893"/>
          </a:xfrm>
          <a:solidFill>
            <a:schemeClr val="bg2">
              <a:lumMod val="75000"/>
            </a:schemeClr>
          </a:solidFill>
          <a:scene3d>
            <a:camera prst="perspectiveRelaxed" fov="0">
              <a:rot lat="0" lon="0" rev="0"/>
            </a:camera>
            <a:lightRig rig="threePt" dir="t"/>
          </a:scene3d>
        </p:grpSpPr>
        <p:sp>
          <p:nvSpPr>
            <p:cNvPr id="32" name="21944364.125248.62512.755">
              <a:extLst>
                <a:ext uri="{FF2B5EF4-FFF2-40B4-BE49-F238E27FC236}">
                  <a16:creationId xmlns:a16="http://schemas.microsoft.com/office/drawing/2014/main" id="{6B727BC6-2F3C-342C-2109-3F02D9E7237B}"/>
                </a:ext>
              </a:extLst>
            </p:cNvPr>
            <p:cNvSpPr/>
            <p:nvPr>
              <p:custDataLst>
                <p:tags r:id="rId34"/>
              </p:custDataLst>
            </p:nvPr>
          </p:nvSpPr>
          <p:spPr bwMode="auto">
            <a:xfrm>
              <a:off x="3012" y="2821"/>
              <a:ext cx="16" cy="6"/>
            </a:xfrm>
            <a:custGeom>
              <a:avLst/>
              <a:gdLst>
                <a:gd name="T0" fmla="*/ 0 w 50"/>
                <a:gd name="T1" fmla="*/ 0 h 17"/>
                <a:gd name="T2" fmla="*/ 0 w 50"/>
                <a:gd name="T3" fmla="*/ 0 h 17"/>
                <a:gd name="T4" fmla="*/ 0 w 50"/>
                <a:gd name="T5" fmla="*/ 0 h 17"/>
                <a:gd name="T6" fmla="*/ 0 w 50"/>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17">
                  <a:moveTo>
                    <a:pt x="0" y="0"/>
                  </a:moveTo>
                  <a:lnTo>
                    <a:pt x="4" y="17"/>
                  </a:lnTo>
                  <a:lnTo>
                    <a:pt x="50" y="10"/>
                  </a:lnTo>
                  <a:lnTo>
                    <a:pt x="0" y="0"/>
                  </a:lnTo>
                  <a:close/>
                </a:path>
              </a:pathLst>
            </a:custGeom>
            <a:grpFill/>
            <a:ln w="3175">
              <a:solidFill>
                <a:schemeClr val="bg1"/>
              </a:solidFill>
              <a:prstDash val="solid"/>
              <a:round/>
            </a:ln>
          </p:spPr>
          <p:txBody>
            <a:bodyPr/>
            <a:lstStyle/>
            <a:p>
              <a:endParaRPr lang="en-US" dirty="0"/>
            </a:p>
          </p:txBody>
        </p:sp>
        <p:sp>
          <p:nvSpPr>
            <p:cNvPr id="33" name="21945323.6254881926.55">
              <a:extLst>
                <a:ext uri="{FF2B5EF4-FFF2-40B4-BE49-F238E27FC236}">
                  <a16:creationId xmlns:a16="http://schemas.microsoft.com/office/drawing/2014/main" id="{057A5C9C-A777-3A03-D857-11C31336CC99}"/>
                </a:ext>
              </a:extLst>
            </p:cNvPr>
            <p:cNvSpPr/>
            <p:nvPr>
              <p:custDataLst>
                <p:tags r:id="rId35"/>
              </p:custDataLst>
            </p:nvPr>
          </p:nvSpPr>
          <p:spPr bwMode="auto">
            <a:xfrm>
              <a:off x="4397" y="2587"/>
              <a:ext cx="153" cy="110"/>
            </a:xfrm>
            <a:custGeom>
              <a:avLst/>
              <a:gdLst>
                <a:gd name="T0" fmla="*/ 0 w 472"/>
                <a:gd name="T1" fmla="*/ 0 h 339"/>
                <a:gd name="T2" fmla="*/ 0 w 472"/>
                <a:gd name="T3" fmla="*/ 0 h 339"/>
                <a:gd name="T4" fmla="*/ 0 w 472"/>
                <a:gd name="T5" fmla="*/ 0 h 339"/>
                <a:gd name="T6" fmla="*/ 0 w 472"/>
                <a:gd name="T7" fmla="*/ 0 h 339"/>
                <a:gd name="T8" fmla="*/ 0 w 472"/>
                <a:gd name="T9" fmla="*/ 0 h 339"/>
                <a:gd name="T10" fmla="*/ 0 w 472"/>
                <a:gd name="T11" fmla="*/ 0 h 339"/>
                <a:gd name="T12" fmla="*/ 0 w 472"/>
                <a:gd name="T13" fmla="*/ 0 h 339"/>
                <a:gd name="T14" fmla="*/ 0 w 472"/>
                <a:gd name="T15" fmla="*/ 0 h 339"/>
                <a:gd name="T16" fmla="*/ 0 w 472"/>
                <a:gd name="T17" fmla="*/ 0 h 339"/>
                <a:gd name="T18" fmla="*/ 0 w 472"/>
                <a:gd name="T19" fmla="*/ 0 h 339"/>
                <a:gd name="T20" fmla="*/ 0 w 472"/>
                <a:gd name="T21" fmla="*/ 0 h 339"/>
                <a:gd name="T22" fmla="*/ 0 w 472"/>
                <a:gd name="T23" fmla="*/ 0 h 339"/>
                <a:gd name="T24" fmla="*/ 0 w 472"/>
                <a:gd name="T25" fmla="*/ 0 h 339"/>
                <a:gd name="T26" fmla="*/ 0 w 472"/>
                <a:gd name="T27" fmla="*/ 0 h 339"/>
                <a:gd name="T28" fmla="*/ 0 w 472"/>
                <a:gd name="T29" fmla="*/ 0 h 339"/>
                <a:gd name="T30" fmla="*/ 0 w 472"/>
                <a:gd name="T31" fmla="*/ 0 h 339"/>
                <a:gd name="T32" fmla="*/ 0 w 472"/>
                <a:gd name="T33" fmla="*/ 0 h 339"/>
                <a:gd name="T34" fmla="*/ 0 w 472"/>
                <a:gd name="T35" fmla="*/ 0 h 339"/>
                <a:gd name="T36" fmla="*/ 0 w 472"/>
                <a:gd name="T37" fmla="*/ 0 h 339"/>
                <a:gd name="T38" fmla="*/ 0 w 472"/>
                <a:gd name="T39" fmla="*/ 0 h 339"/>
                <a:gd name="T40" fmla="*/ 0 w 472"/>
                <a:gd name="T41" fmla="*/ 0 h 339"/>
                <a:gd name="T42" fmla="*/ 0 w 472"/>
                <a:gd name="T43" fmla="*/ 0 h 339"/>
                <a:gd name="T44" fmla="*/ 0 w 472"/>
                <a:gd name="T45" fmla="*/ 0 h 339"/>
                <a:gd name="T46" fmla="*/ 0 w 472"/>
                <a:gd name="T47" fmla="*/ 0 h 3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72" h="339">
                  <a:moveTo>
                    <a:pt x="0" y="163"/>
                  </a:moveTo>
                  <a:lnTo>
                    <a:pt x="4" y="251"/>
                  </a:lnTo>
                  <a:lnTo>
                    <a:pt x="39" y="277"/>
                  </a:lnTo>
                  <a:lnTo>
                    <a:pt x="11" y="322"/>
                  </a:lnTo>
                  <a:lnTo>
                    <a:pt x="63" y="339"/>
                  </a:lnTo>
                  <a:lnTo>
                    <a:pt x="186" y="322"/>
                  </a:lnTo>
                  <a:lnTo>
                    <a:pt x="209" y="273"/>
                  </a:lnTo>
                  <a:lnTo>
                    <a:pt x="292" y="245"/>
                  </a:lnTo>
                  <a:lnTo>
                    <a:pt x="300" y="204"/>
                  </a:lnTo>
                  <a:lnTo>
                    <a:pt x="327" y="193"/>
                  </a:lnTo>
                  <a:lnTo>
                    <a:pt x="315" y="171"/>
                  </a:lnTo>
                  <a:lnTo>
                    <a:pt x="345" y="169"/>
                  </a:lnTo>
                  <a:lnTo>
                    <a:pt x="367" y="127"/>
                  </a:lnTo>
                  <a:lnTo>
                    <a:pt x="358" y="86"/>
                  </a:lnTo>
                  <a:lnTo>
                    <a:pt x="469" y="55"/>
                  </a:lnTo>
                  <a:lnTo>
                    <a:pt x="472" y="47"/>
                  </a:lnTo>
                  <a:lnTo>
                    <a:pt x="430" y="39"/>
                  </a:lnTo>
                  <a:lnTo>
                    <a:pt x="371" y="68"/>
                  </a:lnTo>
                  <a:lnTo>
                    <a:pt x="344" y="0"/>
                  </a:lnTo>
                  <a:lnTo>
                    <a:pt x="293" y="51"/>
                  </a:lnTo>
                  <a:lnTo>
                    <a:pt x="147" y="47"/>
                  </a:lnTo>
                  <a:lnTo>
                    <a:pt x="73" y="124"/>
                  </a:lnTo>
                  <a:lnTo>
                    <a:pt x="24" y="99"/>
                  </a:lnTo>
                  <a:lnTo>
                    <a:pt x="0" y="163"/>
                  </a:lnTo>
                  <a:close/>
                </a:path>
              </a:pathLst>
            </a:custGeom>
            <a:grpFill/>
            <a:ln w="3175">
              <a:solidFill>
                <a:schemeClr val="bg1"/>
              </a:solidFill>
              <a:prstDash val="solid"/>
              <a:round/>
            </a:ln>
          </p:spPr>
          <p:txBody>
            <a:bodyPr/>
            <a:lstStyle/>
            <a:p>
              <a:endParaRPr lang="en-US" dirty="0"/>
            </a:p>
          </p:txBody>
        </p:sp>
        <p:sp>
          <p:nvSpPr>
            <p:cNvPr id="34" name="21946314.5410.6256.53.3755">
              <a:extLst>
                <a:ext uri="{FF2B5EF4-FFF2-40B4-BE49-F238E27FC236}">
                  <a16:creationId xmlns:a16="http://schemas.microsoft.com/office/drawing/2014/main" id="{8B318344-98E3-D738-E409-CA182957521F}"/>
                </a:ext>
              </a:extLst>
            </p:cNvPr>
            <p:cNvSpPr/>
            <p:nvPr>
              <p:custDataLst>
                <p:tags r:id="rId36"/>
              </p:custDataLst>
            </p:nvPr>
          </p:nvSpPr>
          <p:spPr bwMode="auto">
            <a:xfrm>
              <a:off x="3949" y="2534"/>
              <a:ext cx="19" cy="38"/>
            </a:xfrm>
            <a:custGeom>
              <a:avLst/>
              <a:gdLst>
                <a:gd name="T0" fmla="*/ 0 w 61"/>
                <a:gd name="T1" fmla="*/ 0 h 114"/>
                <a:gd name="T2" fmla="*/ 0 w 61"/>
                <a:gd name="T3" fmla="*/ 0 h 114"/>
                <a:gd name="T4" fmla="*/ 0 w 61"/>
                <a:gd name="T5" fmla="*/ 0 h 114"/>
                <a:gd name="T6" fmla="*/ 0 w 61"/>
                <a:gd name="T7" fmla="*/ 0 h 114"/>
                <a:gd name="T8" fmla="*/ 0 w 61"/>
                <a:gd name="T9" fmla="*/ 0 h 114"/>
                <a:gd name="T10" fmla="*/ 0 w 61"/>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1" h="114">
                  <a:moveTo>
                    <a:pt x="0" y="87"/>
                  </a:moveTo>
                  <a:lnTo>
                    <a:pt x="3" y="28"/>
                  </a:lnTo>
                  <a:lnTo>
                    <a:pt x="30" y="0"/>
                  </a:lnTo>
                  <a:lnTo>
                    <a:pt x="61" y="68"/>
                  </a:lnTo>
                  <a:lnTo>
                    <a:pt x="32" y="114"/>
                  </a:lnTo>
                  <a:lnTo>
                    <a:pt x="0" y="87"/>
                  </a:lnTo>
                  <a:close/>
                </a:path>
              </a:pathLst>
            </a:custGeom>
            <a:grpFill/>
            <a:ln w="3175">
              <a:solidFill>
                <a:schemeClr val="bg1"/>
              </a:solidFill>
              <a:prstDash val="solid"/>
              <a:round/>
            </a:ln>
          </p:spPr>
          <p:txBody>
            <a:bodyPr/>
            <a:lstStyle/>
            <a:p>
              <a:endParaRPr lang="en-US" dirty="0"/>
            </a:p>
          </p:txBody>
        </p:sp>
        <p:sp>
          <p:nvSpPr>
            <p:cNvPr id="35" name="21947326.875358.37536.2538.1255">
              <a:extLst>
                <a:ext uri="{FF2B5EF4-FFF2-40B4-BE49-F238E27FC236}">
                  <a16:creationId xmlns:a16="http://schemas.microsoft.com/office/drawing/2014/main" id="{BE7F1AD2-5A73-6D13-22EC-7D26847D2C7D}"/>
                </a:ext>
              </a:extLst>
            </p:cNvPr>
            <p:cNvSpPr/>
            <p:nvPr>
              <p:custDataLst>
                <p:tags r:id="rId37"/>
              </p:custDataLst>
            </p:nvPr>
          </p:nvSpPr>
          <p:spPr bwMode="auto">
            <a:xfrm>
              <a:off x="3647" y="2606"/>
              <a:ext cx="220" cy="209"/>
            </a:xfrm>
            <a:custGeom>
              <a:avLst/>
              <a:gdLst>
                <a:gd name="T0" fmla="*/ 0 w 678"/>
                <a:gd name="T1" fmla="*/ 0 h 646"/>
                <a:gd name="T2" fmla="*/ 0 w 678"/>
                <a:gd name="T3" fmla="*/ 0 h 646"/>
                <a:gd name="T4" fmla="*/ 0 w 678"/>
                <a:gd name="T5" fmla="*/ 0 h 646"/>
                <a:gd name="T6" fmla="*/ 0 w 678"/>
                <a:gd name="T7" fmla="*/ 0 h 646"/>
                <a:gd name="T8" fmla="*/ 0 w 678"/>
                <a:gd name="T9" fmla="*/ 0 h 646"/>
                <a:gd name="T10" fmla="*/ 0 w 678"/>
                <a:gd name="T11" fmla="*/ 0 h 646"/>
                <a:gd name="T12" fmla="*/ 0 w 678"/>
                <a:gd name="T13" fmla="*/ 0 h 646"/>
                <a:gd name="T14" fmla="*/ 0 w 678"/>
                <a:gd name="T15" fmla="*/ 0 h 646"/>
                <a:gd name="T16" fmla="*/ 0 w 678"/>
                <a:gd name="T17" fmla="*/ 0 h 646"/>
                <a:gd name="T18" fmla="*/ 0 w 678"/>
                <a:gd name="T19" fmla="*/ 0 h 646"/>
                <a:gd name="T20" fmla="*/ 0 w 678"/>
                <a:gd name="T21" fmla="*/ 0 h 646"/>
                <a:gd name="T22" fmla="*/ 0 w 678"/>
                <a:gd name="T23" fmla="*/ 0 h 646"/>
                <a:gd name="T24" fmla="*/ 0 w 678"/>
                <a:gd name="T25" fmla="*/ 0 h 646"/>
                <a:gd name="T26" fmla="*/ 0 w 678"/>
                <a:gd name="T27" fmla="*/ 0 h 646"/>
                <a:gd name="T28" fmla="*/ 0 w 678"/>
                <a:gd name="T29" fmla="*/ 0 h 646"/>
                <a:gd name="T30" fmla="*/ 0 w 678"/>
                <a:gd name="T31" fmla="*/ 0 h 646"/>
                <a:gd name="T32" fmla="*/ 0 w 678"/>
                <a:gd name="T33" fmla="*/ 0 h 646"/>
                <a:gd name="T34" fmla="*/ 0 w 678"/>
                <a:gd name="T35" fmla="*/ 0 h 646"/>
                <a:gd name="T36" fmla="*/ 0 w 678"/>
                <a:gd name="T37" fmla="*/ 0 h 646"/>
                <a:gd name="T38" fmla="*/ 0 w 678"/>
                <a:gd name="T39" fmla="*/ 0 h 646"/>
                <a:gd name="T40" fmla="*/ 0 w 678"/>
                <a:gd name="T41" fmla="*/ 0 h 646"/>
                <a:gd name="T42" fmla="*/ 0 w 678"/>
                <a:gd name="T43" fmla="*/ 0 h 6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78" h="646">
                  <a:moveTo>
                    <a:pt x="0" y="345"/>
                  </a:moveTo>
                  <a:lnTo>
                    <a:pt x="3" y="358"/>
                  </a:lnTo>
                  <a:lnTo>
                    <a:pt x="126" y="439"/>
                  </a:lnTo>
                  <a:lnTo>
                    <a:pt x="394" y="616"/>
                  </a:lnTo>
                  <a:lnTo>
                    <a:pt x="397" y="646"/>
                  </a:lnTo>
                  <a:lnTo>
                    <a:pt x="423" y="642"/>
                  </a:lnTo>
                  <a:lnTo>
                    <a:pt x="476" y="629"/>
                  </a:lnTo>
                  <a:lnTo>
                    <a:pt x="678" y="490"/>
                  </a:lnTo>
                  <a:lnTo>
                    <a:pt x="599" y="398"/>
                  </a:lnTo>
                  <a:lnTo>
                    <a:pt x="601" y="249"/>
                  </a:lnTo>
                  <a:lnTo>
                    <a:pt x="591" y="182"/>
                  </a:lnTo>
                  <a:lnTo>
                    <a:pt x="535" y="114"/>
                  </a:lnTo>
                  <a:lnTo>
                    <a:pt x="563" y="91"/>
                  </a:lnTo>
                  <a:lnTo>
                    <a:pt x="577" y="0"/>
                  </a:lnTo>
                  <a:lnTo>
                    <a:pt x="338" y="15"/>
                  </a:lnTo>
                  <a:lnTo>
                    <a:pt x="214" y="69"/>
                  </a:lnTo>
                  <a:lnTo>
                    <a:pt x="246" y="179"/>
                  </a:lnTo>
                  <a:lnTo>
                    <a:pt x="192" y="182"/>
                  </a:lnTo>
                  <a:lnTo>
                    <a:pt x="164" y="194"/>
                  </a:lnTo>
                  <a:lnTo>
                    <a:pt x="169" y="223"/>
                  </a:lnTo>
                  <a:lnTo>
                    <a:pt x="18" y="289"/>
                  </a:lnTo>
                  <a:lnTo>
                    <a:pt x="0" y="345"/>
                  </a:lnTo>
                  <a:close/>
                </a:path>
              </a:pathLst>
            </a:custGeom>
            <a:grpFill/>
            <a:ln w="3175">
              <a:solidFill>
                <a:schemeClr val="bg1"/>
              </a:solidFill>
              <a:prstDash val="solid"/>
              <a:round/>
            </a:ln>
          </p:spPr>
          <p:txBody>
            <a:bodyPr/>
            <a:lstStyle/>
            <a:p>
              <a:endParaRPr lang="en-US" dirty="0"/>
            </a:p>
          </p:txBody>
        </p:sp>
        <p:sp>
          <p:nvSpPr>
            <p:cNvPr id="36" name="21948419586.37556.7575.755">
              <a:extLst>
                <a:ext uri="{FF2B5EF4-FFF2-40B4-BE49-F238E27FC236}">
                  <a16:creationId xmlns:a16="http://schemas.microsoft.com/office/drawing/2014/main" id="{543D2FF8-FF4E-A6D0-D9F4-D2AFE17CA742}"/>
                </a:ext>
              </a:extLst>
            </p:cNvPr>
            <p:cNvSpPr/>
            <p:nvPr>
              <p:custDataLst>
                <p:tags r:id="rId38"/>
              </p:custDataLst>
            </p:nvPr>
          </p:nvSpPr>
          <p:spPr bwMode="auto">
            <a:xfrm>
              <a:off x="4966" y="3139"/>
              <a:ext cx="438" cy="328"/>
            </a:xfrm>
            <a:custGeom>
              <a:avLst/>
              <a:gdLst>
                <a:gd name="T0" fmla="*/ 0 w 1350"/>
                <a:gd name="T1" fmla="*/ 0 h 1012"/>
                <a:gd name="T2" fmla="*/ 0 w 1350"/>
                <a:gd name="T3" fmla="*/ 0 h 1012"/>
                <a:gd name="T4" fmla="*/ 0 w 1350"/>
                <a:gd name="T5" fmla="*/ 0 h 1012"/>
                <a:gd name="T6" fmla="*/ 0 w 1350"/>
                <a:gd name="T7" fmla="*/ 0 h 1012"/>
                <a:gd name="T8" fmla="*/ 0 w 1350"/>
                <a:gd name="T9" fmla="*/ 0 h 1012"/>
                <a:gd name="T10" fmla="*/ 0 w 1350"/>
                <a:gd name="T11" fmla="*/ 0 h 1012"/>
                <a:gd name="T12" fmla="*/ 0 w 1350"/>
                <a:gd name="T13" fmla="*/ 0 h 1012"/>
                <a:gd name="T14" fmla="*/ 0 w 1350"/>
                <a:gd name="T15" fmla="*/ 0 h 1012"/>
                <a:gd name="T16" fmla="*/ 0 w 1350"/>
                <a:gd name="T17" fmla="*/ 0 h 1012"/>
                <a:gd name="T18" fmla="*/ 0 w 1350"/>
                <a:gd name="T19" fmla="*/ 0 h 1012"/>
                <a:gd name="T20" fmla="*/ 0 w 1350"/>
                <a:gd name="T21" fmla="*/ 0 h 1012"/>
                <a:gd name="T22" fmla="*/ 0 w 1350"/>
                <a:gd name="T23" fmla="*/ 0 h 1012"/>
                <a:gd name="T24" fmla="*/ 0 w 1350"/>
                <a:gd name="T25" fmla="*/ 0 h 1012"/>
                <a:gd name="T26" fmla="*/ 0 w 1350"/>
                <a:gd name="T27" fmla="*/ 0 h 1012"/>
                <a:gd name="T28" fmla="*/ 0 w 1350"/>
                <a:gd name="T29" fmla="*/ 0 h 1012"/>
                <a:gd name="T30" fmla="*/ 0 w 1350"/>
                <a:gd name="T31" fmla="*/ 0 h 1012"/>
                <a:gd name="T32" fmla="*/ 0 w 1350"/>
                <a:gd name="T33" fmla="*/ 0 h 1012"/>
                <a:gd name="T34" fmla="*/ 0 w 1350"/>
                <a:gd name="T35" fmla="*/ 0 h 1012"/>
                <a:gd name="T36" fmla="*/ 0 w 1350"/>
                <a:gd name="T37" fmla="*/ 0 h 1012"/>
                <a:gd name="T38" fmla="*/ 0 w 1350"/>
                <a:gd name="T39" fmla="*/ 0 h 1012"/>
                <a:gd name="T40" fmla="*/ 0 w 1350"/>
                <a:gd name="T41" fmla="*/ 0 h 1012"/>
                <a:gd name="T42" fmla="*/ 0 w 1350"/>
                <a:gd name="T43" fmla="*/ 0 h 1012"/>
                <a:gd name="T44" fmla="*/ 0 w 1350"/>
                <a:gd name="T45" fmla="*/ 0 h 1012"/>
                <a:gd name="T46" fmla="*/ 0 w 1350"/>
                <a:gd name="T47" fmla="*/ 0 h 1012"/>
                <a:gd name="T48" fmla="*/ 0 w 1350"/>
                <a:gd name="T49" fmla="*/ 0 h 1012"/>
                <a:gd name="T50" fmla="*/ 0 w 1350"/>
                <a:gd name="T51" fmla="*/ 0 h 1012"/>
                <a:gd name="T52" fmla="*/ 0 w 1350"/>
                <a:gd name="T53" fmla="*/ 0 h 1012"/>
                <a:gd name="T54" fmla="*/ 0 w 1350"/>
                <a:gd name="T55" fmla="*/ 0 h 1012"/>
                <a:gd name="T56" fmla="*/ 0 w 1350"/>
                <a:gd name="T57" fmla="*/ 0 h 1012"/>
                <a:gd name="T58" fmla="*/ 0 w 1350"/>
                <a:gd name="T59" fmla="*/ 0 h 1012"/>
                <a:gd name="T60" fmla="*/ 0 w 1350"/>
                <a:gd name="T61" fmla="*/ 0 h 1012"/>
                <a:gd name="T62" fmla="*/ 0 w 1350"/>
                <a:gd name="T63" fmla="*/ 0 h 1012"/>
                <a:gd name="T64" fmla="*/ 0 w 1350"/>
                <a:gd name="T65" fmla="*/ 0 h 101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350" h="1012">
                  <a:moveTo>
                    <a:pt x="0" y="534"/>
                  </a:moveTo>
                  <a:lnTo>
                    <a:pt x="24" y="542"/>
                  </a:lnTo>
                  <a:lnTo>
                    <a:pt x="10" y="512"/>
                  </a:lnTo>
                  <a:lnTo>
                    <a:pt x="36" y="528"/>
                  </a:lnTo>
                  <a:lnTo>
                    <a:pt x="9" y="470"/>
                  </a:lnTo>
                  <a:lnTo>
                    <a:pt x="27" y="381"/>
                  </a:lnTo>
                  <a:lnTo>
                    <a:pt x="35" y="404"/>
                  </a:lnTo>
                  <a:lnTo>
                    <a:pt x="119" y="334"/>
                  </a:lnTo>
                  <a:lnTo>
                    <a:pt x="259" y="301"/>
                  </a:lnTo>
                  <a:lnTo>
                    <a:pt x="307" y="249"/>
                  </a:lnTo>
                  <a:lnTo>
                    <a:pt x="306" y="216"/>
                  </a:lnTo>
                  <a:lnTo>
                    <a:pt x="325" y="191"/>
                  </a:lnTo>
                  <a:lnTo>
                    <a:pt x="345" y="231"/>
                  </a:lnTo>
                  <a:lnTo>
                    <a:pt x="345" y="187"/>
                  </a:lnTo>
                  <a:lnTo>
                    <a:pt x="377" y="197"/>
                  </a:lnTo>
                  <a:lnTo>
                    <a:pt x="378" y="164"/>
                  </a:lnTo>
                  <a:lnTo>
                    <a:pt x="429" y="114"/>
                  </a:lnTo>
                  <a:lnTo>
                    <a:pt x="483" y="117"/>
                  </a:lnTo>
                  <a:lnTo>
                    <a:pt x="494" y="166"/>
                  </a:lnTo>
                  <a:lnTo>
                    <a:pt x="514" y="138"/>
                  </a:lnTo>
                  <a:lnTo>
                    <a:pt x="554" y="154"/>
                  </a:lnTo>
                  <a:lnTo>
                    <a:pt x="539" y="121"/>
                  </a:lnTo>
                  <a:lnTo>
                    <a:pt x="571" y="69"/>
                  </a:lnTo>
                  <a:lnTo>
                    <a:pt x="650" y="48"/>
                  </a:lnTo>
                  <a:lnTo>
                    <a:pt x="630" y="14"/>
                  </a:lnTo>
                  <a:lnTo>
                    <a:pt x="782" y="56"/>
                  </a:lnTo>
                  <a:lnTo>
                    <a:pt x="749" y="146"/>
                  </a:lnTo>
                  <a:lnTo>
                    <a:pt x="902" y="239"/>
                  </a:lnTo>
                  <a:lnTo>
                    <a:pt x="939" y="202"/>
                  </a:lnTo>
                  <a:lnTo>
                    <a:pt x="956" y="47"/>
                  </a:lnTo>
                  <a:lnTo>
                    <a:pt x="993" y="0"/>
                  </a:lnTo>
                  <a:lnTo>
                    <a:pt x="1024" y="120"/>
                  </a:lnTo>
                  <a:lnTo>
                    <a:pt x="1076" y="146"/>
                  </a:lnTo>
                  <a:lnTo>
                    <a:pt x="1111" y="283"/>
                  </a:lnTo>
                  <a:lnTo>
                    <a:pt x="1193" y="327"/>
                  </a:lnTo>
                  <a:lnTo>
                    <a:pt x="1222" y="404"/>
                  </a:lnTo>
                  <a:lnTo>
                    <a:pt x="1254" y="399"/>
                  </a:lnTo>
                  <a:lnTo>
                    <a:pt x="1261" y="440"/>
                  </a:lnTo>
                  <a:lnTo>
                    <a:pt x="1328" y="499"/>
                  </a:lnTo>
                  <a:lnTo>
                    <a:pt x="1350" y="607"/>
                  </a:lnTo>
                  <a:lnTo>
                    <a:pt x="1335" y="710"/>
                  </a:lnTo>
                  <a:lnTo>
                    <a:pt x="1274" y="799"/>
                  </a:lnTo>
                  <a:lnTo>
                    <a:pt x="1232" y="950"/>
                  </a:lnTo>
                  <a:lnTo>
                    <a:pt x="1156" y="967"/>
                  </a:lnTo>
                  <a:lnTo>
                    <a:pt x="1109" y="994"/>
                  </a:lnTo>
                  <a:lnTo>
                    <a:pt x="1112" y="1012"/>
                  </a:lnTo>
                  <a:lnTo>
                    <a:pt x="1064" y="961"/>
                  </a:lnTo>
                  <a:lnTo>
                    <a:pt x="1012" y="999"/>
                  </a:lnTo>
                  <a:lnTo>
                    <a:pt x="949" y="982"/>
                  </a:lnTo>
                  <a:lnTo>
                    <a:pt x="898" y="945"/>
                  </a:lnTo>
                  <a:lnTo>
                    <a:pt x="874" y="868"/>
                  </a:lnTo>
                  <a:lnTo>
                    <a:pt x="836" y="878"/>
                  </a:lnTo>
                  <a:lnTo>
                    <a:pt x="835" y="827"/>
                  </a:lnTo>
                  <a:lnTo>
                    <a:pt x="822" y="860"/>
                  </a:lnTo>
                  <a:lnTo>
                    <a:pt x="795" y="861"/>
                  </a:lnTo>
                  <a:lnTo>
                    <a:pt x="824" y="762"/>
                  </a:lnTo>
                  <a:lnTo>
                    <a:pt x="765" y="856"/>
                  </a:lnTo>
                  <a:lnTo>
                    <a:pt x="737" y="836"/>
                  </a:lnTo>
                  <a:lnTo>
                    <a:pt x="707" y="763"/>
                  </a:lnTo>
                  <a:lnTo>
                    <a:pt x="608" y="722"/>
                  </a:lnTo>
                  <a:lnTo>
                    <a:pt x="428" y="754"/>
                  </a:lnTo>
                  <a:lnTo>
                    <a:pt x="354" y="807"/>
                  </a:lnTo>
                  <a:lnTo>
                    <a:pt x="230" y="812"/>
                  </a:lnTo>
                  <a:lnTo>
                    <a:pt x="160" y="858"/>
                  </a:lnTo>
                  <a:lnTo>
                    <a:pt x="66" y="825"/>
                  </a:lnTo>
                  <a:lnTo>
                    <a:pt x="87" y="728"/>
                  </a:lnTo>
                  <a:lnTo>
                    <a:pt x="0" y="534"/>
                  </a:lnTo>
                  <a:close/>
                </a:path>
              </a:pathLst>
            </a:custGeom>
            <a:grpFill/>
            <a:ln w="3175">
              <a:solidFill>
                <a:schemeClr val="bg1"/>
              </a:solidFill>
              <a:prstDash val="solid"/>
              <a:round/>
            </a:ln>
          </p:spPr>
          <p:txBody>
            <a:bodyPr/>
            <a:lstStyle/>
            <a:p>
              <a:endParaRPr lang="en-US" dirty="0"/>
            </a:p>
          </p:txBody>
        </p:sp>
        <p:sp>
          <p:nvSpPr>
            <p:cNvPr id="37" name="21949479.125645.756.56.6255">
              <a:extLst>
                <a:ext uri="{FF2B5EF4-FFF2-40B4-BE49-F238E27FC236}">
                  <a16:creationId xmlns:a16="http://schemas.microsoft.com/office/drawing/2014/main" id="{C6D64459-8A41-F640-94CB-684788E4EA05}"/>
                </a:ext>
              </a:extLst>
            </p:cNvPr>
            <p:cNvSpPr/>
            <p:nvPr>
              <p:custDataLst>
                <p:tags r:id="rId39"/>
              </p:custDataLst>
            </p:nvPr>
          </p:nvSpPr>
          <p:spPr bwMode="auto">
            <a:xfrm>
              <a:off x="5309" y="3486"/>
              <a:ext cx="38" cy="38"/>
            </a:xfrm>
            <a:custGeom>
              <a:avLst/>
              <a:gdLst>
                <a:gd name="T0" fmla="*/ 0 w 116"/>
                <a:gd name="T1" fmla="*/ 0 h 115"/>
                <a:gd name="T2" fmla="*/ 0 w 116"/>
                <a:gd name="T3" fmla="*/ 0 h 115"/>
                <a:gd name="T4" fmla="*/ 0 w 116"/>
                <a:gd name="T5" fmla="*/ 0 h 115"/>
                <a:gd name="T6" fmla="*/ 0 w 116"/>
                <a:gd name="T7" fmla="*/ 0 h 115"/>
                <a:gd name="T8" fmla="*/ 0 w 116"/>
                <a:gd name="T9" fmla="*/ 0 h 115"/>
                <a:gd name="T10" fmla="*/ 0 w 116"/>
                <a:gd name="T11" fmla="*/ 0 h 115"/>
                <a:gd name="T12" fmla="*/ 0 w 116"/>
                <a:gd name="T13" fmla="*/ 0 h 115"/>
                <a:gd name="T14" fmla="*/ 0 w 116"/>
                <a:gd name="T15" fmla="*/ 0 h 115"/>
                <a:gd name="T16" fmla="*/ 0 w 116"/>
                <a:gd name="T17" fmla="*/ 0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 h="115">
                  <a:moveTo>
                    <a:pt x="0" y="20"/>
                  </a:moveTo>
                  <a:lnTo>
                    <a:pt x="1" y="0"/>
                  </a:lnTo>
                  <a:lnTo>
                    <a:pt x="60" y="17"/>
                  </a:lnTo>
                  <a:lnTo>
                    <a:pt x="105" y="3"/>
                  </a:lnTo>
                  <a:lnTo>
                    <a:pt x="116" y="31"/>
                  </a:lnTo>
                  <a:lnTo>
                    <a:pt x="116" y="65"/>
                  </a:lnTo>
                  <a:lnTo>
                    <a:pt x="72" y="115"/>
                  </a:lnTo>
                  <a:lnTo>
                    <a:pt x="42" y="112"/>
                  </a:lnTo>
                  <a:lnTo>
                    <a:pt x="0" y="20"/>
                  </a:lnTo>
                  <a:close/>
                </a:path>
              </a:pathLst>
            </a:custGeom>
            <a:grpFill/>
            <a:ln w="3175">
              <a:solidFill>
                <a:schemeClr val="bg1"/>
              </a:solidFill>
              <a:prstDash val="solid"/>
              <a:round/>
            </a:ln>
          </p:spPr>
          <p:txBody>
            <a:bodyPr/>
            <a:lstStyle/>
            <a:p>
              <a:endParaRPr lang="en-US" dirty="0"/>
            </a:p>
          </p:txBody>
        </p:sp>
        <p:sp>
          <p:nvSpPr>
            <p:cNvPr id="38" name="21950300.125392.255.37514.3755">
              <a:extLst>
                <a:ext uri="{FF2B5EF4-FFF2-40B4-BE49-F238E27FC236}">
                  <a16:creationId xmlns:a16="http://schemas.microsoft.com/office/drawing/2014/main" id="{F3541664-31C0-09B3-E798-53D7B6C9BE04}"/>
                </a:ext>
              </a:extLst>
            </p:cNvPr>
            <p:cNvSpPr/>
            <p:nvPr>
              <p:custDataLst>
                <p:tags r:id="rId40"/>
              </p:custDataLst>
            </p:nvPr>
          </p:nvSpPr>
          <p:spPr bwMode="auto">
            <a:xfrm>
              <a:off x="3843" y="2451"/>
              <a:ext cx="83" cy="31"/>
            </a:xfrm>
            <a:custGeom>
              <a:avLst/>
              <a:gdLst>
                <a:gd name="T0" fmla="*/ 0 w 256"/>
                <a:gd name="T1" fmla="*/ 0 h 98"/>
                <a:gd name="T2" fmla="*/ 0 w 256"/>
                <a:gd name="T3" fmla="*/ 0 h 98"/>
                <a:gd name="T4" fmla="*/ 0 w 256"/>
                <a:gd name="T5" fmla="*/ 0 h 98"/>
                <a:gd name="T6" fmla="*/ 0 w 256"/>
                <a:gd name="T7" fmla="*/ 0 h 98"/>
                <a:gd name="T8" fmla="*/ 0 w 256"/>
                <a:gd name="T9" fmla="*/ 0 h 98"/>
                <a:gd name="T10" fmla="*/ 0 w 256"/>
                <a:gd name="T11" fmla="*/ 0 h 98"/>
                <a:gd name="T12" fmla="*/ 0 w 256"/>
                <a:gd name="T13" fmla="*/ 0 h 98"/>
                <a:gd name="T14" fmla="*/ 0 w 256"/>
                <a:gd name="T15" fmla="*/ 0 h 98"/>
                <a:gd name="T16" fmla="*/ 0 w 256"/>
                <a:gd name="T17" fmla="*/ 0 h 98"/>
                <a:gd name="T18" fmla="*/ 0 w 256"/>
                <a:gd name="T19" fmla="*/ 0 h 98"/>
                <a:gd name="T20" fmla="*/ 0 w 256"/>
                <a:gd name="T21" fmla="*/ 0 h 98"/>
                <a:gd name="T22" fmla="*/ 0 w 256"/>
                <a:gd name="T23" fmla="*/ 0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6" h="98">
                  <a:moveTo>
                    <a:pt x="0" y="55"/>
                  </a:moveTo>
                  <a:lnTo>
                    <a:pt x="4" y="59"/>
                  </a:lnTo>
                  <a:lnTo>
                    <a:pt x="5" y="77"/>
                  </a:lnTo>
                  <a:lnTo>
                    <a:pt x="33" y="81"/>
                  </a:lnTo>
                  <a:lnTo>
                    <a:pt x="85" y="72"/>
                  </a:lnTo>
                  <a:lnTo>
                    <a:pt x="142" y="98"/>
                  </a:lnTo>
                  <a:lnTo>
                    <a:pt x="221" y="80"/>
                  </a:lnTo>
                  <a:lnTo>
                    <a:pt x="256" y="30"/>
                  </a:lnTo>
                  <a:lnTo>
                    <a:pt x="242" y="0"/>
                  </a:lnTo>
                  <a:lnTo>
                    <a:pt x="143" y="1"/>
                  </a:lnTo>
                  <a:lnTo>
                    <a:pt x="113" y="54"/>
                  </a:lnTo>
                  <a:lnTo>
                    <a:pt x="0" y="55"/>
                  </a:lnTo>
                  <a:close/>
                </a:path>
              </a:pathLst>
            </a:custGeom>
            <a:grpFill/>
            <a:ln w="3175">
              <a:solidFill>
                <a:schemeClr val="bg1"/>
              </a:solidFill>
              <a:prstDash val="solid"/>
              <a:round/>
            </a:ln>
          </p:spPr>
          <p:txBody>
            <a:bodyPr/>
            <a:lstStyle/>
            <a:p>
              <a:endParaRPr lang="en-US" dirty="0"/>
            </a:p>
          </p:txBody>
        </p:sp>
        <p:sp>
          <p:nvSpPr>
            <p:cNvPr id="39" name="21951348.375539.12511.12595">
              <a:extLst>
                <a:ext uri="{FF2B5EF4-FFF2-40B4-BE49-F238E27FC236}">
                  <a16:creationId xmlns:a16="http://schemas.microsoft.com/office/drawing/2014/main" id="{F1E42B3C-19C1-7D78-919E-B8084938DC48}"/>
                </a:ext>
              </a:extLst>
            </p:cNvPr>
            <p:cNvSpPr/>
            <p:nvPr>
              <p:custDataLst>
                <p:tags r:id="rId41"/>
              </p:custDataLst>
            </p:nvPr>
          </p:nvSpPr>
          <p:spPr bwMode="auto">
            <a:xfrm>
              <a:off x="4692" y="2730"/>
              <a:ext cx="52" cy="64"/>
            </a:xfrm>
            <a:custGeom>
              <a:avLst/>
              <a:gdLst>
                <a:gd name="T0" fmla="*/ 0 w 159"/>
                <a:gd name="T1" fmla="*/ 0 h 198"/>
                <a:gd name="T2" fmla="*/ 0 w 159"/>
                <a:gd name="T3" fmla="*/ 0 h 198"/>
                <a:gd name="T4" fmla="*/ 0 w 159"/>
                <a:gd name="T5" fmla="*/ 0 h 198"/>
                <a:gd name="T6" fmla="*/ 0 w 159"/>
                <a:gd name="T7" fmla="*/ 0 h 198"/>
                <a:gd name="T8" fmla="*/ 0 w 159"/>
                <a:gd name="T9" fmla="*/ 0 h 198"/>
                <a:gd name="T10" fmla="*/ 0 w 159"/>
                <a:gd name="T11" fmla="*/ 0 h 198"/>
                <a:gd name="T12" fmla="*/ 0 w 159"/>
                <a:gd name="T13" fmla="*/ 0 h 198"/>
                <a:gd name="T14" fmla="*/ 0 w 159"/>
                <a:gd name="T15" fmla="*/ 0 h 198"/>
                <a:gd name="T16" fmla="*/ 0 w 159"/>
                <a:gd name="T17" fmla="*/ 0 h 198"/>
                <a:gd name="T18" fmla="*/ 0 w 159"/>
                <a:gd name="T19" fmla="*/ 0 h 198"/>
                <a:gd name="T20" fmla="*/ 0 w 159"/>
                <a:gd name="T21" fmla="*/ 0 h 198"/>
                <a:gd name="T22" fmla="*/ 0 w 159"/>
                <a:gd name="T23" fmla="*/ 0 h 198"/>
                <a:gd name="T24" fmla="*/ 0 w 159"/>
                <a:gd name="T25" fmla="*/ 0 h 198"/>
                <a:gd name="T26" fmla="*/ 0 w 159"/>
                <a:gd name="T27" fmla="*/ 0 h 198"/>
                <a:gd name="T28" fmla="*/ 0 w 159"/>
                <a:gd name="T29" fmla="*/ 0 h 198"/>
                <a:gd name="T30" fmla="*/ 0 w 159"/>
                <a:gd name="T31" fmla="*/ 0 h 198"/>
                <a:gd name="T32" fmla="*/ 0 w 159"/>
                <a:gd name="T33" fmla="*/ 0 h 1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9" h="198">
                  <a:moveTo>
                    <a:pt x="0" y="59"/>
                  </a:moveTo>
                  <a:lnTo>
                    <a:pt x="22" y="80"/>
                  </a:lnTo>
                  <a:lnTo>
                    <a:pt x="34" y="172"/>
                  </a:lnTo>
                  <a:lnTo>
                    <a:pt x="74" y="166"/>
                  </a:lnTo>
                  <a:lnTo>
                    <a:pt x="98" y="126"/>
                  </a:lnTo>
                  <a:lnTo>
                    <a:pt x="126" y="135"/>
                  </a:lnTo>
                  <a:lnTo>
                    <a:pt x="146" y="198"/>
                  </a:lnTo>
                  <a:lnTo>
                    <a:pt x="159" y="162"/>
                  </a:lnTo>
                  <a:lnTo>
                    <a:pt x="142" y="97"/>
                  </a:lnTo>
                  <a:lnTo>
                    <a:pt x="126" y="122"/>
                  </a:lnTo>
                  <a:lnTo>
                    <a:pt x="106" y="91"/>
                  </a:lnTo>
                  <a:lnTo>
                    <a:pt x="144" y="51"/>
                  </a:lnTo>
                  <a:lnTo>
                    <a:pt x="69" y="45"/>
                  </a:lnTo>
                  <a:lnTo>
                    <a:pt x="21" y="0"/>
                  </a:lnTo>
                  <a:lnTo>
                    <a:pt x="5" y="25"/>
                  </a:lnTo>
                  <a:lnTo>
                    <a:pt x="23" y="45"/>
                  </a:lnTo>
                  <a:lnTo>
                    <a:pt x="0" y="59"/>
                  </a:lnTo>
                  <a:close/>
                </a:path>
              </a:pathLst>
            </a:custGeom>
            <a:grpFill/>
            <a:ln w="3175">
              <a:solidFill>
                <a:schemeClr val="bg1"/>
              </a:solidFill>
              <a:prstDash val="solid"/>
              <a:round/>
            </a:ln>
          </p:spPr>
          <p:txBody>
            <a:bodyPr/>
            <a:lstStyle/>
            <a:p>
              <a:endParaRPr lang="en-US" dirty="0"/>
            </a:p>
          </p:txBody>
        </p:sp>
        <p:sp>
          <p:nvSpPr>
            <p:cNvPr id="40" name="21952293.625379.8754.565">
              <a:extLst>
                <a:ext uri="{FF2B5EF4-FFF2-40B4-BE49-F238E27FC236}">
                  <a16:creationId xmlns:a16="http://schemas.microsoft.com/office/drawing/2014/main" id="{B0AA8C42-3A2A-5E9F-386A-815411925698}"/>
                </a:ext>
              </a:extLst>
            </p:cNvPr>
            <p:cNvSpPr/>
            <p:nvPr>
              <p:custDataLst>
                <p:tags r:id="rId42"/>
              </p:custDataLst>
            </p:nvPr>
          </p:nvSpPr>
          <p:spPr bwMode="auto">
            <a:xfrm>
              <a:off x="3771" y="2413"/>
              <a:ext cx="35" cy="26"/>
            </a:xfrm>
            <a:custGeom>
              <a:avLst/>
              <a:gdLst>
                <a:gd name="T0" fmla="*/ 0 w 109"/>
                <a:gd name="T1" fmla="*/ 0 h 78"/>
                <a:gd name="T2" fmla="*/ 0 w 109"/>
                <a:gd name="T3" fmla="*/ 0 h 78"/>
                <a:gd name="T4" fmla="*/ 0 w 109"/>
                <a:gd name="T5" fmla="*/ 0 h 78"/>
                <a:gd name="T6" fmla="*/ 0 w 109"/>
                <a:gd name="T7" fmla="*/ 0 h 78"/>
                <a:gd name="T8" fmla="*/ 0 w 109"/>
                <a:gd name="T9" fmla="*/ 0 h 78"/>
                <a:gd name="T10" fmla="*/ 0 w 109"/>
                <a:gd name="T11" fmla="*/ 0 h 78"/>
                <a:gd name="T12" fmla="*/ 0 w 109"/>
                <a:gd name="T13" fmla="*/ 0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9" h="78">
                  <a:moveTo>
                    <a:pt x="0" y="15"/>
                  </a:moveTo>
                  <a:lnTo>
                    <a:pt x="25" y="4"/>
                  </a:lnTo>
                  <a:lnTo>
                    <a:pt x="73" y="0"/>
                  </a:lnTo>
                  <a:lnTo>
                    <a:pt x="106" y="32"/>
                  </a:lnTo>
                  <a:lnTo>
                    <a:pt x="109" y="56"/>
                  </a:lnTo>
                  <a:lnTo>
                    <a:pt x="96" y="78"/>
                  </a:lnTo>
                  <a:lnTo>
                    <a:pt x="0" y="15"/>
                  </a:lnTo>
                  <a:close/>
                </a:path>
              </a:pathLst>
            </a:custGeom>
            <a:grpFill/>
            <a:ln w="3175">
              <a:solidFill>
                <a:schemeClr val="bg1"/>
              </a:solidFill>
              <a:prstDash val="solid"/>
              <a:round/>
            </a:ln>
          </p:spPr>
          <p:txBody>
            <a:bodyPr/>
            <a:lstStyle/>
            <a:p>
              <a:endParaRPr lang="en-US" dirty="0"/>
            </a:p>
          </p:txBody>
        </p:sp>
        <p:sp>
          <p:nvSpPr>
            <p:cNvPr id="41" name="21953344.8755413.255.755">
              <a:extLst>
                <a:ext uri="{FF2B5EF4-FFF2-40B4-BE49-F238E27FC236}">
                  <a16:creationId xmlns:a16="http://schemas.microsoft.com/office/drawing/2014/main" id="{A0BA8046-16CB-9FB2-DD43-B8028A6C320B}"/>
                </a:ext>
              </a:extLst>
            </p:cNvPr>
            <p:cNvSpPr/>
            <p:nvPr>
              <p:custDataLst>
                <p:tags r:id="rId43"/>
              </p:custDataLst>
            </p:nvPr>
          </p:nvSpPr>
          <p:spPr bwMode="auto">
            <a:xfrm>
              <a:off x="4703" y="2710"/>
              <a:ext cx="33" cy="19"/>
            </a:xfrm>
            <a:custGeom>
              <a:avLst/>
              <a:gdLst>
                <a:gd name="T0" fmla="*/ 0 w 102"/>
                <a:gd name="T1" fmla="*/ 0 h 56"/>
                <a:gd name="T2" fmla="*/ 0 w 102"/>
                <a:gd name="T3" fmla="*/ 0 h 56"/>
                <a:gd name="T4" fmla="*/ 0 w 102"/>
                <a:gd name="T5" fmla="*/ 0 h 56"/>
                <a:gd name="T6" fmla="*/ 0 w 102"/>
                <a:gd name="T7" fmla="*/ 0 h 56"/>
                <a:gd name="T8" fmla="*/ 0 w 102"/>
                <a:gd name="T9" fmla="*/ 0 h 56"/>
                <a:gd name="T10" fmla="*/ 0 w 102"/>
                <a:gd name="T11" fmla="*/ 0 h 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2" h="56">
                  <a:moveTo>
                    <a:pt x="0" y="34"/>
                  </a:moveTo>
                  <a:lnTo>
                    <a:pt x="14" y="56"/>
                  </a:lnTo>
                  <a:lnTo>
                    <a:pt x="102" y="47"/>
                  </a:lnTo>
                  <a:lnTo>
                    <a:pt x="97" y="16"/>
                  </a:lnTo>
                  <a:lnTo>
                    <a:pt x="33" y="0"/>
                  </a:lnTo>
                  <a:lnTo>
                    <a:pt x="0" y="34"/>
                  </a:lnTo>
                  <a:close/>
                </a:path>
              </a:pathLst>
            </a:custGeom>
            <a:grpFill/>
            <a:ln w="3175">
              <a:solidFill>
                <a:schemeClr val="bg1"/>
              </a:solidFill>
              <a:prstDash val="solid"/>
              <a:round/>
            </a:ln>
          </p:spPr>
          <p:txBody>
            <a:bodyPr/>
            <a:lstStyle/>
            <a:p>
              <a:endParaRPr lang="en-US" dirty="0"/>
            </a:p>
          </p:txBody>
        </p:sp>
        <p:sp>
          <p:nvSpPr>
            <p:cNvPr id="42" name="21954416.875243.87525.522.55">
              <a:extLst>
                <a:ext uri="{FF2B5EF4-FFF2-40B4-BE49-F238E27FC236}">
                  <a16:creationId xmlns:a16="http://schemas.microsoft.com/office/drawing/2014/main" id="{D3E86517-A876-05CB-3FF1-EB45DC631766}"/>
                </a:ext>
              </a:extLst>
            </p:cNvPr>
            <p:cNvSpPr/>
            <p:nvPr>
              <p:custDataLst>
                <p:tags r:id="rId44"/>
              </p:custDataLst>
            </p:nvPr>
          </p:nvSpPr>
          <p:spPr bwMode="auto">
            <a:xfrm>
              <a:off x="2984" y="3126"/>
              <a:ext cx="130" cy="148"/>
            </a:xfrm>
            <a:custGeom>
              <a:avLst/>
              <a:gdLst>
                <a:gd name="T0" fmla="*/ 0 w 399"/>
                <a:gd name="T1" fmla="*/ 0 h 452"/>
                <a:gd name="T2" fmla="*/ 0 w 399"/>
                <a:gd name="T3" fmla="*/ 0 h 452"/>
                <a:gd name="T4" fmla="*/ 0 w 399"/>
                <a:gd name="T5" fmla="*/ 0 h 452"/>
                <a:gd name="T6" fmla="*/ 0 w 399"/>
                <a:gd name="T7" fmla="*/ 0 h 452"/>
                <a:gd name="T8" fmla="*/ 0 w 399"/>
                <a:gd name="T9" fmla="*/ 0 h 452"/>
                <a:gd name="T10" fmla="*/ 0 w 399"/>
                <a:gd name="T11" fmla="*/ 0 h 452"/>
                <a:gd name="T12" fmla="*/ 0 w 399"/>
                <a:gd name="T13" fmla="*/ 0 h 452"/>
                <a:gd name="T14" fmla="*/ 0 w 399"/>
                <a:gd name="T15" fmla="*/ 0 h 452"/>
                <a:gd name="T16" fmla="*/ 0 w 399"/>
                <a:gd name="T17" fmla="*/ 0 h 452"/>
                <a:gd name="T18" fmla="*/ 0 w 399"/>
                <a:gd name="T19" fmla="*/ 0 h 452"/>
                <a:gd name="T20" fmla="*/ 0 w 399"/>
                <a:gd name="T21" fmla="*/ 0 h 452"/>
                <a:gd name="T22" fmla="*/ 0 w 399"/>
                <a:gd name="T23" fmla="*/ 0 h 452"/>
                <a:gd name="T24" fmla="*/ 0 w 399"/>
                <a:gd name="T25" fmla="*/ 0 h 452"/>
                <a:gd name="T26" fmla="*/ 0 w 399"/>
                <a:gd name="T27" fmla="*/ 0 h 452"/>
                <a:gd name="T28" fmla="*/ 0 w 399"/>
                <a:gd name="T29" fmla="*/ 0 h 452"/>
                <a:gd name="T30" fmla="*/ 0 w 399"/>
                <a:gd name="T31" fmla="*/ 0 h 452"/>
                <a:gd name="T32" fmla="*/ 0 w 399"/>
                <a:gd name="T33" fmla="*/ 0 h 452"/>
                <a:gd name="T34" fmla="*/ 0 w 399"/>
                <a:gd name="T35" fmla="*/ 0 h 452"/>
                <a:gd name="T36" fmla="*/ 0 w 399"/>
                <a:gd name="T37" fmla="*/ 0 h 452"/>
                <a:gd name="T38" fmla="*/ 0 w 399"/>
                <a:gd name="T39" fmla="*/ 0 h 452"/>
                <a:gd name="T40" fmla="*/ 0 w 399"/>
                <a:gd name="T41" fmla="*/ 0 h 452"/>
                <a:gd name="T42" fmla="*/ 0 w 399"/>
                <a:gd name="T43" fmla="*/ 0 h 452"/>
                <a:gd name="T44" fmla="*/ 0 w 399"/>
                <a:gd name="T45" fmla="*/ 0 h 452"/>
                <a:gd name="T46" fmla="*/ 0 w 399"/>
                <a:gd name="T47" fmla="*/ 0 h 4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99" h="452">
                  <a:moveTo>
                    <a:pt x="0" y="45"/>
                  </a:moveTo>
                  <a:lnTo>
                    <a:pt x="30" y="93"/>
                  </a:lnTo>
                  <a:lnTo>
                    <a:pt x="9" y="197"/>
                  </a:lnTo>
                  <a:lnTo>
                    <a:pt x="30" y="208"/>
                  </a:lnTo>
                  <a:lnTo>
                    <a:pt x="20" y="223"/>
                  </a:lnTo>
                  <a:lnTo>
                    <a:pt x="2" y="265"/>
                  </a:lnTo>
                  <a:lnTo>
                    <a:pt x="37" y="326"/>
                  </a:lnTo>
                  <a:lnTo>
                    <a:pt x="57" y="450"/>
                  </a:lnTo>
                  <a:lnTo>
                    <a:pt x="81" y="452"/>
                  </a:lnTo>
                  <a:lnTo>
                    <a:pt x="116" y="414"/>
                  </a:lnTo>
                  <a:lnTo>
                    <a:pt x="178" y="445"/>
                  </a:lnTo>
                  <a:lnTo>
                    <a:pt x="182" y="423"/>
                  </a:lnTo>
                  <a:lnTo>
                    <a:pt x="236" y="432"/>
                  </a:lnTo>
                  <a:lnTo>
                    <a:pt x="257" y="342"/>
                  </a:lnTo>
                  <a:lnTo>
                    <a:pt x="354" y="326"/>
                  </a:lnTo>
                  <a:lnTo>
                    <a:pt x="387" y="356"/>
                  </a:lnTo>
                  <a:lnTo>
                    <a:pt x="399" y="287"/>
                  </a:lnTo>
                  <a:lnTo>
                    <a:pt x="378" y="228"/>
                  </a:lnTo>
                  <a:lnTo>
                    <a:pt x="321" y="224"/>
                  </a:lnTo>
                  <a:lnTo>
                    <a:pt x="298" y="135"/>
                  </a:lnTo>
                  <a:lnTo>
                    <a:pt x="149" y="75"/>
                  </a:lnTo>
                  <a:lnTo>
                    <a:pt x="141" y="0"/>
                  </a:lnTo>
                  <a:lnTo>
                    <a:pt x="41" y="48"/>
                  </a:lnTo>
                  <a:lnTo>
                    <a:pt x="0" y="45"/>
                  </a:lnTo>
                  <a:close/>
                </a:path>
              </a:pathLst>
            </a:custGeom>
            <a:grpFill/>
            <a:ln w="3175">
              <a:solidFill>
                <a:schemeClr val="bg1"/>
              </a:solidFill>
              <a:prstDash val="solid"/>
              <a:round/>
            </a:ln>
          </p:spPr>
          <p:txBody>
            <a:bodyPr/>
            <a:lstStyle/>
            <a:p>
              <a:endParaRPr lang="en-US" dirty="0"/>
            </a:p>
          </p:txBody>
        </p:sp>
        <p:sp>
          <p:nvSpPr>
            <p:cNvPr id="43" name="21955364.125207.551.3755">
              <a:extLst>
                <a:ext uri="{FF2B5EF4-FFF2-40B4-BE49-F238E27FC236}">
                  <a16:creationId xmlns:a16="http://schemas.microsoft.com/office/drawing/2014/main" id="{6C5A87FC-AA78-E455-00A8-CC72452ECDA5}"/>
                </a:ext>
              </a:extLst>
            </p:cNvPr>
            <p:cNvSpPr/>
            <p:nvPr>
              <p:custDataLst>
                <p:tags r:id="rId45"/>
              </p:custDataLst>
            </p:nvPr>
          </p:nvSpPr>
          <p:spPr bwMode="auto">
            <a:xfrm>
              <a:off x="2774" y="2821"/>
              <a:ext cx="8" cy="29"/>
            </a:xfrm>
            <a:custGeom>
              <a:avLst/>
              <a:gdLst>
                <a:gd name="T0" fmla="*/ 0 w 28"/>
                <a:gd name="T1" fmla="*/ 0 h 88"/>
                <a:gd name="T2" fmla="*/ 0 w 28"/>
                <a:gd name="T3" fmla="*/ 0 h 88"/>
                <a:gd name="T4" fmla="*/ 0 w 28"/>
                <a:gd name="T5" fmla="*/ 0 h 88"/>
                <a:gd name="T6" fmla="*/ 0 w 28"/>
                <a:gd name="T7" fmla="*/ 0 h 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88">
                  <a:moveTo>
                    <a:pt x="0" y="20"/>
                  </a:moveTo>
                  <a:lnTo>
                    <a:pt x="11" y="88"/>
                  </a:lnTo>
                  <a:lnTo>
                    <a:pt x="28" y="0"/>
                  </a:lnTo>
                  <a:lnTo>
                    <a:pt x="0" y="20"/>
                  </a:lnTo>
                  <a:close/>
                </a:path>
              </a:pathLst>
            </a:custGeom>
            <a:grpFill/>
            <a:ln w="3175">
              <a:solidFill>
                <a:schemeClr val="bg1"/>
              </a:solidFill>
              <a:prstDash val="solid"/>
              <a:round/>
            </a:ln>
          </p:spPr>
          <p:txBody>
            <a:bodyPr/>
            <a:lstStyle/>
            <a:p>
              <a:endParaRPr lang="en-US" dirty="0"/>
            </a:p>
          </p:txBody>
        </p:sp>
        <p:sp>
          <p:nvSpPr>
            <p:cNvPr id="44" name="21956389.5588.12522.255">
              <a:extLst>
                <a:ext uri="{FF2B5EF4-FFF2-40B4-BE49-F238E27FC236}">
                  <a16:creationId xmlns:a16="http://schemas.microsoft.com/office/drawing/2014/main" id="{E39B8ED4-7D1A-5749-67BB-3E31DF8B3F28}"/>
                </a:ext>
              </a:extLst>
            </p:cNvPr>
            <p:cNvSpPr/>
            <p:nvPr>
              <p:custDataLst>
                <p:tags r:id="rId46"/>
              </p:custDataLst>
            </p:nvPr>
          </p:nvSpPr>
          <p:spPr bwMode="auto">
            <a:xfrm>
              <a:off x="4976" y="2968"/>
              <a:ext cx="13" cy="12"/>
            </a:xfrm>
            <a:custGeom>
              <a:avLst/>
              <a:gdLst>
                <a:gd name="T0" fmla="*/ 0 w 40"/>
                <a:gd name="T1" fmla="*/ 0 h 34"/>
                <a:gd name="T2" fmla="*/ 0 w 40"/>
                <a:gd name="T3" fmla="*/ 0 h 34"/>
                <a:gd name="T4" fmla="*/ 0 w 40"/>
                <a:gd name="T5" fmla="*/ 0 h 34"/>
                <a:gd name="T6" fmla="*/ 0 w 40"/>
                <a:gd name="T7" fmla="*/ 0 h 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0" h="34">
                  <a:moveTo>
                    <a:pt x="0" y="15"/>
                  </a:moveTo>
                  <a:lnTo>
                    <a:pt x="21" y="34"/>
                  </a:lnTo>
                  <a:lnTo>
                    <a:pt x="40" y="0"/>
                  </a:lnTo>
                  <a:lnTo>
                    <a:pt x="0" y="15"/>
                  </a:lnTo>
                  <a:close/>
                </a:path>
              </a:pathLst>
            </a:custGeom>
            <a:grpFill/>
            <a:ln w="3175">
              <a:solidFill>
                <a:schemeClr val="bg1"/>
              </a:solidFill>
              <a:prstDash val="solid"/>
              <a:round/>
            </a:ln>
          </p:spPr>
          <p:txBody>
            <a:bodyPr/>
            <a:lstStyle/>
            <a:p>
              <a:endParaRPr lang="en-US" dirty="0"/>
            </a:p>
          </p:txBody>
        </p:sp>
        <p:sp>
          <p:nvSpPr>
            <p:cNvPr id="45" name="21957345.25547.2534.7516.8755">
              <a:extLst>
                <a:ext uri="{FF2B5EF4-FFF2-40B4-BE49-F238E27FC236}">
                  <a16:creationId xmlns:a16="http://schemas.microsoft.com/office/drawing/2014/main" id="{7CBEB7F9-57F5-111A-8995-25204908DD8C}"/>
                </a:ext>
              </a:extLst>
            </p:cNvPr>
            <p:cNvSpPr/>
            <p:nvPr>
              <p:custDataLst>
                <p:tags r:id="rId47"/>
              </p:custDataLst>
            </p:nvPr>
          </p:nvSpPr>
          <p:spPr bwMode="auto">
            <a:xfrm>
              <a:off x="4739" y="2712"/>
              <a:ext cx="98" cy="201"/>
            </a:xfrm>
            <a:custGeom>
              <a:avLst/>
              <a:gdLst>
                <a:gd name="T0" fmla="*/ 0 w 301"/>
                <a:gd name="T1" fmla="*/ 0 h 619"/>
                <a:gd name="T2" fmla="*/ 0 w 301"/>
                <a:gd name="T3" fmla="*/ 0 h 619"/>
                <a:gd name="T4" fmla="*/ 0 w 301"/>
                <a:gd name="T5" fmla="*/ 0 h 619"/>
                <a:gd name="T6" fmla="*/ 0 w 301"/>
                <a:gd name="T7" fmla="*/ 0 h 619"/>
                <a:gd name="T8" fmla="*/ 0 w 301"/>
                <a:gd name="T9" fmla="*/ 0 h 619"/>
                <a:gd name="T10" fmla="*/ 0 w 301"/>
                <a:gd name="T11" fmla="*/ 0 h 619"/>
                <a:gd name="T12" fmla="*/ 0 w 301"/>
                <a:gd name="T13" fmla="*/ 0 h 619"/>
                <a:gd name="T14" fmla="*/ 0 w 301"/>
                <a:gd name="T15" fmla="*/ 0 h 619"/>
                <a:gd name="T16" fmla="*/ 0 w 301"/>
                <a:gd name="T17" fmla="*/ 0 h 619"/>
                <a:gd name="T18" fmla="*/ 0 w 301"/>
                <a:gd name="T19" fmla="*/ 0 h 619"/>
                <a:gd name="T20" fmla="*/ 0 w 301"/>
                <a:gd name="T21" fmla="*/ 0 h 619"/>
                <a:gd name="T22" fmla="*/ 0 w 301"/>
                <a:gd name="T23" fmla="*/ 0 h 619"/>
                <a:gd name="T24" fmla="*/ 0 w 301"/>
                <a:gd name="T25" fmla="*/ 0 h 619"/>
                <a:gd name="T26" fmla="*/ 0 w 301"/>
                <a:gd name="T27" fmla="*/ 0 h 619"/>
                <a:gd name="T28" fmla="*/ 0 w 301"/>
                <a:gd name="T29" fmla="*/ 0 h 619"/>
                <a:gd name="T30" fmla="*/ 0 w 301"/>
                <a:gd name="T31" fmla="*/ 0 h 619"/>
                <a:gd name="T32" fmla="*/ 0 w 301"/>
                <a:gd name="T33" fmla="*/ 0 h 619"/>
                <a:gd name="T34" fmla="*/ 0 w 301"/>
                <a:gd name="T35" fmla="*/ 0 h 619"/>
                <a:gd name="T36" fmla="*/ 0 w 301"/>
                <a:gd name="T37" fmla="*/ 0 h 619"/>
                <a:gd name="T38" fmla="*/ 0 w 301"/>
                <a:gd name="T39" fmla="*/ 0 h 619"/>
                <a:gd name="T40" fmla="*/ 0 w 301"/>
                <a:gd name="T41" fmla="*/ 0 h 619"/>
                <a:gd name="T42" fmla="*/ 0 w 301"/>
                <a:gd name="T43" fmla="*/ 0 h 619"/>
                <a:gd name="T44" fmla="*/ 0 w 301"/>
                <a:gd name="T45" fmla="*/ 0 h 619"/>
                <a:gd name="T46" fmla="*/ 0 w 301"/>
                <a:gd name="T47" fmla="*/ 0 h 61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01" h="619">
                  <a:moveTo>
                    <a:pt x="0" y="255"/>
                  </a:moveTo>
                  <a:lnTo>
                    <a:pt x="13" y="219"/>
                  </a:lnTo>
                  <a:lnTo>
                    <a:pt x="100" y="58"/>
                  </a:lnTo>
                  <a:lnTo>
                    <a:pt x="159" y="36"/>
                  </a:lnTo>
                  <a:lnTo>
                    <a:pt x="173" y="0"/>
                  </a:lnTo>
                  <a:lnTo>
                    <a:pt x="214" y="21"/>
                  </a:lnTo>
                  <a:lnTo>
                    <a:pt x="215" y="53"/>
                  </a:lnTo>
                  <a:lnTo>
                    <a:pt x="180" y="152"/>
                  </a:lnTo>
                  <a:lnTo>
                    <a:pt x="218" y="143"/>
                  </a:lnTo>
                  <a:lnTo>
                    <a:pt x="237" y="211"/>
                  </a:lnTo>
                  <a:lnTo>
                    <a:pt x="301" y="229"/>
                  </a:lnTo>
                  <a:lnTo>
                    <a:pt x="269" y="260"/>
                  </a:lnTo>
                  <a:lnTo>
                    <a:pt x="198" y="302"/>
                  </a:lnTo>
                  <a:lnTo>
                    <a:pt x="180" y="342"/>
                  </a:lnTo>
                  <a:lnTo>
                    <a:pt x="218" y="417"/>
                  </a:lnTo>
                  <a:lnTo>
                    <a:pt x="203" y="461"/>
                  </a:lnTo>
                  <a:lnTo>
                    <a:pt x="250" y="560"/>
                  </a:lnTo>
                  <a:lnTo>
                    <a:pt x="215" y="619"/>
                  </a:lnTo>
                  <a:lnTo>
                    <a:pt x="181" y="408"/>
                  </a:lnTo>
                  <a:lnTo>
                    <a:pt x="152" y="375"/>
                  </a:lnTo>
                  <a:lnTo>
                    <a:pt x="104" y="431"/>
                  </a:lnTo>
                  <a:lnTo>
                    <a:pt x="67" y="420"/>
                  </a:lnTo>
                  <a:lnTo>
                    <a:pt x="74" y="343"/>
                  </a:lnTo>
                  <a:lnTo>
                    <a:pt x="0" y="255"/>
                  </a:lnTo>
                  <a:close/>
                </a:path>
              </a:pathLst>
            </a:custGeom>
            <a:grpFill/>
            <a:ln w="3175">
              <a:solidFill>
                <a:schemeClr val="bg1"/>
              </a:solidFill>
              <a:prstDash val="solid"/>
              <a:round/>
            </a:ln>
          </p:spPr>
          <p:txBody>
            <a:bodyPr/>
            <a:lstStyle/>
            <a:p>
              <a:endParaRPr lang="en-US" dirty="0"/>
            </a:p>
          </p:txBody>
        </p:sp>
        <p:sp>
          <p:nvSpPr>
            <p:cNvPr id="46" name="21958371.375566.6258.1259.3755">
              <a:extLst>
                <a:ext uri="{FF2B5EF4-FFF2-40B4-BE49-F238E27FC236}">
                  <a16:creationId xmlns:a16="http://schemas.microsoft.com/office/drawing/2014/main" id="{32C783EA-C8F3-7C04-5BE1-463A53E22E81}"/>
                </a:ext>
              </a:extLst>
            </p:cNvPr>
            <p:cNvSpPr/>
            <p:nvPr>
              <p:custDataLst>
                <p:tags r:id="rId48"/>
              </p:custDataLst>
            </p:nvPr>
          </p:nvSpPr>
          <p:spPr bwMode="auto">
            <a:xfrm>
              <a:off x="4851" y="2863"/>
              <a:ext cx="55" cy="47"/>
            </a:xfrm>
            <a:custGeom>
              <a:avLst/>
              <a:gdLst>
                <a:gd name="T0" fmla="*/ 0 w 167"/>
                <a:gd name="T1" fmla="*/ 0 h 143"/>
                <a:gd name="T2" fmla="*/ 0 w 167"/>
                <a:gd name="T3" fmla="*/ 0 h 143"/>
                <a:gd name="T4" fmla="*/ 0 w 167"/>
                <a:gd name="T5" fmla="*/ 0 h 143"/>
                <a:gd name="T6" fmla="*/ 0 w 167"/>
                <a:gd name="T7" fmla="*/ 0 h 143"/>
                <a:gd name="T8" fmla="*/ 0 w 167"/>
                <a:gd name="T9" fmla="*/ 0 h 143"/>
                <a:gd name="T10" fmla="*/ 0 w 167"/>
                <a:gd name="T11" fmla="*/ 0 h 143"/>
                <a:gd name="T12" fmla="*/ 0 w 167"/>
                <a:gd name="T13" fmla="*/ 0 h 143"/>
                <a:gd name="T14" fmla="*/ 0 w 167"/>
                <a:gd name="T15" fmla="*/ 0 h 143"/>
                <a:gd name="T16" fmla="*/ 0 w 167"/>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7" h="143">
                  <a:moveTo>
                    <a:pt x="0" y="29"/>
                  </a:moveTo>
                  <a:lnTo>
                    <a:pt x="12" y="100"/>
                  </a:lnTo>
                  <a:lnTo>
                    <a:pt x="34" y="137"/>
                  </a:lnTo>
                  <a:lnTo>
                    <a:pt x="67" y="143"/>
                  </a:lnTo>
                  <a:lnTo>
                    <a:pt x="167" y="77"/>
                  </a:lnTo>
                  <a:lnTo>
                    <a:pt x="163" y="0"/>
                  </a:lnTo>
                  <a:lnTo>
                    <a:pt x="88" y="12"/>
                  </a:lnTo>
                  <a:lnTo>
                    <a:pt x="23" y="9"/>
                  </a:lnTo>
                  <a:lnTo>
                    <a:pt x="0" y="29"/>
                  </a:lnTo>
                  <a:close/>
                </a:path>
              </a:pathLst>
            </a:custGeom>
            <a:grpFill/>
            <a:ln w="3175">
              <a:solidFill>
                <a:schemeClr val="bg1"/>
              </a:solidFill>
              <a:prstDash val="solid"/>
              <a:round/>
            </a:ln>
          </p:spPr>
          <p:txBody>
            <a:bodyPr/>
            <a:lstStyle/>
            <a:p>
              <a:endParaRPr lang="en-US" dirty="0"/>
            </a:p>
          </p:txBody>
        </p:sp>
        <p:sp>
          <p:nvSpPr>
            <p:cNvPr id="47" name="21959234.375110.2581.6251605">
              <a:extLst>
                <a:ext uri="{FF2B5EF4-FFF2-40B4-BE49-F238E27FC236}">
                  <a16:creationId xmlns:a16="http://schemas.microsoft.com/office/drawing/2014/main" id="{8E25EAB5-8975-7066-8248-75F5E1A33E1F}"/>
                </a:ext>
              </a:extLst>
            </p:cNvPr>
            <p:cNvSpPr/>
            <p:nvPr>
              <p:custDataLst>
                <p:tags r:id="rId49"/>
              </p:custDataLst>
            </p:nvPr>
          </p:nvSpPr>
          <p:spPr bwMode="auto">
            <a:xfrm>
              <a:off x="2211" y="2071"/>
              <a:ext cx="926" cy="472"/>
            </a:xfrm>
            <a:custGeom>
              <a:avLst/>
              <a:gdLst>
                <a:gd name="T0" fmla="*/ 0 w 2850"/>
                <a:gd name="T1" fmla="*/ 0 h 1454"/>
                <a:gd name="T2" fmla="*/ 0 w 2850"/>
                <a:gd name="T3" fmla="*/ 0 h 1454"/>
                <a:gd name="T4" fmla="*/ 0 w 2850"/>
                <a:gd name="T5" fmla="*/ 0 h 1454"/>
                <a:gd name="T6" fmla="*/ 0 w 2850"/>
                <a:gd name="T7" fmla="*/ 0 h 1454"/>
                <a:gd name="T8" fmla="*/ 0 w 2850"/>
                <a:gd name="T9" fmla="*/ 0 h 1454"/>
                <a:gd name="T10" fmla="*/ 0 w 2850"/>
                <a:gd name="T11" fmla="*/ 0 h 1454"/>
                <a:gd name="T12" fmla="*/ 0 w 2850"/>
                <a:gd name="T13" fmla="*/ 0 h 1454"/>
                <a:gd name="T14" fmla="*/ 0 w 2850"/>
                <a:gd name="T15" fmla="*/ 0 h 1454"/>
                <a:gd name="T16" fmla="*/ 0 w 2850"/>
                <a:gd name="T17" fmla="*/ 0 h 1454"/>
                <a:gd name="T18" fmla="*/ 0 w 2850"/>
                <a:gd name="T19" fmla="*/ 0 h 1454"/>
                <a:gd name="T20" fmla="*/ 0 w 2850"/>
                <a:gd name="T21" fmla="*/ 0 h 1454"/>
                <a:gd name="T22" fmla="*/ 0 w 2850"/>
                <a:gd name="T23" fmla="*/ 0 h 1454"/>
                <a:gd name="T24" fmla="*/ 0 w 2850"/>
                <a:gd name="T25" fmla="*/ 0 h 1454"/>
                <a:gd name="T26" fmla="*/ 0 w 2850"/>
                <a:gd name="T27" fmla="*/ 0 h 1454"/>
                <a:gd name="T28" fmla="*/ 0 w 2850"/>
                <a:gd name="T29" fmla="*/ 0 h 1454"/>
                <a:gd name="T30" fmla="*/ 0 w 2850"/>
                <a:gd name="T31" fmla="*/ 0 h 1454"/>
                <a:gd name="T32" fmla="*/ 0 w 2850"/>
                <a:gd name="T33" fmla="*/ 0 h 1454"/>
                <a:gd name="T34" fmla="*/ 0 w 2850"/>
                <a:gd name="T35" fmla="*/ 0 h 1454"/>
                <a:gd name="T36" fmla="*/ 0 w 2850"/>
                <a:gd name="T37" fmla="*/ 0 h 1454"/>
                <a:gd name="T38" fmla="*/ 0 w 2850"/>
                <a:gd name="T39" fmla="*/ 0 h 1454"/>
                <a:gd name="T40" fmla="*/ 0 w 2850"/>
                <a:gd name="T41" fmla="*/ 0 h 1454"/>
                <a:gd name="T42" fmla="*/ 0 w 2850"/>
                <a:gd name="T43" fmla="*/ 0 h 1454"/>
                <a:gd name="T44" fmla="*/ 0 w 2850"/>
                <a:gd name="T45" fmla="*/ 0 h 1454"/>
                <a:gd name="T46" fmla="*/ 0 w 2850"/>
                <a:gd name="T47" fmla="*/ 0 h 1454"/>
                <a:gd name="T48" fmla="*/ 0 w 2850"/>
                <a:gd name="T49" fmla="*/ 0 h 1454"/>
                <a:gd name="T50" fmla="*/ 0 w 2850"/>
                <a:gd name="T51" fmla="*/ 0 h 1454"/>
                <a:gd name="T52" fmla="*/ 0 w 2850"/>
                <a:gd name="T53" fmla="*/ 0 h 1454"/>
                <a:gd name="T54" fmla="*/ 0 w 2850"/>
                <a:gd name="T55" fmla="*/ 0 h 1454"/>
                <a:gd name="T56" fmla="*/ 0 w 2850"/>
                <a:gd name="T57" fmla="*/ 0 h 1454"/>
                <a:gd name="T58" fmla="*/ 0 w 2850"/>
                <a:gd name="T59" fmla="*/ 0 h 1454"/>
                <a:gd name="T60" fmla="*/ 0 w 2850"/>
                <a:gd name="T61" fmla="*/ 0 h 1454"/>
                <a:gd name="T62" fmla="*/ 0 w 2850"/>
                <a:gd name="T63" fmla="*/ 0 h 1454"/>
                <a:gd name="T64" fmla="*/ 0 w 2850"/>
                <a:gd name="T65" fmla="*/ 0 h 1454"/>
                <a:gd name="T66" fmla="*/ 0 w 2850"/>
                <a:gd name="T67" fmla="*/ 0 h 1454"/>
                <a:gd name="T68" fmla="*/ 0 w 2850"/>
                <a:gd name="T69" fmla="*/ 0 h 1454"/>
                <a:gd name="T70" fmla="*/ 0 w 2850"/>
                <a:gd name="T71" fmla="*/ 0 h 1454"/>
                <a:gd name="T72" fmla="*/ 0 w 2850"/>
                <a:gd name="T73" fmla="*/ 0 h 1454"/>
                <a:gd name="T74" fmla="*/ 0 w 2850"/>
                <a:gd name="T75" fmla="*/ 0 h 1454"/>
                <a:gd name="T76" fmla="*/ 0 w 2850"/>
                <a:gd name="T77" fmla="*/ 0 h 1454"/>
                <a:gd name="T78" fmla="*/ 0 w 2850"/>
                <a:gd name="T79" fmla="*/ 0 h 1454"/>
                <a:gd name="T80" fmla="*/ 0 w 2850"/>
                <a:gd name="T81" fmla="*/ 0 h 1454"/>
                <a:gd name="T82" fmla="*/ 0 w 2850"/>
                <a:gd name="T83" fmla="*/ 0 h 1454"/>
                <a:gd name="T84" fmla="*/ 0 w 2850"/>
                <a:gd name="T85" fmla="*/ 0 h 1454"/>
                <a:gd name="T86" fmla="*/ 0 w 2850"/>
                <a:gd name="T87" fmla="*/ 0 h 1454"/>
                <a:gd name="T88" fmla="*/ 0 w 2850"/>
                <a:gd name="T89" fmla="*/ 0 h 1454"/>
                <a:gd name="T90" fmla="*/ 0 w 2850"/>
                <a:gd name="T91" fmla="*/ 0 h 1454"/>
                <a:gd name="T92" fmla="*/ 0 w 2850"/>
                <a:gd name="T93" fmla="*/ 0 h 1454"/>
                <a:gd name="T94" fmla="*/ 0 w 2850"/>
                <a:gd name="T95" fmla="*/ 0 h 1454"/>
                <a:gd name="T96" fmla="*/ 0 w 2850"/>
                <a:gd name="T97" fmla="*/ 0 h 1454"/>
                <a:gd name="T98" fmla="*/ 0 w 2850"/>
                <a:gd name="T99" fmla="*/ 0 h 1454"/>
                <a:gd name="T100" fmla="*/ 0 w 2850"/>
                <a:gd name="T101" fmla="*/ 0 h 1454"/>
                <a:gd name="T102" fmla="*/ 0 w 2850"/>
                <a:gd name="T103" fmla="*/ 0 h 1454"/>
                <a:gd name="T104" fmla="*/ 0 w 2850"/>
                <a:gd name="T105" fmla="*/ 0 h 1454"/>
                <a:gd name="T106" fmla="*/ 0 w 2850"/>
                <a:gd name="T107" fmla="*/ 0 h 1454"/>
                <a:gd name="T108" fmla="*/ 0 w 2850"/>
                <a:gd name="T109" fmla="*/ 0 h 1454"/>
                <a:gd name="T110" fmla="*/ 0 w 2850"/>
                <a:gd name="T111" fmla="*/ 0 h 1454"/>
                <a:gd name="T112" fmla="*/ 0 w 2850"/>
                <a:gd name="T113" fmla="*/ 0 h 1454"/>
                <a:gd name="T114" fmla="*/ 0 w 2850"/>
                <a:gd name="T115" fmla="*/ 0 h 1454"/>
                <a:gd name="T116" fmla="*/ 0 w 2850"/>
                <a:gd name="T117" fmla="*/ 0 h 1454"/>
                <a:gd name="T118" fmla="*/ 0 w 2850"/>
                <a:gd name="T119" fmla="*/ 0 h 145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850" h="1454">
                  <a:moveTo>
                    <a:pt x="0" y="645"/>
                  </a:moveTo>
                  <a:lnTo>
                    <a:pt x="0" y="135"/>
                  </a:lnTo>
                  <a:lnTo>
                    <a:pt x="227" y="202"/>
                  </a:lnTo>
                  <a:lnTo>
                    <a:pt x="214" y="175"/>
                  </a:lnTo>
                  <a:lnTo>
                    <a:pt x="238" y="158"/>
                  </a:lnTo>
                  <a:lnTo>
                    <a:pt x="376" y="103"/>
                  </a:lnTo>
                  <a:lnTo>
                    <a:pt x="269" y="171"/>
                  </a:lnTo>
                  <a:lnTo>
                    <a:pt x="331" y="151"/>
                  </a:lnTo>
                  <a:lnTo>
                    <a:pt x="331" y="165"/>
                  </a:lnTo>
                  <a:lnTo>
                    <a:pt x="447" y="105"/>
                  </a:lnTo>
                  <a:lnTo>
                    <a:pt x="431" y="85"/>
                  </a:lnTo>
                  <a:lnTo>
                    <a:pt x="507" y="157"/>
                  </a:lnTo>
                  <a:lnTo>
                    <a:pt x="555" y="114"/>
                  </a:lnTo>
                  <a:lnTo>
                    <a:pt x="551" y="157"/>
                  </a:lnTo>
                  <a:lnTo>
                    <a:pt x="611" y="127"/>
                  </a:lnTo>
                  <a:lnTo>
                    <a:pt x="781" y="179"/>
                  </a:lnTo>
                  <a:lnTo>
                    <a:pt x="857" y="178"/>
                  </a:lnTo>
                  <a:lnTo>
                    <a:pt x="901" y="208"/>
                  </a:lnTo>
                  <a:lnTo>
                    <a:pt x="849" y="234"/>
                  </a:lnTo>
                  <a:lnTo>
                    <a:pt x="879" y="245"/>
                  </a:lnTo>
                  <a:lnTo>
                    <a:pt x="1032" y="231"/>
                  </a:lnTo>
                  <a:lnTo>
                    <a:pt x="1099" y="274"/>
                  </a:lnTo>
                  <a:lnTo>
                    <a:pt x="1108" y="303"/>
                  </a:lnTo>
                  <a:lnTo>
                    <a:pt x="1125" y="284"/>
                  </a:lnTo>
                  <a:lnTo>
                    <a:pt x="1099" y="245"/>
                  </a:lnTo>
                  <a:lnTo>
                    <a:pt x="1171" y="197"/>
                  </a:lnTo>
                  <a:lnTo>
                    <a:pt x="1101" y="227"/>
                  </a:lnTo>
                  <a:lnTo>
                    <a:pt x="1076" y="213"/>
                  </a:lnTo>
                  <a:lnTo>
                    <a:pt x="1163" y="176"/>
                  </a:lnTo>
                  <a:lnTo>
                    <a:pt x="1209" y="229"/>
                  </a:lnTo>
                  <a:lnTo>
                    <a:pt x="1259" y="227"/>
                  </a:lnTo>
                  <a:lnTo>
                    <a:pt x="1290" y="251"/>
                  </a:lnTo>
                  <a:lnTo>
                    <a:pt x="1424" y="245"/>
                  </a:lnTo>
                  <a:lnTo>
                    <a:pt x="1420" y="229"/>
                  </a:lnTo>
                  <a:lnTo>
                    <a:pt x="1457" y="259"/>
                  </a:lnTo>
                  <a:lnTo>
                    <a:pt x="1462" y="234"/>
                  </a:lnTo>
                  <a:lnTo>
                    <a:pt x="1433" y="242"/>
                  </a:lnTo>
                  <a:lnTo>
                    <a:pt x="1411" y="212"/>
                  </a:lnTo>
                  <a:lnTo>
                    <a:pt x="1461" y="208"/>
                  </a:lnTo>
                  <a:lnTo>
                    <a:pt x="1480" y="231"/>
                  </a:lnTo>
                  <a:lnTo>
                    <a:pt x="1499" y="224"/>
                  </a:lnTo>
                  <a:lnTo>
                    <a:pt x="1491" y="260"/>
                  </a:lnTo>
                  <a:lnTo>
                    <a:pt x="1527" y="279"/>
                  </a:lnTo>
                  <a:lnTo>
                    <a:pt x="1517" y="229"/>
                  </a:lnTo>
                  <a:lnTo>
                    <a:pt x="1584" y="200"/>
                  </a:lnTo>
                  <a:lnTo>
                    <a:pt x="1567" y="175"/>
                  </a:lnTo>
                  <a:lnTo>
                    <a:pt x="1547" y="193"/>
                  </a:lnTo>
                  <a:lnTo>
                    <a:pt x="1580" y="149"/>
                  </a:lnTo>
                  <a:lnTo>
                    <a:pt x="1484" y="117"/>
                  </a:lnTo>
                  <a:lnTo>
                    <a:pt x="1494" y="43"/>
                  </a:lnTo>
                  <a:lnTo>
                    <a:pt x="1517" y="44"/>
                  </a:lnTo>
                  <a:lnTo>
                    <a:pt x="1530" y="0"/>
                  </a:lnTo>
                  <a:lnTo>
                    <a:pt x="1602" y="43"/>
                  </a:lnTo>
                  <a:lnTo>
                    <a:pt x="1604" y="70"/>
                  </a:lnTo>
                  <a:lnTo>
                    <a:pt x="1653" y="109"/>
                  </a:lnTo>
                  <a:lnTo>
                    <a:pt x="1622" y="107"/>
                  </a:lnTo>
                  <a:lnTo>
                    <a:pt x="1635" y="121"/>
                  </a:lnTo>
                  <a:lnTo>
                    <a:pt x="1616" y="138"/>
                  </a:lnTo>
                  <a:lnTo>
                    <a:pt x="1675" y="149"/>
                  </a:lnTo>
                  <a:lnTo>
                    <a:pt x="1657" y="157"/>
                  </a:lnTo>
                  <a:lnTo>
                    <a:pt x="1692" y="220"/>
                  </a:lnTo>
                  <a:lnTo>
                    <a:pt x="1722" y="164"/>
                  </a:lnTo>
                  <a:lnTo>
                    <a:pt x="1765" y="186"/>
                  </a:lnTo>
                  <a:lnTo>
                    <a:pt x="1776" y="223"/>
                  </a:lnTo>
                  <a:lnTo>
                    <a:pt x="1755" y="234"/>
                  </a:lnTo>
                  <a:lnTo>
                    <a:pt x="1793" y="279"/>
                  </a:lnTo>
                  <a:lnTo>
                    <a:pt x="1817" y="268"/>
                  </a:lnTo>
                  <a:lnTo>
                    <a:pt x="1847" y="198"/>
                  </a:lnTo>
                  <a:lnTo>
                    <a:pt x="1881" y="191"/>
                  </a:lnTo>
                  <a:lnTo>
                    <a:pt x="1855" y="131"/>
                  </a:lnTo>
                  <a:lnTo>
                    <a:pt x="1950" y="136"/>
                  </a:lnTo>
                  <a:lnTo>
                    <a:pt x="1990" y="171"/>
                  </a:lnTo>
                  <a:lnTo>
                    <a:pt x="1975" y="189"/>
                  </a:lnTo>
                  <a:lnTo>
                    <a:pt x="1993" y="198"/>
                  </a:lnTo>
                  <a:lnTo>
                    <a:pt x="1951" y="209"/>
                  </a:lnTo>
                  <a:lnTo>
                    <a:pt x="1989" y="286"/>
                  </a:lnTo>
                  <a:lnTo>
                    <a:pt x="1927" y="328"/>
                  </a:lnTo>
                  <a:lnTo>
                    <a:pt x="1905" y="308"/>
                  </a:lnTo>
                  <a:lnTo>
                    <a:pt x="1914" y="336"/>
                  </a:lnTo>
                  <a:lnTo>
                    <a:pt x="1818" y="317"/>
                  </a:lnTo>
                  <a:lnTo>
                    <a:pt x="1837" y="343"/>
                  </a:lnTo>
                  <a:lnTo>
                    <a:pt x="1799" y="381"/>
                  </a:lnTo>
                  <a:lnTo>
                    <a:pt x="1701" y="351"/>
                  </a:lnTo>
                  <a:lnTo>
                    <a:pt x="1737" y="383"/>
                  </a:lnTo>
                  <a:lnTo>
                    <a:pt x="1807" y="389"/>
                  </a:lnTo>
                  <a:lnTo>
                    <a:pt x="1759" y="453"/>
                  </a:lnTo>
                  <a:lnTo>
                    <a:pt x="1707" y="449"/>
                  </a:lnTo>
                  <a:lnTo>
                    <a:pt x="1682" y="483"/>
                  </a:lnTo>
                  <a:lnTo>
                    <a:pt x="1590" y="454"/>
                  </a:lnTo>
                  <a:lnTo>
                    <a:pt x="1675" y="483"/>
                  </a:lnTo>
                  <a:lnTo>
                    <a:pt x="1685" y="509"/>
                  </a:lnTo>
                  <a:lnTo>
                    <a:pt x="1622" y="520"/>
                  </a:lnTo>
                  <a:lnTo>
                    <a:pt x="1635" y="527"/>
                  </a:lnTo>
                  <a:lnTo>
                    <a:pt x="1617" y="528"/>
                  </a:lnTo>
                  <a:lnTo>
                    <a:pt x="1617" y="554"/>
                  </a:lnTo>
                  <a:lnTo>
                    <a:pt x="1549" y="590"/>
                  </a:lnTo>
                  <a:lnTo>
                    <a:pt x="1535" y="707"/>
                  </a:lnTo>
                  <a:lnTo>
                    <a:pt x="1561" y="733"/>
                  </a:lnTo>
                  <a:lnTo>
                    <a:pt x="1597" y="718"/>
                  </a:lnTo>
                  <a:lnTo>
                    <a:pt x="1613" y="808"/>
                  </a:lnTo>
                  <a:lnTo>
                    <a:pt x="1667" y="790"/>
                  </a:lnTo>
                  <a:lnTo>
                    <a:pt x="1729" y="814"/>
                  </a:lnTo>
                  <a:lnTo>
                    <a:pt x="1857" y="879"/>
                  </a:lnTo>
                  <a:lnTo>
                    <a:pt x="1847" y="905"/>
                  </a:lnTo>
                  <a:lnTo>
                    <a:pt x="1861" y="886"/>
                  </a:lnTo>
                  <a:lnTo>
                    <a:pt x="1957" y="891"/>
                  </a:lnTo>
                  <a:lnTo>
                    <a:pt x="1957" y="989"/>
                  </a:lnTo>
                  <a:lnTo>
                    <a:pt x="1987" y="1022"/>
                  </a:lnTo>
                  <a:lnTo>
                    <a:pt x="1965" y="1029"/>
                  </a:lnTo>
                  <a:lnTo>
                    <a:pt x="2013" y="1047"/>
                  </a:lnTo>
                  <a:lnTo>
                    <a:pt x="2000" y="1077"/>
                  </a:lnTo>
                  <a:lnTo>
                    <a:pt x="2045" y="1076"/>
                  </a:lnTo>
                  <a:lnTo>
                    <a:pt x="2108" y="1024"/>
                  </a:lnTo>
                  <a:lnTo>
                    <a:pt x="2081" y="1011"/>
                  </a:lnTo>
                  <a:lnTo>
                    <a:pt x="2045" y="919"/>
                  </a:lnTo>
                  <a:lnTo>
                    <a:pt x="2164" y="838"/>
                  </a:lnTo>
                  <a:lnTo>
                    <a:pt x="2147" y="838"/>
                  </a:lnTo>
                  <a:lnTo>
                    <a:pt x="2120" y="742"/>
                  </a:lnTo>
                  <a:lnTo>
                    <a:pt x="2078" y="718"/>
                  </a:lnTo>
                  <a:lnTo>
                    <a:pt x="2134" y="678"/>
                  </a:lnTo>
                  <a:lnTo>
                    <a:pt x="2114" y="658"/>
                  </a:lnTo>
                  <a:lnTo>
                    <a:pt x="2123" y="623"/>
                  </a:lnTo>
                  <a:lnTo>
                    <a:pt x="2098" y="618"/>
                  </a:lnTo>
                  <a:lnTo>
                    <a:pt x="2123" y="582"/>
                  </a:lnTo>
                  <a:lnTo>
                    <a:pt x="2096" y="560"/>
                  </a:lnTo>
                  <a:lnTo>
                    <a:pt x="2111" y="530"/>
                  </a:lnTo>
                  <a:lnTo>
                    <a:pt x="2202" y="550"/>
                  </a:lnTo>
                  <a:lnTo>
                    <a:pt x="2241" y="534"/>
                  </a:lnTo>
                  <a:lnTo>
                    <a:pt x="2318" y="582"/>
                  </a:lnTo>
                  <a:lnTo>
                    <a:pt x="2318" y="603"/>
                  </a:lnTo>
                  <a:lnTo>
                    <a:pt x="2384" y="607"/>
                  </a:lnTo>
                  <a:lnTo>
                    <a:pt x="2390" y="655"/>
                  </a:lnTo>
                  <a:lnTo>
                    <a:pt x="2331" y="656"/>
                  </a:lnTo>
                  <a:lnTo>
                    <a:pt x="2382" y="665"/>
                  </a:lnTo>
                  <a:lnTo>
                    <a:pt x="2398" y="693"/>
                  </a:lnTo>
                  <a:lnTo>
                    <a:pt x="2344" y="735"/>
                  </a:lnTo>
                  <a:lnTo>
                    <a:pt x="2423" y="714"/>
                  </a:lnTo>
                  <a:lnTo>
                    <a:pt x="2427" y="750"/>
                  </a:lnTo>
                  <a:lnTo>
                    <a:pt x="2393" y="765"/>
                  </a:lnTo>
                  <a:lnTo>
                    <a:pt x="2441" y="728"/>
                  </a:lnTo>
                  <a:lnTo>
                    <a:pt x="2446" y="751"/>
                  </a:lnTo>
                  <a:lnTo>
                    <a:pt x="2492" y="715"/>
                  </a:lnTo>
                  <a:lnTo>
                    <a:pt x="2500" y="735"/>
                  </a:lnTo>
                  <a:lnTo>
                    <a:pt x="2531" y="684"/>
                  </a:lnTo>
                  <a:lnTo>
                    <a:pt x="2520" y="674"/>
                  </a:lnTo>
                  <a:lnTo>
                    <a:pt x="2556" y="645"/>
                  </a:lnTo>
                  <a:lnTo>
                    <a:pt x="2596" y="699"/>
                  </a:lnTo>
                  <a:lnTo>
                    <a:pt x="2562" y="711"/>
                  </a:lnTo>
                  <a:lnTo>
                    <a:pt x="2599" y="704"/>
                  </a:lnTo>
                  <a:lnTo>
                    <a:pt x="2612" y="726"/>
                  </a:lnTo>
                  <a:lnTo>
                    <a:pt x="2588" y="733"/>
                  </a:lnTo>
                  <a:lnTo>
                    <a:pt x="2621" y="737"/>
                  </a:lnTo>
                  <a:lnTo>
                    <a:pt x="2599" y="754"/>
                  </a:lnTo>
                  <a:lnTo>
                    <a:pt x="2622" y="750"/>
                  </a:lnTo>
                  <a:lnTo>
                    <a:pt x="2640" y="773"/>
                  </a:lnTo>
                  <a:lnTo>
                    <a:pt x="2628" y="784"/>
                  </a:lnTo>
                  <a:lnTo>
                    <a:pt x="2661" y="803"/>
                  </a:lnTo>
                  <a:lnTo>
                    <a:pt x="2608" y="823"/>
                  </a:lnTo>
                  <a:lnTo>
                    <a:pt x="2647" y="823"/>
                  </a:lnTo>
                  <a:lnTo>
                    <a:pt x="2639" y="842"/>
                  </a:lnTo>
                  <a:lnTo>
                    <a:pt x="2695" y="860"/>
                  </a:lnTo>
                  <a:lnTo>
                    <a:pt x="2716" y="904"/>
                  </a:lnTo>
                  <a:lnTo>
                    <a:pt x="2736" y="887"/>
                  </a:lnTo>
                  <a:lnTo>
                    <a:pt x="2792" y="918"/>
                  </a:lnTo>
                  <a:lnTo>
                    <a:pt x="2670" y="956"/>
                  </a:lnTo>
                  <a:lnTo>
                    <a:pt x="2695" y="977"/>
                  </a:lnTo>
                  <a:lnTo>
                    <a:pt x="2798" y="934"/>
                  </a:lnTo>
                  <a:lnTo>
                    <a:pt x="2798" y="970"/>
                  </a:lnTo>
                  <a:lnTo>
                    <a:pt x="2845" y="963"/>
                  </a:lnTo>
                  <a:lnTo>
                    <a:pt x="2850" y="981"/>
                  </a:lnTo>
                  <a:lnTo>
                    <a:pt x="2828" y="981"/>
                  </a:lnTo>
                  <a:lnTo>
                    <a:pt x="2850" y="1025"/>
                  </a:lnTo>
                  <a:lnTo>
                    <a:pt x="2706" y="1110"/>
                  </a:lnTo>
                  <a:lnTo>
                    <a:pt x="2497" y="1110"/>
                  </a:lnTo>
                  <a:lnTo>
                    <a:pt x="2409" y="1169"/>
                  </a:lnTo>
                  <a:lnTo>
                    <a:pt x="2338" y="1256"/>
                  </a:lnTo>
                  <a:lnTo>
                    <a:pt x="2409" y="1190"/>
                  </a:lnTo>
                  <a:lnTo>
                    <a:pt x="2522" y="1151"/>
                  </a:lnTo>
                  <a:lnTo>
                    <a:pt x="2562" y="1182"/>
                  </a:lnTo>
                  <a:lnTo>
                    <a:pt x="2489" y="1205"/>
                  </a:lnTo>
                  <a:lnTo>
                    <a:pt x="2546" y="1217"/>
                  </a:lnTo>
                  <a:lnTo>
                    <a:pt x="2531" y="1244"/>
                  </a:lnTo>
                  <a:lnTo>
                    <a:pt x="2575" y="1292"/>
                  </a:lnTo>
                  <a:lnTo>
                    <a:pt x="2663" y="1310"/>
                  </a:lnTo>
                  <a:lnTo>
                    <a:pt x="2687" y="1249"/>
                  </a:lnTo>
                  <a:lnTo>
                    <a:pt x="2687" y="1286"/>
                  </a:lnTo>
                  <a:lnTo>
                    <a:pt x="2710" y="1282"/>
                  </a:lnTo>
                  <a:lnTo>
                    <a:pt x="2669" y="1321"/>
                  </a:lnTo>
                  <a:lnTo>
                    <a:pt x="2566" y="1347"/>
                  </a:lnTo>
                  <a:lnTo>
                    <a:pt x="2529" y="1392"/>
                  </a:lnTo>
                  <a:lnTo>
                    <a:pt x="2500" y="1352"/>
                  </a:lnTo>
                  <a:lnTo>
                    <a:pt x="2597" y="1317"/>
                  </a:lnTo>
                  <a:lnTo>
                    <a:pt x="2546" y="1318"/>
                  </a:lnTo>
                  <a:lnTo>
                    <a:pt x="2556" y="1292"/>
                  </a:lnTo>
                  <a:lnTo>
                    <a:pt x="2471" y="1322"/>
                  </a:lnTo>
                  <a:lnTo>
                    <a:pt x="2446" y="1303"/>
                  </a:lnTo>
                  <a:lnTo>
                    <a:pt x="2446" y="1249"/>
                  </a:lnTo>
                  <a:lnTo>
                    <a:pt x="2391" y="1231"/>
                  </a:lnTo>
                  <a:lnTo>
                    <a:pt x="2350" y="1319"/>
                  </a:lnTo>
                  <a:lnTo>
                    <a:pt x="2180" y="1352"/>
                  </a:lnTo>
                  <a:lnTo>
                    <a:pt x="2063" y="1385"/>
                  </a:lnTo>
                  <a:lnTo>
                    <a:pt x="2044" y="1402"/>
                  </a:lnTo>
                  <a:lnTo>
                    <a:pt x="2070" y="1406"/>
                  </a:lnTo>
                  <a:lnTo>
                    <a:pt x="2076" y="1418"/>
                  </a:lnTo>
                  <a:lnTo>
                    <a:pt x="1934" y="1454"/>
                  </a:lnTo>
                  <a:lnTo>
                    <a:pt x="1942" y="1438"/>
                  </a:lnTo>
                  <a:lnTo>
                    <a:pt x="1951" y="1427"/>
                  </a:lnTo>
                  <a:lnTo>
                    <a:pt x="1956" y="1410"/>
                  </a:lnTo>
                  <a:lnTo>
                    <a:pt x="1978" y="1398"/>
                  </a:lnTo>
                  <a:lnTo>
                    <a:pt x="1982" y="1321"/>
                  </a:lnTo>
                  <a:lnTo>
                    <a:pt x="2006" y="1347"/>
                  </a:lnTo>
                  <a:lnTo>
                    <a:pt x="2048" y="1337"/>
                  </a:lnTo>
                  <a:lnTo>
                    <a:pt x="2012" y="1292"/>
                  </a:lnTo>
                  <a:lnTo>
                    <a:pt x="1890" y="1270"/>
                  </a:lnTo>
                  <a:lnTo>
                    <a:pt x="1884" y="1270"/>
                  </a:lnTo>
                  <a:lnTo>
                    <a:pt x="1872" y="1208"/>
                  </a:lnTo>
                  <a:lnTo>
                    <a:pt x="1847" y="1212"/>
                  </a:lnTo>
                  <a:lnTo>
                    <a:pt x="1825" y="1176"/>
                  </a:lnTo>
                  <a:lnTo>
                    <a:pt x="1799" y="1173"/>
                  </a:lnTo>
                  <a:lnTo>
                    <a:pt x="1799" y="1195"/>
                  </a:lnTo>
                  <a:lnTo>
                    <a:pt x="1767" y="1164"/>
                  </a:lnTo>
                  <a:lnTo>
                    <a:pt x="1710" y="1208"/>
                  </a:lnTo>
                  <a:lnTo>
                    <a:pt x="1552" y="1176"/>
                  </a:lnTo>
                  <a:lnTo>
                    <a:pt x="1531" y="1146"/>
                  </a:lnTo>
                  <a:lnTo>
                    <a:pt x="1530" y="1165"/>
                  </a:lnTo>
                  <a:lnTo>
                    <a:pt x="610" y="1165"/>
                  </a:lnTo>
                  <a:lnTo>
                    <a:pt x="596" y="1132"/>
                  </a:lnTo>
                  <a:lnTo>
                    <a:pt x="547" y="1123"/>
                  </a:lnTo>
                  <a:lnTo>
                    <a:pt x="550" y="1101"/>
                  </a:lnTo>
                  <a:lnTo>
                    <a:pt x="447" y="1072"/>
                  </a:lnTo>
                  <a:lnTo>
                    <a:pt x="459" y="1057"/>
                  </a:lnTo>
                  <a:lnTo>
                    <a:pt x="436" y="1015"/>
                  </a:lnTo>
                  <a:lnTo>
                    <a:pt x="409" y="1011"/>
                  </a:lnTo>
                  <a:lnTo>
                    <a:pt x="353" y="925"/>
                  </a:lnTo>
                  <a:lnTo>
                    <a:pt x="363" y="897"/>
                  </a:lnTo>
                  <a:lnTo>
                    <a:pt x="365" y="849"/>
                  </a:lnTo>
                  <a:lnTo>
                    <a:pt x="302" y="823"/>
                  </a:lnTo>
                  <a:lnTo>
                    <a:pt x="184" y="669"/>
                  </a:lnTo>
                  <a:lnTo>
                    <a:pt x="117" y="713"/>
                  </a:lnTo>
                  <a:lnTo>
                    <a:pt x="99" y="692"/>
                  </a:lnTo>
                  <a:lnTo>
                    <a:pt x="95" y="688"/>
                  </a:lnTo>
                  <a:lnTo>
                    <a:pt x="62" y="645"/>
                  </a:lnTo>
                  <a:lnTo>
                    <a:pt x="0" y="645"/>
                  </a:lnTo>
                  <a:close/>
                </a:path>
              </a:pathLst>
            </a:custGeom>
            <a:grpFill/>
            <a:ln w="3175">
              <a:solidFill>
                <a:schemeClr val="bg1"/>
              </a:solidFill>
              <a:prstDash val="solid"/>
              <a:round/>
            </a:ln>
          </p:spPr>
          <p:txBody>
            <a:bodyPr/>
            <a:lstStyle/>
            <a:p>
              <a:endParaRPr lang="en-US" dirty="0"/>
            </a:p>
          </p:txBody>
        </p:sp>
        <p:sp>
          <p:nvSpPr>
            <p:cNvPr id="48" name="21960295.5134.1255.3759.55">
              <a:extLst>
                <a:ext uri="{FF2B5EF4-FFF2-40B4-BE49-F238E27FC236}">
                  <a16:creationId xmlns:a16="http://schemas.microsoft.com/office/drawing/2014/main" id="{D9DD9CED-85BB-0E6D-DFA5-F28A55637D89}"/>
                </a:ext>
              </a:extLst>
            </p:cNvPr>
            <p:cNvSpPr/>
            <p:nvPr>
              <p:custDataLst>
                <p:tags r:id="rId50"/>
              </p:custDataLst>
            </p:nvPr>
          </p:nvSpPr>
          <p:spPr bwMode="auto">
            <a:xfrm>
              <a:off x="2349" y="2424"/>
              <a:ext cx="55" cy="31"/>
            </a:xfrm>
            <a:custGeom>
              <a:avLst/>
              <a:gdLst>
                <a:gd name="T0" fmla="*/ 0 w 167"/>
                <a:gd name="T1" fmla="*/ 0 h 96"/>
                <a:gd name="T2" fmla="*/ 0 w 167"/>
                <a:gd name="T3" fmla="*/ 0 h 96"/>
                <a:gd name="T4" fmla="*/ 0 w 167"/>
                <a:gd name="T5" fmla="*/ 0 h 96"/>
                <a:gd name="T6" fmla="*/ 0 w 167"/>
                <a:gd name="T7" fmla="*/ 0 h 96"/>
                <a:gd name="T8" fmla="*/ 0 w 167"/>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 h="96">
                  <a:moveTo>
                    <a:pt x="0" y="0"/>
                  </a:moveTo>
                  <a:lnTo>
                    <a:pt x="90" y="19"/>
                  </a:lnTo>
                  <a:lnTo>
                    <a:pt x="167" y="96"/>
                  </a:lnTo>
                  <a:lnTo>
                    <a:pt x="122" y="81"/>
                  </a:lnTo>
                  <a:lnTo>
                    <a:pt x="0" y="0"/>
                  </a:lnTo>
                  <a:close/>
                </a:path>
              </a:pathLst>
            </a:custGeom>
            <a:grpFill/>
            <a:ln w="3175">
              <a:solidFill>
                <a:schemeClr val="bg1"/>
              </a:solidFill>
              <a:prstDash val="solid"/>
              <a:round/>
            </a:ln>
          </p:spPr>
          <p:txBody>
            <a:bodyPr/>
            <a:lstStyle/>
            <a:p>
              <a:endParaRPr lang="en-US" dirty="0"/>
            </a:p>
          </p:txBody>
        </p:sp>
        <p:sp>
          <p:nvSpPr>
            <p:cNvPr id="49" name="21961225138.62512.2519.55">
              <a:extLst>
                <a:ext uri="{FF2B5EF4-FFF2-40B4-BE49-F238E27FC236}">
                  <a16:creationId xmlns:a16="http://schemas.microsoft.com/office/drawing/2014/main" id="{E58087AF-980A-B0A1-AA1D-F4B230B73650}"/>
                </a:ext>
              </a:extLst>
            </p:cNvPr>
            <p:cNvSpPr/>
            <p:nvPr>
              <p:custDataLst>
                <p:tags r:id="rId51"/>
              </p:custDataLst>
            </p:nvPr>
          </p:nvSpPr>
          <p:spPr bwMode="auto">
            <a:xfrm>
              <a:off x="2375" y="2016"/>
              <a:ext cx="113" cy="71"/>
            </a:xfrm>
            <a:custGeom>
              <a:avLst/>
              <a:gdLst>
                <a:gd name="T0" fmla="*/ 0 w 349"/>
                <a:gd name="T1" fmla="*/ 0 h 217"/>
                <a:gd name="T2" fmla="*/ 0 w 349"/>
                <a:gd name="T3" fmla="*/ 0 h 217"/>
                <a:gd name="T4" fmla="*/ 0 w 349"/>
                <a:gd name="T5" fmla="*/ 0 h 217"/>
                <a:gd name="T6" fmla="*/ 0 w 349"/>
                <a:gd name="T7" fmla="*/ 0 h 217"/>
                <a:gd name="T8" fmla="*/ 0 w 349"/>
                <a:gd name="T9" fmla="*/ 0 h 217"/>
                <a:gd name="T10" fmla="*/ 0 w 349"/>
                <a:gd name="T11" fmla="*/ 0 h 217"/>
                <a:gd name="T12" fmla="*/ 0 w 349"/>
                <a:gd name="T13" fmla="*/ 0 h 217"/>
                <a:gd name="T14" fmla="*/ 0 w 349"/>
                <a:gd name="T15" fmla="*/ 0 h 217"/>
                <a:gd name="T16" fmla="*/ 0 w 349"/>
                <a:gd name="T17" fmla="*/ 0 h 217"/>
                <a:gd name="T18" fmla="*/ 0 w 349"/>
                <a:gd name="T19" fmla="*/ 0 h 217"/>
                <a:gd name="T20" fmla="*/ 0 w 349"/>
                <a:gd name="T21" fmla="*/ 0 h 217"/>
                <a:gd name="T22" fmla="*/ 0 w 349"/>
                <a:gd name="T23" fmla="*/ 0 h 217"/>
                <a:gd name="T24" fmla="*/ 0 w 349"/>
                <a:gd name="T25" fmla="*/ 0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49" h="216">
                  <a:moveTo>
                    <a:pt x="0" y="164"/>
                  </a:moveTo>
                  <a:lnTo>
                    <a:pt x="15" y="136"/>
                  </a:lnTo>
                  <a:lnTo>
                    <a:pt x="65" y="46"/>
                  </a:lnTo>
                  <a:lnTo>
                    <a:pt x="42" y="8"/>
                  </a:lnTo>
                  <a:lnTo>
                    <a:pt x="150" y="0"/>
                  </a:lnTo>
                  <a:lnTo>
                    <a:pt x="224" y="36"/>
                  </a:lnTo>
                  <a:lnTo>
                    <a:pt x="274" y="15"/>
                  </a:lnTo>
                  <a:lnTo>
                    <a:pt x="349" y="66"/>
                  </a:lnTo>
                  <a:lnTo>
                    <a:pt x="189" y="146"/>
                  </a:lnTo>
                  <a:lnTo>
                    <a:pt x="175" y="194"/>
                  </a:lnTo>
                  <a:lnTo>
                    <a:pt x="96" y="217"/>
                  </a:lnTo>
                  <a:lnTo>
                    <a:pt x="61" y="179"/>
                  </a:lnTo>
                  <a:lnTo>
                    <a:pt x="0" y="164"/>
                  </a:lnTo>
                  <a:close/>
                </a:path>
              </a:pathLst>
            </a:custGeom>
            <a:grpFill/>
            <a:ln w="3175">
              <a:solidFill>
                <a:schemeClr val="bg1"/>
              </a:solidFill>
              <a:prstDash val="solid"/>
              <a:round/>
            </a:ln>
          </p:spPr>
          <p:txBody>
            <a:bodyPr/>
            <a:lstStyle/>
            <a:p>
              <a:endParaRPr lang="en-US" dirty="0"/>
            </a:p>
          </p:txBody>
        </p:sp>
        <p:sp>
          <p:nvSpPr>
            <p:cNvPr id="50" name="21962213.625144.256.7513.755">
              <a:extLst>
                <a:ext uri="{FF2B5EF4-FFF2-40B4-BE49-F238E27FC236}">
                  <a16:creationId xmlns:a16="http://schemas.microsoft.com/office/drawing/2014/main" id="{04B579E4-3507-1A5B-C71A-0A4C3BA74F89}"/>
                </a:ext>
              </a:extLst>
            </p:cNvPr>
            <p:cNvSpPr/>
            <p:nvPr>
              <p:custDataLst>
                <p:tags r:id="rId52"/>
              </p:custDataLst>
            </p:nvPr>
          </p:nvSpPr>
          <p:spPr bwMode="auto">
            <a:xfrm>
              <a:off x="2408" y="1951"/>
              <a:ext cx="79" cy="39"/>
            </a:xfrm>
            <a:custGeom>
              <a:avLst/>
              <a:gdLst>
                <a:gd name="T0" fmla="*/ 0 w 244"/>
                <a:gd name="T1" fmla="*/ 0 h 122"/>
                <a:gd name="T2" fmla="*/ 0 w 244"/>
                <a:gd name="T3" fmla="*/ 0 h 122"/>
                <a:gd name="T4" fmla="*/ 0 w 244"/>
                <a:gd name="T5" fmla="*/ 0 h 122"/>
                <a:gd name="T6" fmla="*/ 0 w 244"/>
                <a:gd name="T7" fmla="*/ 0 h 122"/>
                <a:gd name="T8" fmla="*/ 0 w 244"/>
                <a:gd name="T9" fmla="*/ 0 h 122"/>
                <a:gd name="T10" fmla="*/ 0 w 244"/>
                <a:gd name="T11" fmla="*/ 0 h 122"/>
                <a:gd name="T12" fmla="*/ 0 w 244"/>
                <a:gd name="T13" fmla="*/ 0 h 122"/>
                <a:gd name="T14" fmla="*/ 0 w 244"/>
                <a:gd name="T15" fmla="*/ 0 h 122"/>
                <a:gd name="T16" fmla="*/ 0 w 244"/>
                <a:gd name="T17" fmla="*/ 0 h 122"/>
                <a:gd name="T18" fmla="*/ 0 w 244"/>
                <a:gd name="T19" fmla="*/ 0 h 122"/>
                <a:gd name="T20" fmla="*/ 0 w 244"/>
                <a:gd name="T21" fmla="*/ 0 h 122"/>
                <a:gd name="T22" fmla="*/ 0 w 244"/>
                <a:gd name="T23" fmla="*/ 0 h 122"/>
                <a:gd name="T24" fmla="*/ 0 w 244"/>
                <a:gd name="T25" fmla="*/ 0 h 122"/>
                <a:gd name="T26" fmla="*/ 0 w 244"/>
                <a:gd name="T27" fmla="*/ 0 h 122"/>
                <a:gd name="T28" fmla="*/ 0 w 244"/>
                <a:gd name="T29" fmla="*/ 0 h 122"/>
                <a:gd name="T30" fmla="*/ 0 w 244"/>
                <a:gd name="T31" fmla="*/ 0 h 1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 h="122">
                  <a:moveTo>
                    <a:pt x="0" y="93"/>
                  </a:moveTo>
                  <a:lnTo>
                    <a:pt x="56" y="111"/>
                  </a:lnTo>
                  <a:lnTo>
                    <a:pt x="70" y="92"/>
                  </a:lnTo>
                  <a:lnTo>
                    <a:pt x="82" y="122"/>
                  </a:lnTo>
                  <a:lnTo>
                    <a:pt x="108" y="110"/>
                  </a:lnTo>
                  <a:lnTo>
                    <a:pt x="104" y="81"/>
                  </a:lnTo>
                  <a:lnTo>
                    <a:pt x="130" y="97"/>
                  </a:lnTo>
                  <a:lnTo>
                    <a:pt x="145" y="53"/>
                  </a:lnTo>
                  <a:lnTo>
                    <a:pt x="167" y="50"/>
                  </a:lnTo>
                  <a:lnTo>
                    <a:pt x="176" y="90"/>
                  </a:lnTo>
                  <a:lnTo>
                    <a:pt x="228" y="60"/>
                  </a:lnTo>
                  <a:lnTo>
                    <a:pt x="211" y="26"/>
                  </a:lnTo>
                  <a:lnTo>
                    <a:pt x="244" y="17"/>
                  </a:lnTo>
                  <a:lnTo>
                    <a:pt x="210" y="0"/>
                  </a:lnTo>
                  <a:lnTo>
                    <a:pt x="121" y="17"/>
                  </a:lnTo>
                  <a:lnTo>
                    <a:pt x="0" y="93"/>
                  </a:lnTo>
                  <a:close/>
                </a:path>
              </a:pathLst>
            </a:custGeom>
            <a:grpFill/>
            <a:ln w="3175">
              <a:solidFill>
                <a:schemeClr val="bg1"/>
              </a:solidFill>
              <a:prstDash val="solid"/>
              <a:round/>
            </a:ln>
          </p:spPr>
          <p:txBody>
            <a:bodyPr/>
            <a:lstStyle/>
            <a:p>
              <a:endParaRPr lang="en-US" dirty="0"/>
            </a:p>
          </p:txBody>
        </p:sp>
        <p:sp>
          <p:nvSpPr>
            <p:cNvPr id="51" name="21963229.375151.516.533.8755">
              <a:extLst>
                <a:ext uri="{FF2B5EF4-FFF2-40B4-BE49-F238E27FC236}">
                  <a16:creationId xmlns:a16="http://schemas.microsoft.com/office/drawing/2014/main" id="{6760367A-94A4-7BF9-469C-6E262F8BA365}"/>
                </a:ext>
              </a:extLst>
            </p:cNvPr>
            <p:cNvSpPr/>
            <p:nvPr>
              <p:custDataLst>
                <p:tags r:id="rId53"/>
              </p:custDataLst>
            </p:nvPr>
          </p:nvSpPr>
          <p:spPr bwMode="auto">
            <a:xfrm>
              <a:off x="2450" y="2042"/>
              <a:ext cx="196" cy="95"/>
            </a:xfrm>
            <a:custGeom>
              <a:avLst/>
              <a:gdLst>
                <a:gd name="T0" fmla="*/ 0 w 602"/>
                <a:gd name="T1" fmla="*/ 0 h 296"/>
                <a:gd name="T2" fmla="*/ 0 w 602"/>
                <a:gd name="T3" fmla="*/ 0 h 296"/>
                <a:gd name="T4" fmla="*/ 0 w 602"/>
                <a:gd name="T5" fmla="*/ 0 h 296"/>
                <a:gd name="T6" fmla="*/ 0 w 602"/>
                <a:gd name="T7" fmla="*/ 0 h 296"/>
                <a:gd name="T8" fmla="*/ 0 w 602"/>
                <a:gd name="T9" fmla="*/ 0 h 296"/>
                <a:gd name="T10" fmla="*/ 0 w 602"/>
                <a:gd name="T11" fmla="*/ 0 h 296"/>
                <a:gd name="T12" fmla="*/ 0 w 602"/>
                <a:gd name="T13" fmla="*/ 0 h 296"/>
                <a:gd name="T14" fmla="*/ 0 w 602"/>
                <a:gd name="T15" fmla="*/ 0 h 296"/>
                <a:gd name="T16" fmla="*/ 0 w 602"/>
                <a:gd name="T17" fmla="*/ 0 h 296"/>
                <a:gd name="T18" fmla="*/ 0 w 602"/>
                <a:gd name="T19" fmla="*/ 0 h 296"/>
                <a:gd name="T20" fmla="*/ 0 w 602"/>
                <a:gd name="T21" fmla="*/ 0 h 296"/>
                <a:gd name="T22" fmla="*/ 0 w 602"/>
                <a:gd name="T23" fmla="*/ 0 h 296"/>
                <a:gd name="T24" fmla="*/ 0 w 602"/>
                <a:gd name="T25" fmla="*/ 0 h 296"/>
                <a:gd name="T26" fmla="*/ 0 w 602"/>
                <a:gd name="T27" fmla="*/ 0 h 296"/>
                <a:gd name="T28" fmla="*/ 0 w 602"/>
                <a:gd name="T29" fmla="*/ 0 h 296"/>
                <a:gd name="T30" fmla="*/ 0 w 602"/>
                <a:gd name="T31" fmla="*/ 0 h 296"/>
                <a:gd name="T32" fmla="*/ 0 w 602"/>
                <a:gd name="T33" fmla="*/ 0 h 296"/>
                <a:gd name="T34" fmla="*/ 0 w 602"/>
                <a:gd name="T35" fmla="*/ 0 h 296"/>
                <a:gd name="T36" fmla="*/ 0 w 602"/>
                <a:gd name="T37" fmla="*/ 0 h 296"/>
                <a:gd name="T38" fmla="*/ 0 w 602"/>
                <a:gd name="T39" fmla="*/ 0 h 296"/>
                <a:gd name="T40" fmla="*/ 0 w 602"/>
                <a:gd name="T41" fmla="*/ 0 h 296"/>
                <a:gd name="T42" fmla="*/ 0 w 602"/>
                <a:gd name="T43" fmla="*/ 0 h 296"/>
                <a:gd name="T44" fmla="*/ 0 w 602"/>
                <a:gd name="T45" fmla="*/ 0 h 296"/>
                <a:gd name="T46" fmla="*/ 0 w 602"/>
                <a:gd name="T47" fmla="*/ 0 h 296"/>
                <a:gd name="T48" fmla="*/ 0 w 602"/>
                <a:gd name="T49" fmla="*/ 0 h 296"/>
                <a:gd name="T50" fmla="*/ 0 w 602"/>
                <a:gd name="T51" fmla="*/ 0 h 296"/>
                <a:gd name="T52" fmla="*/ 0 w 602"/>
                <a:gd name="T53" fmla="*/ 0 h 296"/>
                <a:gd name="T54" fmla="*/ 0 w 602"/>
                <a:gd name="T55" fmla="*/ 0 h 296"/>
                <a:gd name="T56" fmla="*/ 0 w 602"/>
                <a:gd name="T57" fmla="*/ 0 h 296"/>
                <a:gd name="T58" fmla="*/ 0 w 602"/>
                <a:gd name="T59" fmla="*/ 0 h 296"/>
                <a:gd name="T60" fmla="*/ 0 w 602"/>
                <a:gd name="T61" fmla="*/ 0 h 296"/>
                <a:gd name="T62" fmla="*/ 0 w 602"/>
                <a:gd name="T63" fmla="*/ 0 h 296"/>
                <a:gd name="T64" fmla="*/ 0 w 602"/>
                <a:gd name="T65" fmla="*/ 0 h 296"/>
                <a:gd name="T66" fmla="*/ 0 w 602"/>
                <a:gd name="T67" fmla="*/ 0 h 296"/>
                <a:gd name="T68" fmla="*/ 0 w 602"/>
                <a:gd name="T69" fmla="*/ 0 h 296"/>
                <a:gd name="T70" fmla="*/ 0 w 602"/>
                <a:gd name="T71" fmla="*/ 0 h 296"/>
                <a:gd name="T72" fmla="*/ 0 w 602"/>
                <a:gd name="T73" fmla="*/ 0 h 296"/>
                <a:gd name="T74" fmla="*/ 0 w 602"/>
                <a:gd name="T75" fmla="*/ 0 h 296"/>
                <a:gd name="T76" fmla="*/ 0 w 602"/>
                <a:gd name="T77" fmla="*/ 0 h 29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2" h="296">
                  <a:moveTo>
                    <a:pt x="0" y="95"/>
                  </a:moveTo>
                  <a:lnTo>
                    <a:pt x="30" y="72"/>
                  </a:lnTo>
                  <a:lnTo>
                    <a:pt x="15" y="59"/>
                  </a:lnTo>
                  <a:lnTo>
                    <a:pt x="87" y="17"/>
                  </a:lnTo>
                  <a:lnTo>
                    <a:pt x="146" y="0"/>
                  </a:lnTo>
                  <a:lnTo>
                    <a:pt x="165" y="30"/>
                  </a:lnTo>
                  <a:lnTo>
                    <a:pt x="144" y="48"/>
                  </a:lnTo>
                  <a:lnTo>
                    <a:pt x="198" y="24"/>
                  </a:lnTo>
                  <a:lnTo>
                    <a:pt x="257" y="44"/>
                  </a:lnTo>
                  <a:lnTo>
                    <a:pt x="235" y="66"/>
                  </a:lnTo>
                  <a:lnTo>
                    <a:pt x="304" y="51"/>
                  </a:lnTo>
                  <a:lnTo>
                    <a:pt x="285" y="26"/>
                  </a:lnTo>
                  <a:lnTo>
                    <a:pt x="312" y="29"/>
                  </a:lnTo>
                  <a:lnTo>
                    <a:pt x="366" y="109"/>
                  </a:lnTo>
                  <a:lnTo>
                    <a:pt x="385" y="90"/>
                  </a:lnTo>
                  <a:lnTo>
                    <a:pt x="363" y="3"/>
                  </a:lnTo>
                  <a:lnTo>
                    <a:pt x="407" y="4"/>
                  </a:lnTo>
                  <a:lnTo>
                    <a:pt x="455" y="35"/>
                  </a:lnTo>
                  <a:lnTo>
                    <a:pt x="483" y="143"/>
                  </a:lnTo>
                  <a:lnTo>
                    <a:pt x="602" y="195"/>
                  </a:lnTo>
                  <a:lnTo>
                    <a:pt x="601" y="224"/>
                  </a:lnTo>
                  <a:lnTo>
                    <a:pt x="568" y="212"/>
                  </a:lnTo>
                  <a:lnTo>
                    <a:pt x="532" y="231"/>
                  </a:lnTo>
                  <a:lnTo>
                    <a:pt x="583" y="255"/>
                  </a:lnTo>
                  <a:lnTo>
                    <a:pt x="536" y="279"/>
                  </a:lnTo>
                  <a:lnTo>
                    <a:pt x="459" y="267"/>
                  </a:lnTo>
                  <a:lnTo>
                    <a:pt x="414" y="237"/>
                  </a:lnTo>
                  <a:lnTo>
                    <a:pt x="315" y="286"/>
                  </a:lnTo>
                  <a:lnTo>
                    <a:pt x="191" y="296"/>
                  </a:lnTo>
                  <a:lnTo>
                    <a:pt x="166" y="249"/>
                  </a:lnTo>
                  <a:lnTo>
                    <a:pt x="98" y="246"/>
                  </a:lnTo>
                  <a:lnTo>
                    <a:pt x="54" y="206"/>
                  </a:lnTo>
                  <a:lnTo>
                    <a:pt x="228" y="182"/>
                  </a:lnTo>
                  <a:lnTo>
                    <a:pt x="47" y="169"/>
                  </a:lnTo>
                  <a:lnTo>
                    <a:pt x="24" y="145"/>
                  </a:lnTo>
                  <a:lnTo>
                    <a:pt x="117" y="117"/>
                  </a:lnTo>
                  <a:lnTo>
                    <a:pt x="30" y="121"/>
                  </a:lnTo>
                  <a:lnTo>
                    <a:pt x="37" y="109"/>
                  </a:lnTo>
                  <a:lnTo>
                    <a:pt x="0" y="95"/>
                  </a:lnTo>
                  <a:close/>
                </a:path>
              </a:pathLst>
            </a:custGeom>
            <a:grpFill/>
            <a:ln w="3175">
              <a:solidFill>
                <a:schemeClr val="bg1"/>
              </a:solidFill>
              <a:prstDash val="solid"/>
              <a:round/>
            </a:ln>
          </p:spPr>
          <p:txBody>
            <a:bodyPr/>
            <a:lstStyle/>
            <a:p>
              <a:endParaRPr lang="en-US" dirty="0"/>
            </a:p>
          </p:txBody>
        </p:sp>
        <p:sp>
          <p:nvSpPr>
            <p:cNvPr id="52" name="21964216.251549.12522.8755">
              <a:extLst>
                <a:ext uri="{FF2B5EF4-FFF2-40B4-BE49-F238E27FC236}">
                  <a16:creationId xmlns:a16="http://schemas.microsoft.com/office/drawing/2014/main" id="{9D458CD2-6547-A410-F043-C8C69EEE7B5D}"/>
                </a:ext>
              </a:extLst>
            </p:cNvPr>
            <p:cNvSpPr/>
            <p:nvPr>
              <p:custDataLst>
                <p:tags r:id="rId54"/>
              </p:custDataLst>
            </p:nvPr>
          </p:nvSpPr>
          <p:spPr bwMode="auto">
            <a:xfrm>
              <a:off x="2464" y="1966"/>
              <a:ext cx="133" cy="53"/>
            </a:xfrm>
            <a:custGeom>
              <a:avLst/>
              <a:gdLst>
                <a:gd name="T0" fmla="*/ 0 w 408"/>
                <a:gd name="T1" fmla="*/ 0 h 164"/>
                <a:gd name="T2" fmla="*/ 0 w 408"/>
                <a:gd name="T3" fmla="*/ 0 h 164"/>
                <a:gd name="T4" fmla="*/ 0 w 408"/>
                <a:gd name="T5" fmla="*/ 0 h 164"/>
                <a:gd name="T6" fmla="*/ 0 w 408"/>
                <a:gd name="T7" fmla="*/ 0 h 164"/>
                <a:gd name="T8" fmla="*/ 0 w 408"/>
                <a:gd name="T9" fmla="*/ 0 h 164"/>
                <a:gd name="T10" fmla="*/ 0 w 408"/>
                <a:gd name="T11" fmla="*/ 0 h 164"/>
                <a:gd name="T12" fmla="*/ 0 w 408"/>
                <a:gd name="T13" fmla="*/ 0 h 164"/>
                <a:gd name="T14" fmla="*/ 0 w 408"/>
                <a:gd name="T15" fmla="*/ 0 h 164"/>
                <a:gd name="T16" fmla="*/ 0 w 408"/>
                <a:gd name="T17" fmla="*/ 0 h 164"/>
                <a:gd name="T18" fmla="*/ 0 w 408"/>
                <a:gd name="T19" fmla="*/ 0 h 164"/>
                <a:gd name="T20" fmla="*/ 0 w 408"/>
                <a:gd name="T21" fmla="*/ 0 h 164"/>
                <a:gd name="T22" fmla="*/ 0 w 408"/>
                <a:gd name="T23" fmla="*/ 0 h 164"/>
                <a:gd name="T24" fmla="*/ 0 w 408"/>
                <a:gd name="T25" fmla="*/ 0 h 164"/>
                <a:gd name="T26" fmla="*/ 0 w 408"/>
                <a:gd name="T27" fmla="*/ 0 h 164"/>
                <a:gd name="T28" fmla="*/ 0 w 408"/>
                <a:gd name="T29" fmla="*/ 0 h 164"/>
                <a:gd name="T30" fmla="*/ 0 w 408"/>
                <a:gd name="T31" fmla="*/ 0 h 164"/>
                <a:gd name="T32" fmla="*/ 0 w 408"/>
                <a:gd name="T33" fmla="*/ 0 h 164"/>
                <a:gd name="T34" fmla="*/ 0 w 408"/>
                <a:gd name="T35" fmla="*/ 0 h 164"/>
                <a:gd name="T36" fmla="*/ 0 w 408"/>
                <a:gd name="T37" fmla="*/ 0 h 164"/>
                <a:gd name="T38" fmla="*/ 0 w 408"/>
                <a:gd name="T39" fmla="*/ 0 h 164"/>
                <a:gd name="T40" fmla="*/ 0 w 408"/>
                <a:gd name="T41" fmla="*/ 0 h 164"/>
                <a:gd name="T42" fmla="*/ 0 w 408"/>
                <a:gd name="T43" fmla="*/ 0 h 164"/>
                <a:gd name="T44" fmla="*/ 0 w 408"/>
                <a:gd name="T45" fmla="*/ 0 h 164"/>
                <a:gd name="T46" fmla="*/ 0 w 408"/>
                <a:gd name="T47" fmla="*/ 0 h 164"/>
                <a:gd name="T48" fmla="*/ 0 w 408"/>
                <a:gd name="T49" fmla="*/ 0 h 164"/>
                <a:gd name="T50" fmla="*/ 0 w 408"/>
                <a:gd name="T51" fmla="*/ 0 h 164"/>
                <a:gd name="T52" fmla="*/ 0 w 408"/>
                <a:gd name="T53" fmla="*/ 0 h 164"/>
                <a:gd name="T54" fmla="*/ 0 w 408"/>
                <a:gd name="T55" fmla="*/ 0 h 164"/>
                <a:gd name="T56" fmla="*/ 0 w 408"/>
                <a:gd name="T57" fmla="*/ 0 h 164"/>
                <a:gd name="T58" fmla="*/ 0 w 408"/>
                <a:gd name="T59" fmla="*/ 0 h 164"/>
                <a:gd name="T60" fmla="*/ 0 w 408"/>
                <a:gd name="T61" fmla="*/ 0 h 164"/>
                <a:gd name="T62" fmla="*/ 0 w 408"/>
                <a:gd name="T63" fmla="*/ 0 h 164"/>
                <a:gd name="T64" fmla="*/ 0 w 408"/>
                <a:gd name="T65" fmla="*/ 0 h 164"/>
                <a:gd name="T66" fmla="*/ 0 w 408"/>
                <a:gd name="T67" fmla="*/ 0 h 1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08" h="164">
                  <a:moveTo>
                    <a:pt x="0" y="108"/>
                  </a:moveTo>
                  <a:lnTo>
                    <a:pt x="15" y="95"/>
                  </a:lnTo>
                  <a:lnTo>
                    <a:pt x="85" y="80"/>
                  </a:lnTo>
                  <a:lnTo>
                    <a:pt x="15" y="83"/>
                  </a:lnTo>
                  <a:lnTo>
                    <a:pt x="96" y="66"/>
                  </a:lnTo>
                  <a:lnTo>
                    <a:pt x="30" y="66"/>
                  </a:lnTo>
                  <a:lnTo>
                    <a:pt x="36" y="48"/>
                  </a:lnTo>
                  <a:lnTo>
                    <a:pt x="99" y="47"/>
                  </a:lnTo>
                  <a:lnTo>
                    <a:pt x="55" y="43"/>
                  </a:lnTo>
                  <a:lnTo>
                    <a:pt x="89" y="26"/>
                  </a:lnTo>
                  <a:lnTo>
                    <a:pt x="172" y="47"/>
                  </a:lnTo>
                  <a:lnTo>
                    <a:pt x="213" y="88"/>
                  </a:lnTo>
                  <a:lnTo>
                    <a:pt x="290" y="91"/>
                  </a:lnTo>
                  <a:lnTo>
                    <a:pt x="260" y="66"/>
                  </a:lnTo>
                  <a:lnTo>
                    <a:pt x="278" y="50"/>
                  </a:lnTo>
                  <a:lnTo>
                    <a:pt x="243" y="31"/>
                  </a:lnTo>
                  <a:lnTo>
                    <a:pt x="297" y="0"/>
                  </a:lnTo>
                  <a:lnTo>
                    <a:pt x="320" y="36"/>
                  </a:lnTo>
                  <a:lnTo>
                    <a:pt x="304" y="53"/>
                  </a:lnTo>
                  <a:lnTo>
                    <a:pt x="334" y="58"/>
                  </a:lnTo>
                  <a:lnTo>
                    <a:pt x="323" y="76"/>
                  </a:lnTo>
                  <a:lnTo>
                    <a:pt x="362" y="81"/>
                  </a:lnTo>
                  <a:lnTo>
                    <a:pt x="382" y="57"/>
                  </a:lnTo>
                  <a:lnTo>
                    <a:pt x="408" y="86"/>
                  </a:lnTo>
                  <a:lnTo>
                    <a:pt x="388" y="123"/>
                  </a:lnTo>
                  <a:lnTo>
                    <a:pt x="300" y="120"/>
                  </a:lnTo>
                  <a:lnTo>
                    <a:pt x="165" y="164"/>
                  </a:lnTo>
                  <a:lnTo>
                    <a:pt x="110" y="141"/>
                  </a:lnTo>
                  <a:lnTo>
                    <a:pt x="224" y="105"/>
                  </a:lnTo>
                  <a:lnTo>
                    <a:pt x="127" y="127"/>
                  </a:lnTo>
                  <a:lnTo>
                    <a:pt x="143" y="97"/>
                  </a:lnTo>
                  <a:lnTo>
                    <a:pt x="94" y="128"/>
                  </a:lnTo>
                  <a:lnTo>
                    <a:pt x="36" y="120"/>
                  </a:lnTo>
                  <a:lnTo>
                    <a:pt x="0" y="108"/>
                  </a:lnTo>
                  <a:close/>
                </a:path>
              </a:pathLst>
            </a:custGeom>
            <a:grpFill/>
            <a:ln w="3175">
              <a:solidFill>
                <a:schemeClr val="bg1"/>
              </a:solidFill>
              <a:prstDash val="solid"/>
              <a:round/>
            </a:ln>
          </p:spPr>
          <p:txBody>
            <a:bodyPr/>
            <a:lstStyle/>
            <a:p>
              <a:endParaRPr lang="en-US" dirty="0"/>
            </a:p>
          </p:txBody>
        </p:sp>
        <p:sp>
          <p:nvSpPr>
            <p:cNvPr id="53" name="21965206.625176.8755.7511.8755">
              <a:extLst>
                <a:ext uri="{FF2B5EF4-FFF2-40B4-BE49-F238E27FC236}">
                  <a16:creationId xmlns:a16="http://schemas.microsoft.com/office/drawing/2014/main" id="{407B8F1C-E6BB-946F-14AD-067226C1D7C0}"/>
                </a:ext>
              </a:extLst>
            </p:cNvPr>
            <p:cNvSpPr/>
            <p:nvPr>
              <p:custDataLst>
                <p:tags r:id="rId55"/>
              </p:custDataLst>
            </p:nvPr>
          </p:nvSpPr>
          <p:spPr bwMode="auto">
            <a:xfrm>
              <a:off x="2597" y="1910"/>
              <a:ext cx="68" cy="33"/>
            </a:xfrm>
            <a:custGeom>
              <a:avLst/>
              <a:gdLst>
                <a:gd name="T0" fmla="*/ 0 w 212"/>
                <a:gd name="T1" fmla="*/ 0 h 102"/>
                <a:gd name="T2" fmla="*/ 0 w 212"/>
                <a:gd name="T3" fmla="*/ 0 h 102"/>
                <a:gd name="T4" fmla="*/ 0 w 212"/>
                <a:gd name="T5" fmla="*/ 0 h 102"/>
                <a:gd name="T6" fmla="*/ 0 w 212"/>
                <a:gd name="T7" fmla="*/ 0 h 102"/>
                <a:gd name="T8" fmla="*/ 0 w 212"/>
                <a:gd name="T9" fmla="*/ 0 h 102"/>
                <a:gd name="T10" fmla="*/ 0 w 212"/>
                <a:gd name="T11" fmla="*/ 0 h 102"/>
                <a:gd name="T12" fmla="*/ 0 w 212"/>
                <a:gd name="T13" fmla="*/ 0 h 102"/>
                <a:gd name="T14" fmla="*/ 0 w 212"/>
                <a:gd name="T15" fmla="*/ 0 h 102"/>
                <a:gd name="T16" fmla="*/ 0 w 212"/>
                <a:gd name="T17" fmla="*/ 0 h 102"/>
                <a:gd name="T18" fmla="*/ 0 w 212"/>
                <a:gd name="T19" fmla="*/ 0 h 102"/>
                <a:gd name="T20" fmla="*/ 0 w 212"/>
                <a:gd name="T21" fmla="*/ 0 h 102"/>
                <a:gd name="T22" fmla="*/ 0 w 212"/>
                <a:gd name="T23" fmla="*/ 0 h 102"/>
                <a:gd name="T24" fmla="*/ 0 w 21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1" h="102">
                  <a:moveTo>
                    <a:pt x="0" y="0"/>
                  </a:moveTo>
                  <a:lnTo>
                    <a:pt x="18" y="36"/>
                  </a:lnTo>
                  <a:lnTo>
                    <a:pt x="69" y="36"/>
                  </a:lnTo>
                  <a:lnTo>
                    <a:pt x="52" y="44"/>
                  </a:lnTo>
                  <a:lnTo>
                    <a:pt x="65" y="56"/>
                  </a:lnTo>
                  <a:lnTo>
                    <a:pt x="19" y="62"/>
                  </a:lnTo>
                  <a:lnTo>
                    <a:pt x="93" y="75"/>
                  </a:lnTo>
                  <a:lnTo>
                    <a:pt x="212" y="102"/>
                  </a:lnTo>
                  <a:lnTo>
                    <a:pt x="194" y="42"/>
                  </a:lnTo>
                  <a:lnTo>
                    <a:pt x="109" y="8"/>
                  </a:lnTo>
                  <a:lnTo>
                    <a:pt x="81" y="23"/>
                  </a:lnTo>
                  <a:lnTo>
                    <a:pt x="73" y="0"/>
                  </a:lnTo>
                  <a:lnTo>
                    <a:pt x="0" y="0"/>
                  </a:lnTo>
                  <a:close/>
                </a:path>
              </a:pathLst>
            </a:custGeom>
            <a:grpFill/>
            <a:ln w="3175">
              <a:solidFill>
                <a:schemeClr val="bg1"/>
              </a:solidFill>
              <a:prstDash val="solid"/>
              <a:round/>
            </a:ln>
          </p:spPr>
          <p:txBody>
            <a:bodyPr/>
            <a:lstStyle/>
            <a:p>
              <a:endParaRPr lang="en-US" dirty="0"/>
            </a:p>
          </p:txBody>
        </p:sp>
        <p:sp>
          <p:nvSpPr>
            <p:cNvPr id="54" name="21966217.5182.3755.8759.55">
              <a:extLst>
                <a:ext uri="{FF2B5EF4-FFF2-40B4-BE49-F238E27FC236}">
                  <a16:creationId xmlns:a16="http://schemas.microsoft.com/office/drawing/2014/main" id="{5C4C4D73-B058-D208-896B-01E980C7B26C}"/>
                </a:ext>
              </a:extLst>
            </p:cNvPr>
            <p:cNvSpPr/>
            <p:nvPr>
              <p:custDataLst>
                <p:tags r:id="rId56"/>
              </p:custDataLst>
            </p:nvPr>
          </p:nvSpPr>
          <p:spPr bwMode="auto">
            <a:xfrm>
              <a:off x="2628" y="1973"/>
              <a:ext cx="55" cy="34"/>
            </a:xfrm>
            <a:custGeom>
              <a:avLst/>
              <a:gdLst>
                <a:gd name="T0" fmla="*/ 0 w 169"/>
                <a:gd name="T1" fmla="*/ 0 h 103"/>
                <a:gd name="T2" fmla="*/ 0 w 169"/>
                <a:gd name="T3" fmla="*/ 0 h 103"/>
                <a:gd name="T4" fmla="*/ 0 w 169"/>
                <a:gd name="T5" fmla="*/ 0 h 103"/>
                <a:gd name="T6" fmla="*/ 0 w 169"/>
                <a:gd name="T7" fmla="*/ 0 h 103"/>
                <a:gd name="T8" fmla="*/ 0 w 169"/>
                <a:gd name="T9" fmla="*/ 0 h 103"/>
                <a:gd name="T10" fmla="*/ 0 w 169"/>
                <a:gd name="T11" fmla="*/ 0 h 103"/>
                <a:gd name="T12" fmla="*/ 0 w 169"/>
                <a:gd name="T13" fmla="*/ 0 h 103"/>
                <a:gd name="T14" fmla="*/ 0 w 169"/>
                <a:gd name="T15" fmla="*/ 0 h 103"/>
                <a:gd name="T16" fmla="*/ 0 w 169"/>
                <a:gd name="T17" fmla="*/ 0 h 103"/>
                <a:gd name="T18" fmla="*/ 0 w 169"/>
                <a:gd name="T19" fmla="*/ 0 h 103"/>
                <a:gd name="T20" fmla="*/ 0 w 169"/>
                <a:gd name="T21" fmla="*/ 0 h 103"/>
                <a:gd name="T22" fmla="*/ 0 w 169"/>
                <a:gd name="T23" fmla="*/ 0 h 103"/>
                <a:gd name="T24" fmla="*/ 0 w 169"/>
                <a:gd name="T25" fmla="*/ 0 h 103"/>
                <a:gd name="T26" fmla="*/ 0 w 169"/>
                <a:gd name="T27" fmla="*/ 0 h 103"/>
                <a:gd name="T28" fmla="*/ 0 w 169"/>
                <a:gd name="T29" fmla="*/ 0 h 103"/>
                <a:gd name="T30" fmla="*/ 0 w 169"/>
                <a:gd name="T31" fmla="*/ 0 h 10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 h="103">
                  <a:moveTo>
                    <a:pt x="0" y="67"/>
                  </a:moveTo>
                  <a:lnTo>
                    <a:pt x="18" y="42"/>
                  </a:lnTo>
                  <a:lnTo>
                    <a:pt x="51" y="46"/>
                  </a:lnTo>
                  <a:lnTo>
                    <a:pt x="10" y="22"/>
                  </a:lnTo>
                  <a:lnTo>
                    <a:pt x="19" y="7"/>
                  </a:lnTo>
                  <a:lnTo>
                    <a:pt x="88" y="40"/>
                  </a:lnTo>
                  <a:lnTo>
                    <a:pt x="49" y="4"/>
                  </a:lnTo>
                  <a:lnTo>
                    <a:pt x="151" y="0"/>
                  </a:lnTo>
                  <a:lnTo>
                    <a:pt x="169" y="75"/>
                  </a:lnTo>
                  <a:lnTo>
                    <a:pt x="148" y="63"/>
                  </a:lnTo>
                  <a:lnTo>
                    <a:pt x="147" y="103"/>
                  </a:lnTo>
                  <a:lnTo>
                    <a:pt x="64" y="99"/>
                  </a:lnTo>
                  <a:lnTo>
                    <a:pt x="81" y="88"/>
                  </a:lnTo>
                  <a:lnTo>
                    <a:pt x="59" y="73"/>
                  </a:lnTo>
                  <a:lnTo>
                    <a:pt x="118" y="52"/>
                  </a:lnTo>
                  <a:lnTo>
                    <a:pt x="0" y="67"/>
                  </a:lnTo>
                  <a:close/>
                </a:path>
              </a:pathLst>
            </a:custGeom>
            <a:grpFill/>
            <a:ln w="3175">
              <a:solidFill>
                <a:schemeClr val="bg1"/>
              </a:solidFill>
              <a:prstDash val="solid"/>
              <a:round/>
            </a:ln>
          </p:spPr>
          <p:txBody>
            <a:bodyPr/>
            <a:lstStyle/>
            <a:p>
              <a:endParaRPr lang="en-US" dirty="0"/>
            </a:p>
          </p:txBody>
        </p:sp>
        <p:sp>
          <p:nvSpPr>
            <p:cNvPr id="55" name="21967227.5182.6259.12511.1255">
              <a:extLst>
                <a:ext uri="{FF2B5EF4-FFF2-40B4-BE49-F238E27FC236}">
                  <a16:creationId xmlns:a16="http://schemas.microsoft.com/office/drawing/2014/main" id="{1B28A126-D1A8-87E7-3F55-D4F45FD6C2F5}"/>
                </a:ext>
              </a:extLst>
            </p:cNvPr>
            <p:cNvSpPr/>
            <p:nvPr>
              <p:custDataLst>
                <p:tags r:id="rId57"/>
              </p:custDataLst>
            </p:nvPr>
          </p:nvSpPr>
          <p:spPr bwMode="auto">
            <a:xfrm>
              <a:off x="2630" y="2031"/>
              <a:ext cx="64" cy="53"/>
            </a:xfrm>
            <a:custGeom>
              <a:avLst/>
              <a:gdLst>
                <a:gd name="T0" fmla="*/ 0 w 198"/>
                <a:gd name="T1" fmla="*/ 0 h 162"/>
                <a:gd name="T2" fmla="*/ 0 w 198"/>
                <a:gd name="T3" fmla="*/ 0 h 162"/>
                <a:gd name="T4" fmla="*/ 0 w 198"/>
                <a:gd name="T5" fmla="*/ 0 h 162"/>
                <a:gd name="T6" fmla="*/ 0 w 198"/>
                <a:gd name="T7" fmla="*/ 0 h 162"/>
                <a:gd name="T8" fmla="*/ 0 w 198"/>
                <a:gd name="T9" fmla="*/ 0 h 162"/>
                <a:gd name="T10" fmla="*/ 0 w 198"/>
                <a:gd name="T11" fmla="*/ 0 h 162"/>
                <a:gd name="T12" fmla="*/ 0 w 198"/>
                <a:gd name="T13" fmla="*/ 0 h 162"/>
                <a:gd name="T14" fmla="*/ 0 w 198"/>
                <a:gd name="T15" fmla="*/ 0 h 162"/>
                <a:gd name="T16" fmla="*/ 0 w 198"/>
                <a:gd name="T17" fmla="*/ 0 h 162"/>
                <a:gd name="T18" fmla="*/ 0 w 198"/>
                <a:gd name="T19" fmla="*/ 0 h 162"/>
                <a:gd name="T20" fmla="*/ 0 w 198"/>
                <a:gd name="T21" fmla="*/ 0 h 162"/>
                <a:gd name="T22" fmla="*/ 0 w 198"/>
                <a:gd name="T23" fmla="*/ 0 h 162"/>
                <a:gd name="T24" fmla="*/ 0 w 198"/>
                <a:gd name="T25" fmla="*/ 0 h 162"/>
                <a:gd name="T26" fmla="*/ 0 w 198"/>
                <a:gd name="T27" fmla="*/ 0 h 162"/>
                <a:gd name="T28" fmla="*/ 0 w 198"/>
                <a:gd name="T29" fmla="*/ 0 h 162"/>
                <a:gd name="T30" fmla="*/ 0 w 198"/>
                <a:gd name="T31" fmla="*/ 0 h 16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8" h="162">
                  <a:moveTo>
                    <a:pt x="0" y="81"/>
                  </a:moveTo>
                  <a:lnTo>
                    <a:pt x="10" y="61"/>
                  </a:lnTo>
                  <a:lnTo>
                    <a:pt x="76" y="73"/>
                  </a:lnTo>
                  <a:lnTo>
                    <a:pt x="66" y="47"/>
                  </a:lnTo>
                  <a:lnTo>
                    <a:pt x="84" y="48"/>
                  </a:lnTo>
                  <a:lnTo>
                    <a:pt x="40" y="35"/>
                  </a:lnTo>
                  <a:lnTo>
                    <a:pt x="60" y="28"/>
                  </a:lnTo>
                  <a:lnTo>
                    <a:pt x="41" y="14"/>
                  </a:lnTo>
                  <a:lnTo>
                    <a:pt x="168" y="0"/>
                  </a:lnTo>
                  <a:lnTo>
                    <a:pt x="172" y="36"/>
                  </a:lnTo>
                  <a:lnTo>
                    <a:pt x="133" y="65"/>
                  </a:lnTo>
                  <a:lnTo>
                    <a:pt x="191" y="73"/>
                  </a:lnTo>
                  <a:lnTo>
                    <a:pt x="198" y="131"/>
                  </a:lnTo>
                  <a:lnTo>
                    <a:pt x="113" y="162"/>
                  </a:lnTo>
                  <a:lnTo>
                    <a:pt x="76" y="117"/>
                  </a:lnTo>
                  <a:lnTo>
                    <a:pt x="0" y="81"/>
                  </a:lnTo>
                  <a:close/>
                </a:path>
              </a:pathLst>
            </a:custGeom>
            <a:grpFill/>
            <a:ln w="3175">
              <a:solidFill>
                <a:schemeClr val="bg1"/>
              </a:solidFill>
              <a:prstDash val="solid"/>
              <a:round/>
            </a:ln>
          </p:spPr>
          <p:txBody>
            <a:bodyPr/>
            <a:lstStyle/>
            <a:p>
              <a:endParaRPr lang="en-US" dirty="0"/>
            </a:p>
          </p:txBody>
        </p:sp>
        <p:sp>
          <p:nvSpPr>
            <p:cNvPr id="56" name="21968208.125190.3754.6256.755">
              <a:extLst>
                <a:ext uri="{FF2B5EF4-FFF2-40B4-BE49-F238E27FC236}">
                  <a16:creationId xmlns:a16="http://schemas.microsoft.com/office/drawing/2014/main" id="{A0AB0879-929B-9620-E2EE-18240F99C46C}"/>
                </a:ext>
              </a:extLst>
            </p:cNvPr>
            <p:cNvSpPr/>
            <p:nvPr>
              <p:custDataLst>
                <p:tags r:id="rId58"/>
              </p:custDataLst>
            </p:nvPr>
          </p:nvSpPr>
          <p:spPr bwMode="auto">
            <a:xfrm>
              <a:off x="2675" y="1919"/>
              <a:ext cx="39" cy="27"/>
            </a:xfrm>
            <a:custGeom>
              <a:avLst/>
              <a:gdLst>
                <a:gd name="T0" fmla="*/ 0 w 119"/>
                <a:gd name="T1" fmla="*/ 0 h 82"/>
                <a:gd name="T2" fmla="*/ 0 w 119"/>
                <a:gd name="T3" fmla="*/ 0 h 82"/>
                <a:gd name="T4" fmla="*/ 0 w 119"/>
                <a:gd name="T5" fmla="*/ 0 h 82"/>
                <a:gd name="T6" fmla="*/ 0 w 119"/>
                <a:gd name="T7" fmla="*/ 0 h 82"/>
                <a:gd name="T8" fmla="*/ 0 w 119"/>
                <a:gd name="T9" fmla="*/ 0 h 82"/>
                <a:gd name="T10" fmla="*/ 0 w 119"/>
                <a:gd name="T11" fmla="*/ 0 h 82"/>
                <a:gd name="T12" fmla="*/ 0 w 119"/>
                <a:gd name="T13" fmla="*/ 0 h 82"/>
                <a:gd name="T14" fmla="*/ 0 w 119"/>
                <a:gd name="T15" fmla="*/ 0 h 8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9" h="82">
                  <a:moveTo>
                    <a:pt x="0" y="0"/>
                  </a:moveTo>
                  <a:lnTo>
                    <a:pt x="14" y="49"/>
                  </a:lnTo>
                  <a:lnTo>
                    <a:pt x="51" y="52"/>
                  </a:lnTo>
                  <a:lnTo>
                    <a:pt x="19" y="59"/>
                  </a:lnTo>
                  <a:lnTo>
                    <a:pt x="34" y="82"/>
                  </a:lnTo>
                  <a:lnTo>
                    <a:pt x="108" y="69"/>
                  </a:lnTo>
                  <a:lnTo>
                    <a:pt x="119" y="41"/>
                  </a:lnTo>
                  <a:lnTo>
                    <a:pt x="0" y="0"/>
                  </a:lnTo>
                  <a:close/>
                </a:path>
              </a:pathLst>
            </a:custGeom>
            <a:grpFill/>
            <a:ln w="3175">
              <a:solidFill>
                <a:schemeClr val="bg1"/>
              </a:solidFill>
              <a:prstDash val="solid"/>
              <a:round/>
            </a:ln>
          </p:spPr>
          <p:txBody>
            <a:bodyPr/>
            <a:lstStyle/>
            <a:p>
              <a:endParaRPr lang="en-US" dirty="0"/>
            </a:p>
          </p:txBody>
        </p:sp>
        <p:sp>
          <p:nvSpPr>
            <p:cNvPr id="57" name="21969215.25192.87510.12532.255">
              <a:extLst>
                <a:ext uri="{FF2B5EF4-FFF2-40B4-BE49-F238E27FC236}">
                  <a16:creationId xmlns:a16="http://schemas.microsoft.com/office/drawing/2014/main" id="{0C8E5EBC-2247-6B13-52A1-4A0029673F67}"/>
                </a:ext>
              </a:extLst>
            </p:cNvPr>
            <p:cNvSpPr/>
            <p:nvPr>
              <p:custDataLst>
                <p:tags r:id="rId59"/>
              </p:custDataLst>
            </p:nvPr>
          </p:nvSpPr>
          <p:spPr bwMode="auto">
            <a:xfrm>
              <a:off x="2689" y="1960"/>
              <a:ext cx="187" cy="59"/>
            </a:xfrm>
            <a:custGeom>
              <a:avLst/>
              <a:gdLst>
                <a:gd name="T0" fmla="*/ 0 w 575"/>
                <a:gd name="T1" fmla="*/ 0 h 182"/>
                <a:gd name="T2" fmla="*/ 0 w 575"/>
                <a:gd name="T3" fmla="*/ 0 h 182"/>
                <a:gd name="T4" fmla="*/ 0 w 575"/>
                <a:gd name="T5" fmla="*/ 0 h 182"/>
                <a:gd name="T6" fmla="*/ 0 w 575"/>
                <a:gd name="T7" fmla="*/ 0 h 182"/>
                <a:gd name="T8" fmla="*/ 0 w 575"/>
                <a:gd name="T9" fmla="*/ 0 h 182"/>
                <a:gd name="T10" fmla="*/ 0 w 575"/>
                <a:gd name="T11" fmla="*/ 0 h 182"/>
                <a:gd name="T12" fmla="*/ 0 w 575"/>
                <a:gd name="T13" fmla="*/ 0 h 182"/>
                <a:gd name="T14" fmla="*/ 0 w 575"/>
                <a:gd name="T15" fmla="*/ 0 h 182"/>
                <a:gd name="T16" fmla="*/ 0 w 575"/>
                <a:gd name="T17" fmla="*/ 0 h 182"/>
                <a:gd name="T18" fmla="*/ 0 w 575"/>
                <a:gd name="T19" fmla="*/ 0 h 182"/>
                <a:gd name="T20" fmla="*/ 0 w 575"/>
                <a:gd name="T21" fmla="*/ 0 h 182"/>
                <a:gd name="T22" fmla="*/ 0 w 575"/>
                <a:gd name="T23" fmla="*/ 0 h 182"/>
                <a:gd name="T24" fmla="*/ 0 w 575"/>
                <a:gd name="T25" fmla="*/ 0 h 182"/>
                <a:gd name="T26" fmla="*/ 0 w 575"/>
                <a:gd name="T27" fmla="*/ 0 h 182"/>
                <a:gd name="T28" fmla="*/ 0 w 575"/>
                <a:gd name="T29" fmla="*/ 0 h 182"/>
                <a:gd name="T30" fmla="*/ 0 w 575"/>
                <a:gd name="T31" fmla="*/ 0 h 182"/>
                <a:gd name="T32" fmla="*/ 0 w 575"/>
                <a:gd name="T33" fmla="*/ 0 h 182"/>
                <a:gd name="T34" fmla="*/ 0 w 575"/>
                <a:gd name="T35" fmla="*/ 0 h 182"/>
                <a:gd name="T36" fmla="*/ 0 w 575"/>
                <a:gd name="T37" fmla="*/ 0 h 182"/>
                <a:gd name="T38" fmla="*/ 0 w 575"/>
                <a:gd name="T39" fmla="*/ 0 h 182"/>
                <a:gd name="T40" fmla="*/ 0 w 575"/>
                <a:gd name="T41" fmla="*/ 0 h 182"/>
                <a:gd name="T42" fmla="*/ 0 w 575"/>
                <a:gd name="T43" fmla="*/ 0 h 182"/>
                <a:gd name="T44" fmla="*/ 0 w 575"/>
                <a:gd name="T45" fmla="*/ 0 h 182"/>
                <a:gd name="T46" fmla="*/ 0 w 575"/>
                <a:gd name="T47" fmla="*/ 0 h 182"/>
                <a:gd name="T48" fmla="*/ 0 w 575"/>
                <a:gd name="T49" fmla="*/ 0 h 182"/>
                <a:gd name="T50" fmla="*/ 0 w 575"/>
                <a:gd name="T51" fmla="*/ 0 h 182"/>
                <a:gd name="T52" fmla="*/ 0 w 575"/>
                <a:gd name="T53" fmla="*/ 0 h 182"/>
                <a:gd name="T54" fmla="*/ 0 w 575"/>
                <a:gd name="T55" fmla="*/ 0 h 182"/>
                <a:gd name="T56" fmla="*/ 0 w 575"/>
                <a:gd name="T57" fmla="*/ 0 h 182"/>
                <a:gd name="T58" fmla="*/ 0 w 575"/>
                <a:gd name="T59" fmla="*/ 0 h 182"/>
                <a:gd name="T60" fmla="*/ 0 w 575"/>
                <a:gd name="T61" fmla="*/ 0 h 182"/>
                <a:gd name="T62" fmla="*/ 0 w 575"/>
                <a:gd name="T63" fmla="*/ 0 h 18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75" h="182">
                  <a:moveTo>
                    <a:pt x="0" y="29"/>
                  </a:moveTo>
                  <a:lnTo>
                    <a:pt x="36" y="0"/>
                  </a:lnTo>
                  <a:lnTo>
                    <a:pt x="87" y="16"/>
                  </a:lnTo>
                  <a:lnTo>
                    <a:pt x="121" y="29"/>
                  </a:lnTo>
                  <a:lnTo>
                    <a:pt x="110" y="50"/>
                  </a:lnTo>
                  <a:lnTo>
                    <a:pt x="176" y="32"/>
                  </a:lnTo>
                  <a:lnTo>
                    <a:pt x="219" y="50"/>
                  </a:lnTo>
                  <a:lnTo>
                    <a:pt x="183" y="50"/>
                  </a:lnTo>
                  <a:lnTo>
                    <a:pt x="256" y="64"/>
                  </a:lnTo>
                  <a:lnTo>
                    <a:pt x="176" y="69"/>
                  </a:lnTo>
                  <a:lnTo>
                    <a:pt x="219" y="82"/>
                  </a:lnTo>
                  <a:lnTo>
                    <a:pt x="187" y="97"/>
                  </a:lnTo>
                  <a:lnTo>
                    <a:pt x="227" y="84"/>
                  </a:lnTo>
                  <a:lnTo>
                    <a:pt x="263" y="120"/>
                  </a:lnTo>
                  <a:lnTo>
                    <a:pt x="271" y="104"/>
                  </a:lnTo>
                  <a:lnTo>
                    <a:pt x="377" y="120"/>
                  </a:lnTo>
                  <a:lnTo>
                    <a:pt x="486" y="86"/>
                  </a:lnTo>
                  <a:lnTo>
                    <a:pt x="575" y="126"/>
                  </a:lnTo>
                  <a:lnTo>
                    <a:pt x="547" y="145"/>
                  </a:lnTo>
                  <a:lnTo>
                    <a:pt x="557" y="175"/>
                  </a:lnTo>
                  <a:lnTo>
                    <a:pt x="505" y="182"/>
                  </a:lnTo>
                  <a:lnTo>
                    <a:pt x="446" y="153"/>
                  </a:lnTo>
                  <a:lnTo>
                    <a:pt x="446" y="175"/>
                  </a:lnTo>
                  <a:lnTo>
                    <a:pt x="414" y="179"/>
                  </a:lnTo>
                  <a:lnTo>
                    <a:pt x="285" y="182"/>
                  </a:lnTo>
                  <a:lnTo>
                    <a:pt x="271" y="157"/>
                  </a:lnTo>
                  <a:lnTo>
                    <a:pt x="240" y="179"/>
                  </a:lnTo>
                  <a:lnTo>
                    <a:pt x="200" y="157"/>
                  </a:lnTo>
                  <a:lnTo>
                    <a:pt x="174" y="172"/>
                  </a:lnTo>
                  <a:lnTo>
                    <a:pt x="124" y="54"/>
                  </a:lnTo>
                  <a:lnTo>
                    <a:pt x="65" y="65"/>
                  </a:lnTo>
                  <a:lnTo>
                    <a:pt x="0" y="29"/>
                  </a:lnTo>
                  <a:close/>
                </a:path>
              </a:pathLst>
            </a:custGeom>
            <a:grpFill/>
            <a:ln w="3175">
              <a:solidFill>
                <a:schemeClr val="bg1"/>
              </a:solidFill>
              <a:prstDash val="solid"/>
              <a:round/>
            </a:ln>
          </p:spPr>
          <p:txBody>
            <a:bodyPr/>
            <a:lstStyle/>
            <a:p>
              <a:endParaRPr lang="en-US" dirty="0"/>
            </a:p>
          </p:txBody>
        </p:sp>
        <p:sp>
          <p:nvSpPr>
            <p:cNvPr id="58" name="21970197.75194.12513.62521.1255">
              <a:extLst>
                <a:ext uri="{FF2B5EF4-FFF2-40B4-BE49-F238E27FC236}">
                  <a16:creationId xmlns:a16="http://schemas.microsoft.com/office/drawing/2014/main" id="{FD16E3F5-DF8E-254E-B312-7B68056F6E64}"/>
                </a:ext>
              </a:extLst>
            </p:cNvPr>
            <p:cNvSpPr/>
            <p:nvPr>
              <p:custDataLst>
                <p:tags r:id="rId60"/>
              </p:custDataLst>
            </p:nvPr>
          </p:nvSpPr>
          <p:spPr bwMode="auto">
            <a:xfrm>
              <a:off x="2696" y="1859"/>
              <a:ext cx="123" cy="79"/>
            </a:xfrm>
            <a:custGeom>
              <a:avLst/>
              <a:gdLst>
                <a:gd name="T0" fmla="*/ 0 w 375"/>
                <a:gd name="T1" fmla="*/ 0 h 242"/>
                <a:gd name="T2" fmla="*/ 0 w 375"/>
                <a:gd name="T3" fmla="*/ 0 h 242"/>
                <a:gd name="T4" fmla="*/ 0 w 375"/>
                <a:gd name="T5" fmla="*/ 0 h 242"/>
                <a:gd name="T6" fmla="*/ 0 w 375"/>
                <a:gd name="T7" fmla="*/ 0 h 242"/>
                <a:gd name="T8" fmla="*/ 0 w 375"/>
                <a:gd name="T9" fmla="*/ 0 h 242"/>
                <a:gd name="T10" fmla="*/ 0 w 375"/>
                <a:gd name="T11" fmla="*/ 0 h 242"/>
                <a:gd name="T12" fmla="*/ 0 w 375"/>
                <a:gd name="T13" fmla="*/ 0 h 242"/>
                <a:gd name="T14" fmla="*/ 0 w 375"/>
                <a:gd name="T15" fmla="*/ 0 h 242"/>
                <a:gd name="T16" fmla="*/ 0 w 375"/>
                <a:gd name="T17" fmla="*/ 0 h 242"/>
                <a:gd name="T18" fmla="*/ 0 w 375"/>
                <a:gd name="T19" fmla="*/ 0 h 242"/>
                <a:gd name="T20" fmla="*/ 0 w 375"/>
                <a:gd name="T21" fmla="*/ 0 h 242"/>
                <a:gd name="T22" fmla="*/ 0 w 375"/>
                <a:gd name="T23" fmla="*/ 0 h 242"/>
                <a:gd name="T24" fmla="*/ 0 w 375"/>
                <a:gd name="T25" fmla="*/ 0 h 242"/>
                <a:gd name="T26" fmla="*/ 0 w 375"/>
                <a:gd name="T27" fmla="*/ 0 h 242"/>
                <a:gd name="T28" fmla="*/ 0 w 375"/>
                <a:gd name="T29" fmla="*/ 0 h 242"/>
                <a:gd name="T30" fmla="*/ 0 w 375"/>
                <a:gd name="T31" fmla="*/ 0 h 242"/>
                <a:gd name="T32" fmla="*/ 0 w 375"/>
                <a:gd name="T33" fmla="*/ 0 h 242"/>
                <a:gd name="T34" fmla="*/ 0 w 375"/>
                <a:gd name="T35" fmla="*/ 0 h 242"/>
                <a:gd name="T36" fmla="*/ 0 w 375"/>
                <a:gd name="T37" fmla="*/ 0 h 242"/>
                <a:gd name="T38" fmla="*/ 0 w 375"/>
                <a:gd name="T39" fmla="*/ 0 h 242"/>
                <a:gd name="T40" fmla="*/ 0 w 375"/>
                <a:gd name="T41" fmla="*/ 0 h 242"/>
                <a:gd name="T42" fmla="*/ 0 w 375"/>
                <a:gd name="T43" fmla="*/ 0 h 242"/>
                <a:gd name="T44" fmla="*/ 0 w 375"/>
                <a:gd name="T45" fmla="*/ 0 h 242"/>
                <a:gd name="T46" fmla="*/ 0 w 375"/>
                <a:gd name="T47" fmla="*/ 0 h 242"/>
                <a:gd name="T48" fmla="*/ 0 w 375"/>
                <a:gd name="T49" fmla="*/ 0 h 242"/>
                <a:gd name="T50" fmla="*/ 0 w 375"/>
                <a:gd name="T51" fmla="*/ 0 h 242"/>
                <a:gd name="T52" fmla="*/ 0 w 375"/>
                <a:gd name="T53" fmla="*/ 0 h 242"/>
                <a:gd name="T54" fmla="*/ 0 w 375"/>
                <a:gd name="T55" fmla="*/ 0 h 242"/>
                <a:gd name="T56" fmla="*/ 0 w 375"/>
                <a:gd name="T57" fmla="*/ 0 h 242"/>
                <a:gd name="T58" fmla="*/ 0 w 375"/>
                <a:gd name="T59" fmla="*/ 0 h 242"/>
                <a:gd name="T60" fmla="*/ 0 w 375"/>
                <a:gd name="T61" fmla="*/ 0 h 242"/>
                <a:gd name="T62" fmla="*/ 0 w 375"/>
                <a:gd name="T63" fmla="*/ 0 h 242"/>
                <a:gd name="T64" fmla="*/ 0 w 375"/>
                <a:gd name="T65" fmla="*/ 0 h 242"/>
                <a:gd name="T66" fmla="*/ 0 w 375"/>
                <a:gd name="T67" fmla="*/ 0 h 242"/>
                <a:gd name="T68" fmla="*/ 0 w 375"/>
                <a:gd name="T69" fmla="*/ 0 h 242"/>
                <a:gd name="T70" fmla="*/ 0 w 375"/>
                <a:gd name="T71" fmla="*/ 0 h 242"/>
                <a:gd name="T72" fmla="*/ 0 w 375"/>
                <a:gd name="T73" fmla="*/ 0 h 242"/>
                <a:gd name="T74" fmla="*/ 0 w 375"/>
                <a:gd name="T75" fmla="*/ 0 h 24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5" h="241">
                  <a:moveTo>
                    <a:pt x="0" y="75"/>
                  </a:moveTo>
                  <a:lnTo>
                    <a:pt x="90" y="61"/>
                  </a:lnTo>
                  <a:lnTo>
                    <a:pt x="42" y="28"/>
                  </a:lnTo>
                  <a:lnTo>
                    <a:pt x="122" y="13"/>
                  </a:lnTo>
                  <a:lnTo>
                    <a:pt x="59" y="0"/>
                  </a:lnTo>
                  <a:lnTo>
                    <a:pt x="159" y="17"/>
                  </a:lnTo>
                  <a:lnTo>
                    <a:pt x="188" y="63"/>
                  </a:lnTo>
                  <a:lnTo>
                    <a:pt x="240" y="64"/>
                  </a:lnTo>
                  <a:lnTo>
                    <a:pt x="260" y="96"/>
                  </a:lnTo>
                  <a:lnTo>
                    <a:pt x="264" y="74"/>
                  </a:lnTo>
                  <a:lnTo>
                    <a:pt x="290" y="75"/>
                  </a:lnTo>
                  <a:lnTo>
                    <a:pt x="279" y="96"/>
                  </a:lnTo>
                  <a:lnTo>
                    <a:pt x="308" y="111"/>
                  </a:lnTo>
                  <a:lnTo>
                    <a:pt x="290" y="133"/>
                  </a:lnTo>
                  <a:lnTo>
                    <a:pt x="349" y="130"/>
                  </a:lnTo>
                  <a:lnTo>
                    <a:pt x="375" y="162"/>
                  </a:lnTo>
                  <a:lnTo>
                    <a:pt x="304" y="173"/>
                  </a:lnTo>
                  <a:lnTo>
                    <a:pt x="284" y="202"/>
                  </a:lnTo>
                  <a:lnTo>
                    <a:pt x="271" y="171"/>
                  </a:lnTo>
                  <a:lnTo>
                    <a:pt x="251" y="240"/>
                  </a:lnTo>
                  <a:lnTo>
                    <a:pt x="206" y="205"/>
                  </a:lnTo>
                  <a:lnTo>
                    <a:pt x="229" y="242"/>
                  </a:lnTo>
                  <a:lnTo>
                    <a:pt x="141" y="236"/>
                  </a:lnTo>
                  <a:lnTo>
                    <a:pt x="114" y="217"/>
                  </a:lnTo>
                  <a:lnTo>
                    <a:pt x="155" y="214"/>
                  </a:lnTo>
                  <a:lnTo>
                    <a:pt x="111" y="207"/>
                  </a:lnTo>
                  <a:lnTo>
                    <a:pt x="99" y="196"/>
                  </a:lnTo>
                  <a:lnTo>
                    <a:pt x="122" y="195"/>
                  </a:lnTo>
                  <a:lnTo>
                    <a:pt x="85" y="180"/>
                  </a:lnTo>
                  <a:lnTo>
                    <a:pt x="203" y="158"/>
                  </a:lnTo>
                  <a:lnTo>
                    <a:pt x="59" y="162"/>
                  </a:lnTo>
                  <a:lnTo>
                    <a:pt x="33" y="138"/>
                  </a:lnTo>
                  <a:lnTo>
                    <a:pt x="85" y="127"/>
                  </a:lnTo>
                  <a:lnTo>
                    <a:pt x="5" y="111"/>
                  </a:lnTo>
                  <a:lnTo>
                    <a:pt x="23" y="110"/>
                  </a:lnTo>
                  <a:lnTo>
                    <a:pt x="1" y="93"/>
                  </a:lnTo>
                  <a:lnTo>
                    <a:pt x="90" y="93"/>
                  </a:lnTo>
                  <a:lnTo>
                    <a:pt x="0" y="75"/>
                  </a:lnTo>
                  <a:close/>
                </a:path>
              </a:pathLst>
            </a:custGeom>
            <a:grpFill/>
            <a:ln w="3175">
              <a:solidFill>
                <a:schemeClr val="bg1"/>
              </a:solidFill>
              <a:prstDash val="solid"/>
              <a:round/>
            </a:ln>
          </p:spPr>
          <p:txBody>
            <a:bodyPr/>
            <a:lstStyle/>
            <a:p>
              <a:endParaRPr lang="en-US" dirty="0"/>
            </a:p>
          </p:txBody>
        </p:sp>
        <p:sp>
          <p:nvSpPr>
            <p:cNvPr id="59" name="21971221.25194.1253.55.1255">
              <a:extLst>
                <a:ext uri="{FF2B5EF4-FFF2-40B4-BE49-F238E27FC236}">
                  <a16:creationId xmlns:a16="http://schemas.microsoft.com/office/drawing/2014/main" id="{7E7EC426-9A29-3FD6-F3B3-F3D8FDC23F5B}"/>
                </a:ext>
              </a:extLst>
            </p:cNvPr>
            <p:cNvSpPr/>
            <p:nvPr>
              <p:custDataLst>
                <p:tags r:id="rId61"/>
              </p:custDataLst>
            </p:nvPr>
          </p:nvSpPr>
          <p:spPr bwMode="auto">
            <a:xfrm>
              <a:off x="2696" y="1995"/>
              <a:ext cx="30" cy="20"/>
            </a:xfrm>
            <a:custGeom>
              <a:avLst/>
              <a:gdLst>
                <a:gd name="T0" fmla="*/ 0 w 90"/>
                <a:gd name="T1" fmla="*/ 0 h 62"/>
                <a:gd name="T2" fmla="*/ 0 w 90"/>
                <a:gd name="T3" fmla="*/ 0 h 62"/>
                <a:gd name="T4" fmla="*/ 0 w 90"/>
                <a:gd name="T5" fmla="*/ 0 h 62"/>
                <a:gd name="T6" fmla="*/ 0 w 90"/>
                <a:gd name="T7" fmla="*/ 0 h 62"/>
                <a:gd name="T8" fmla="*/ 0 w 90"/>
                <a:gd name="T9" fmla="*/ 0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 h="62">
                  <a:moveTo>
                    <a:pt x="0" y="43"/>
                  </a:moveTo>
                  <a:lnTo>
                    <a:pt x="15" y="0"/>
                  </a:lnTo>
                  <a:lnTo>
                    <a:pt x="74" y="13"/>
                  </a:lnTo>
                  <a:lnTo>
                    <a:pt x="90" y="62"/>
                  </a:lnTo>
                  <a:lnTo>
                    <a:pt x="0" y="43"/>
                  </a:lnTo>
                  <a:close/>
                </a:path>
              </a:pathLst>
            </a:custGeom>
            <a:grpFill/>
            <a:ln w="3175">
              <a:solidFill>
                <a:schemeClr val="bg1"/>
              </a:solidFill>
              <a:prstDash val="solid"/>
              <a:round/>
            </a:ln>
          </p:spPr>
          <p:txBody>
            <a:bodyPr/>
            <a:lstStyle/>
            <a:p>
              <a:endParaRPr lang="en-US" dirty="0"/>
            </a:p>
          </p:txBody>
        </p:sp>
        <p:sp>
          <p:nvSpPr>
            <p:cNvPr id="60" name="21972212.75194.251.255.6255">
              <a:extLst>
                <a:ext uri="{FF2B5EF4-FFF2-40B4-BE49-F238E27FC236}">
                  <a16:creationId xmlns:a16="http://schemas.microsoft.com/office/drawing/2014/main" id="{113558F5-CC8A-284C-D61A-835B9CCF9A43}"/>
                </a:ext>
              </a:extLst>
            </p:cNvPr>
            <p:cNvSpPr/>
            <p:nvPr>
              <p:custDataLst>
                <p:tags r:id="rId62"/>
              </p:custDataLst>
            </p:nvPr>
          </p:nvSpPr>
          <p:spPr bwMode="auto">
            <a:xfrm>
              <a:off x="2697" y="1946"/>
              <a:ext cx="33" cy="7"/>
            </a:xfrm>
            <a:custGeom>
              <a:avLst/>
              <a:gdLst>
                <a:gd name="T0" fmla="*/ 0 w 102"/>
                <a:gd name="T1" fmla="*/ 0 h 22"/>
                <a:gd name="T2" fmla="*/ 0 w 102"/>
                <a:gd name="T3" fmla="*/ 0 h 22"/>
                <a:gd name="T4" fmla="*/ 0 w 102"/>
                <a:gd name="T5" fmla="*/ 0 h 22"/>
                <a:gd name="T6" fmla="*/ 0 w 102"/>
                <a:gd name="T7" fmla="*/ 0 h 22"/>
                <a:gd name="T8" fmla="*/ 0 w 102"/>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22">
                  <a:moveTo>
                    <a:pt x="0" y="9"/>
                  </a:moveTo>
                  <a:lnTo>
                    <a:pt x="24" y="22"/>
                  </a:lnTo>
                  <a:lnTo>
                    <a:pt x="102" y="9"/>
                  </a:lnTo>
                  <a:lnTo>
                    <a:pt x="28" y="0"/>
                  </a:lnTo>
                  <a:lnTo>
                    <a:pt x="0" y="9"/>
                  </a:lnTo>
                  <a:close/>
                </a:path>
              </a:pathLst>
            </a:custGeom>
            <a:grpFill/>
            <a:ln w="3175">
              <a:solidFill>
                <a:schemeClr val="bg1"/>
              </a:solidFill>
              <a:prstDash val="solid"/>
              <a:round/>
            </a:ln>
          </p:spPr>
          <p:txBody>
            <a:bodyPr/>
            <a:lstStyle/>
            <a:p>
              <a:endParaRPr lang="en-US" dirty="0"/>
            </a:p>
          </p:txBody>
        </p:sp>
        <p:sp>
          <p:nvSpPr>
            <p:cNvPr id="61" name="21973227195.257.25105">
              <a:extLst>
                <a:ext uri="{FF2B5EF4-FFF2-40B4-BE49-F238E27FC236}">
                  <a16:creationId xmlns:a16="http://schemas.microsoft.com/office/drawing/2014/main" id="{5427B952-89D4-F4C1-6F05-35759AD4EF6D}"/>
                </a:ext>
              </a:extLst>
            </p:cNvPr>
            <p:cNvSpPr/>
            <p:nvPr>
              <p:custDataLst>
                <p:tags r:id="rId63"/>
              </p:custDataLst>
            </p:nvPr>
          </p:nvSpPr>
          <p:spPr bwMode="auto">
            <a:xfrm>
              <a:off x="2703" y="2028"/>
              <a:ext cx="58" cy="42"/>
            </a:xfrm>
            <a:custGeom>
              <a:avLst/>
              <a:gdLst>
                <a:gd name="T0" fmla="*/ 0 w 179"/>
                <a:gd name="T1" fmla="*/ 0 h 128"/>
                <a:gd name="T2" fmla="*/ 0 w 179"/>
                <a:gd name="T3" fmla="*/ 0 h 128"/>
                <a:gd name="T4" fmla="*/ 0 w 179"/>
                <a:gd name="T5" fmla="*/ 0 h 128"/>
                <a:gd name="T6" fmla="*/ 0 w 179"/>
                <a:gd name="T7" fmla="*/ 0 h 128"/>
                <a:gd name="T8" fmla="*/ 0 w 179"/>
                <a:gd name="T9" fmla="*/ 0 h 128"/>
                <a:gd name="T10" fmla="*/ 0 w 179"/>
                <a:gd name="T11" fmla="*/ 0 h 128"/>
                <a:gd name="T12" fmla="*/ 0 w 179"/>
                <a:gd name="T13" fmla="*/ 0 h 128"/>
                <a:gd name="T14" fmla="*/ 0 w 179"/>
                <a:gd name="T15" fmla="*/ 0 h 128"/>
                <a:gd name="T16" fmla="*/ 0 w 179"/>
                <a:gd name="T17" fmla="*/ 0 h 128"/>
                <a:gd name="T18" fmla="*/ 0 w 179"/>
                <a:gd name="T19" fmla="*/ 0 h 128"/>
                <a:gd name="T20" fmla="*/ 0 w 179"/>
                <a:gd name="T21" fmla="*/ 0 h 128"/>
                <a:gd name="T22" fmla="*/ 0 w 179"/>
                <a:gd name="T23" fmla="*/ 0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9" h="128">
                  <a:moveTo>
                    <a:pt x="0" y="21"/>
                  </a:moveTo>
                  <a:lnTo>
                    <a:pt x="4" y="81"/>
                  </a:lnTo>
                  <a:lnTo>
                    <a:pt x="23" y="92"/>
                  </a:lnTo>
                  <a:lnTo>
                    <a:pt x="17" y="126"/>
                  </a:lnTo>
                  <a:lnTo>
                    <a:pt x="44" y="128"/>
                  </a:lnTo>
                  <a:lnTo>
                    <a:pt x="73" y="100"/>
                  </a:lnTo>
                  <a:lnTo>
                    <a:pt x="44" y="81"/>
                  </a:lnTo>
                  <a:lnTo>
                    <a:pt x="117" y="81"/>
                  </a:lnTo>
                  <a:lnTo>
                    <a:pt x="179" y="8"/>
                  </a:lnTo>
                  <a:lnTo>
                    <a:pt x="14" y="0"/>
                  </a:lnTo>
                  <a:lnTo>
                    <a:pt x="36" y="23"/>
                  </a:lnTo>
                  <a:lnTo>
                    <a:pt x="0" y="21"/>
                  </a:lnTo>
                  <a:close/>
                </a:path>
              </a:pathLst>
            </a:custGeom>
            <a:grpFill/>
            <a:ln w="3175">
              <a:solidFill>
                <a:schemeClr val="bg1"/>
              </a:solidFill>
              <a:prstDash val="solid"/>
              <a:round/>
            </a:ln>
          </p:spPr>
          <p:txBody>
            <a:bodyPr/>
            <a:lstStyle/>
            <a:p>
              <a:endParaRPr lang="en-US" dirty="0"/>
            </a:p>
          </p:txBody>
        </p:sp>
        <p:sp>
          <p:nvSpPr>
            <p:cNvPr id="62" name="21974189.75202.12529.37557.55">
              <a:extLst>
                <a:ext uri="{FF2B5EF4-FFF2-40B4-BE49-F238E27FC236}">
                  <a16:creationId xmlns:a16="http://schemas.microsoft.com/office/drawing/2014/main" id="{A464B76C-4A09-F87E-5AB0-162619508070}"/>
                </a:ext>
              </a:extLst>
            </p:cNvPr>
            <p:cNvSpPr/>
            <p:nvPr>
              <p:custDataLst>
                <p:tags r:id="rId64"/>
              </p:custDataLst>
            </p:nvPr>
          </p:nvSpPr>
          <p:spPr bwMode="auto">
            <a:xfrm>
              <a:off x="2743" y="1813"/>
              <a:ext cx="332" cy="169"/>
            </a:xfrm>
            <a:custGeom>
              <a:avLst/>
              <a:gdLst>
                <a:gd name="T0" fmla="*/ 0 w 1026"/>
                <a:gd name="T1" fmla="*/ 0 h 522"/>
                <a:gd name="T2" fmla="*/ 0 w 1026"/>
                <a:gd name="T3" fmla="*/ 0 h 522"/>
                <a:gd name="T4" fmla="*/ 0 w 1026"/>
                <a:gd name="T5" fmla="*/ 0 h 522"/>
                <a:gd name="T6" fmla="*/ 0 w 1026"/>
                <a:gd name="T7" fmla="*/ 0 h 522"/>
                <a:gd name="T8" fmla="*/ 0 w 1026"/>
                <a:gd name="T9" fmla="*/ 0 h 522"/>
                <a:gd name="T10" fmla="*/ 0 w 1026"/>
                <a:gd name="T11" fmla="*/ 0 h 522"/>
                <a:gd name="T12" fmla="*/ 0 w 1026"/>
                <a:gd name="T13" fmla="*/ 0 h 522"/>
                <a:gd name="T14" fmla="*/ 0 w 1026"/>
                <a:gd name="T15" fmla="*/ 0 h 522"/>
                <a:gd name="T16" fmla="*/ 0 w 1026"/>
                <a:gd name="T17" fmla="*/ 0 h 522"/>
                <a:gd name="T18" fmla="*/ 0 w 1026"/>
                <a:gd name="T19" fmla="*/ 0 h 522"/>
                <a:gd name="T20" fmla="*/ 0 w 1026"/>
                <a:gd name="T21" fmla="*/ 0 h 522"/>
                <a:gd name="T22" fmla="*/ 0 w 1026"/>
                <a:gd name="T23" fmla="*/ 0 h 522"/>
                <a:gd name="T24" fmla="*/ 0 w 1026"/>
                <a:gd name="T25" fmla="*/ 0 h 522"/>
                <a:gd name="T26" fmla="*/ 0 w 1026"/>
                <a:gd name="T27" fmla="*/ 0 h 522"/>
                <a:gd name="T28" fmla="*/ 0 w 1026"/>
                <a:gd name="T29" fmla="*/ 0 h 522"/>
                <a:gd name="T30" fmla="*/ 0 w 1026"/>
                <a:gd name="T31" fmla="*/ 0 h 522"/>
                <a:gd name="T32" fmla="*/ 0 w 1026"/>
                <a:gd name="T33" fmla="*/ 0 h 522"/>
                <a:gd name="T34" fmla="*/ 0 w 1026"/>
                <a:gd name="T35" fmla="*/ 0 h 522"/>
                <a:gd name="T36" fmla="*/ 0 w 1026"/>
                <a:gd name="T37" fmla="*/ 0 h 522"/>
                <a:gd name="T38" fmla="*/ 0 w 1026"/>
                <a:gd name="T39" fmla="*/ 0 h 522"/>
                <a:gd name="T40" fmla="*/ 0 w 1026"/>
                <a:gd name="T41" fmla="*/ 0 h 522"/>
                <a:gd name="T42" fmla="*/ 0 w 1026"/>
                <a:gd name="T43" fmla="*/ 0 h 522"/>
                <a:gd name="T44" fmla="*/ 0 w 1026"/>
                <a:gd name="T45" fmla="*/ 0 h 522"/>
                <a:gd name="T46" fmla="*/ 0 w 1026"/>
                <a:gd name="T47" fmla="*/ 0 h 522"/>
                <a:gd name="T48" fmla="*/ 0 w 1026"/>
                <a:gd name="T49" fmla="*/ 0 h 522"/>
                <a:gd name="T50" fmla="*/ 0 w 1026"/>
                <a:gd name="T51" fmla="*/ 0 h 522"/>
                <a:gd name="T52" fmla="*/ 0 w 1026"/>
                <a:gd name="T53" fmla="*/ 0 h 522"/>
                <a:gd name="T54" fmla="*/ 0 w 1026"/>
                <a:gd name="T55" fmla="*/ 0 h 522"/>
                <a:gd name="T56" fmla="*/ 0 w 1026"/>
                <a:gd name="T57" fmla="*/ 0 h 522"/>
                <a:gd name="T58" fmla="*/ 0 w 1026"/>
                <a:gd name="T59" fmla="*/ 0 h 522"/>
                <a:gd name="T60" fmla="*/ 0 w 1026"/>
                <a:gd name="T61" fmla="*/ 0 h 522"/>
                <a:gd name="T62" fmla="*/ 0 w 1026"/>
                <a:gd name="T63" fmla="*/ 0 h 522"/>
                <a:gd name="T64" fmla="*/ 0 w 1026"/>
                <a:gd name="T65" fmla="*/ 0 h 522"/>
                <a:gd name="T66" fmla="*/ 0 w 1026"/>
                <a:gd name="T67" fmla="*/ 0 h 522"/>
                <a:gd name="T68" fmla="*/ 0 w 1026"/>
                <a:gd name="T69" fmla="*/ 0 h 522"/>
                <a:gd name="T70" fmla="*/ 0 w 1026"/>
                <a:gd name="T71" fmla="*/ 0 h 522"/>
                <a:gd name="T72" fmla="*/ 0 w 1026"/>
                <a:gd name="T73" fmla="*/ 0 h 522"/>
                <a:gd name="T74" fmla="*/ 0 w 1026"/>
                <a:gd name="T75" fmla="*/ 0 h 522"/>
                <a:gd name="T76" fmla="*/ 0 w 1026"/>
                <a:gd name="T77" fmla="*/ 0 h 522"/>
                <a:gd name="T78" fmla="*/ 0 w 1026"/>
                <a:gd name="T79" fmla="*/ 0 h 522"/>
                <a:gd name="T80" fmla="*/ 0 w 1026"/>
                <a:gd name="T81" fmla="*/ 0 h 522"/>
                <a:gd name="T82" fmla="*/ 0 w 1026"/>
                <a:gd name="T83" fmla="*/ 0 h 522"/>
                <a:gd name="T84" fmla="*/ 0 w 1026"/>
                <a:gd name="T85" fmla="*/ 0 h 522"/>
                <a:gd name="T86" fmla="*/ 0 w 1026"/>
                <a:gd name="T87" fmla="*/ 0 h 52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6" h="522">
                  <a:moveTo>
                    <a:pt x="0" y="123"/>
                  </a:moveTo>
                  <a:lnTo>
                    <a:pt x="90" y="123"/>
                  </a:lnTo>
                  <a:lnTo>
                    <a:pt x="58" y="143"/>
                  </a:lnTo>
                  <a:lnTo>
                    <a:pt x="184" y="129"/>
                  </a:lnTo>
                  <a:lnTo>
                    <a:pt x="75" y="143"/>
                  </a:lnTo>
                  <a:lnTo>
                    <a:pt x="109" y="151"/>
                  </a:lnTo>
                  <a:lnTo>
                    <a:pt x="72" y="154"/>
                  </a:lnTo>
                  <a:lnTo>
                    <a:pt x="87" y="167"/>
                  </a:lnTo>
                  <a:lnTo>
                    <a:pt x="250" y="147"/>
                  </a:lnTo>
                  <a:lnTo>
                    <a:pt x="90" y="178"/>
                  </a:lnTo>
                  <a:lnTo>
                    <a:pt x="160" y="203"/>
                  </a:lnTo>
                  <a:lnTo>
                    <a:pt x="223" y="166"/>
                  </a:lnTo>
                  <a:lnTo>
                    <a:pt x="330" y="160"/>
                  </a:lnTo>
                  <a:lnTo>
                    <a:pt x="217" y="174"/>
                  </a:lnTo>
                  <a:lnTo>
                    <a:pt x="190" y="203"/>
                  </a:lnTo>
                  <a:lnTo>
                    <a:pt x="257" y="207"/>
                  </a:lnTo>
                  <a:lnTo>
                    <a:pt x="330" y="177"/>
                  </a:lnTo>
                  <a:lnTo>
                    <a:pt x="281" y="204"/>
                  </a:lnTo>
                  <a:lnTo>
                    <a:pt x="330" y="204"/>
                  </a:lnTo>
                  <a:lnTo>
                    <a:pt x="406" y="184"/>
                  </a:lnTo>
                  <a:lnTo>
                    <a:pt x="396" y="155"/>
                  </a:lnTo>
                  <a:lnTo>
                    <a:pt x="480" y="132"/>
                  </a:lnTo>
                  <a:lnTo>
                    <a:pt x="419" y="181"/>
                  </a:lnTo>
                  <a:lnTo>
                    <a:pt x="550" y="171"/>
                  </a:lnTo>
                  <a:lnTo>
                    <a:pt x="286" y="220"/>
                  </a:lnTo>
                  <a:lnTo>
                    <a:pt x="347" y="270"/>
                  </a:lnTo>
                  <a:lnTo>
                    <a:pt x="399" y="270"/>
                  </a:lnTo>
                  <a:lnTo>
                    <a:pt x="371" y="281"/>
                  </a:lnTo>
                  <a:lnTo>
                    <a:pt x="270" y="228"/>
                  </a:lnTo>
                  <a:lnTo>
                    <a:pt x="183" y="220"/>
                  </a:lnTo>
                  <a:lnTo>
                    <a:pt x="180" y="242"/>
                  </a:lnTo>
                  <a:lnTo>
                    <a:pt x="220" y="253"/>
                  </a:lnTo>
                  <a:lnTo>
                    <a:pt x="182" y="261"/>
                  </a:lnTo>
                  <a:lnTo>
                    <a:pt x="286" y="317"/>
                  </a:lnTo>
                  <a:lnTo>
                    <a:pt x="244" y="320"/>
                  </a:lnTo>
                  <a:lnTo>
                    <a:pt x="348" y="324"/>
                  </a:lnTo>
                  <a:lnTo>
                    <a:pt x="289" y="337"/>
                  </a:lnTo>
                  <a:lnTo>
                    <a:pt x="321" y="356"/>
                  </a:lnTo>
                  <a:lnTo>
                    <a:pt x="227" y="326"/>
                  </a:lnTo>
                  <a:lnTo>
                    <a:pt x="172" y="338"/>
                  </a:lnTo>
                  <a:lnTo>
                    <a:pt x="150" y="385"/>
                  </a:lnTo>
                  <a:lnTo>
                    <a:pt x="204" y="370"/>
                  </a:lnTo>
                  <a:lnTo>
                    <a:pt x="195" y="386"/>
                  </a:lnTo>
                  <a:lnTo>
                    <a:pt x="215" y="386"/>
                  </a:lnTo>
                  <a:lnTo>
                    <a:pt x="246" y="350"/>
                  </a:lnTo>
                  <a:lnTo>
                    <a:pt x="235" y="379"/>
                  </a:lnTo>
                  <a:lnTo>
                    <a:pt x="266" y="383"/>
                  </a:lnTo>
                  <a:lnTo>
                    <a:pt x="208" y="397"/>
                  </a:lnTo>
                  <a:lnTo>
                    <a:pt x="244" y="398"/>
                  </a:lnTo>
                  <a:lnTo>
                    <a:pt x="215" y="408"/>
                  </a:lnTo>
                  <a:lnTo>
                    <a:pt x="239" y="427"/>
                  </a:lnTo>
                  <a:lnTo>
                    <a:pt x="281" y="427"/>
                  </a:lnTo>
                  <a:lnTo>
                    <a:pt x="321" y="390"/>
                  </a:lnTo>
                  <a:lnTo>
                    <a:pt x="250" y="444"/>
                  </a:lnTo>
                  <a:lnTo>
                    <a:pt x="182" y="404"/>
                  </a:lnTo>
                  <a:lnTo>
                    <a:pt x="123" y="411"/>
                  </a:lnTo>
                  <a:lnTo>
                    <a:pt x="173" y="452"/>
                  </a:lnTo>
                  <a:lnTo>
                    <a:pt x="87" y="475"/>
                  </a:lnTo>
                  <a:lnTo>
                    <a:pt x="95" y="506"/>
                  </a:lnTo>
                  <a:lnTo>
                    <a:pt x="112" y="478"/>
                  </a:lnTo>
                  <a:lnTo>
                    <a:pt x="114" y="506"/>
                  </a:lnTo>
                  <a:lnTo>
                    <a:pt x="175" y="493"/>
                  </a:lnTo>
                  <a:lnTo>
                    <a:pt x="217" y="518"/>
                  </a:lnTo>
                  <a:lnTo>
                    <a:pt x="248" y="517"/>
                  </a:lnTo>
                  <a:lnTo>
                    <a:pt x="226" y="496"/>
                  </a:lnTo>
                  <a:lnTo>
                    <a:pt x="286" y="503"/>
                  </a:lnTo>
                  <a:lnTo>
                    <a:pt x="281" y="484"/>
                  </a:lnTo>
                  <a:lnTo>
                    <a:pt x="308" y="506"/>
                  </a:lnTo>
                  <a:lnTo>
                    <a:pt x="323" y="502"/>
                  </a:lnTo>
                  <a:lnTo>
                    <a:pt x="315" y="486"/>
                  </a:lnTo>
                  <a:lnTo>
                    <a:pt x="363" y="502"/>
                  </a:lnTo>
                  <a:lnTo>
                    <a:pt x="365" y="522"/>
                  </a:lnTo>
                  <a:lnTo>
                    <a:pt x="451" y="502"/>
                  </a:lnTo>
                  <a:lnTo>
                    <a:pt x="468" y="471"/>
                  </a:lnTo>
                  <a:lnTo>
                    <a:pt x="428" y="478"/>
                  </a:lnTo>
                  <a:lnTo>
                    <a:pt x="428" y="451"/>
                  </a:lnTo>
                  <a:lnTo>
                    <a:pt x="330" y="449"/>
                  </a:lnTo>
                  <a:lnTo>
                    <a:pt x="459" y="442"/>
                  </a:lnTo>
                  <a:lnTo>
                    <a:pt x="479" y="422"/>
                  </a:lnTo>
                  <a:lnTo>
                    <a:pt x="459" y="396"/>
                  </a:lnTo>
                  <a:lnTo>
                    <a:pt x="534" y="397"/>
                  </a:lnTo>
                  <a:lnTo>
                    <a:pt x="549" y="386"/>
                  </a:lnTo>
                  <a:lnTo>
                    <a:pt x="499" y="379"/>
                  </a:lnTo>
                  <a:lnTo>
                    <a:pt x="565" y="376"/>
                  </a:lnTo>
                  <a:lnTo>
                    <a:pt x="521" y="359"/>
                  </a:lnTo>
                  <a:lnTo>
                    <a:pt x="575" y="348"/>
                  </a:lnTo>
                  <a:lnTo>
                    <a:pt x="572" y="334"/>
                  </a:lnTo>
                  <a:lnTo>
                    <a:pt x="473" y="326"/>
                  </a:lnTo>
                  <a:lnTo>
                    <a:pt x="529" y="314"/>
                  </a:lnTo>
                  <a:lnTo>
                    <a:pt x="472" y="310"/>
                  </a:lnTo>
                  <a:lnTo>
                    <a:pt x="575" y="320"/>
                  </a:lnTo>
                  <a:lnTo>
                    <a:pt x="579" y="306"/>
                  </a:lnTo>
                  <a:lnTo>
                    <a:pt x="470" y="301"/>
                  </a:lnTo>
                  <a:lnTo>
                    <a:pt x="612" y="281"/>
                  </a:lnTo>
                  <a:lnTo>
                    <a:pt x="573" y="264"/>
                  </a:lnTo>
                  <a:lnTo>
                    <a:pt x="675" y="270"/>
                  </a:lnTo>
                  <a:lnTo>
                    <a:pt x="707" y="242"/>
                  </a:lnTo>
                  <a:lnTo>
                    <a:pt x="656" y="239"/>
                  </a:lnTo>
                  <a:lnTo>
                    <a:pt x="722" y="236"/>
                  </a:lnTo>
                  <a:lnTo>
                    <a:pt x="714" y="215"/>
                  </a:lnTo>
                  <a:lnTo>
                    <a:pt x="745" y="220"/>
                  </a:lnTo>
                  <a:lnTo>
                    <a:pt x="917" y="134"/>
                  </a:lnTo>
                  <a:lnTo>
                    <a:pt x="727" y="165"/>
                  </a:lnTo>
                  <a:lnTo>
                    <a:pt x="833" y="129"/>
                  </a:lnTo>
                  <a:lnTo>
                    <a:pt x="769" y="132"/>
                  </a:lnTo>
                  <a:lnTo>
                    <a:pt x="753" y="115"/>
                  </a:lnTo>
                  <a:lnTo>
                    <a:pt x="873" y="123"/>
                  </a:lnTo>
                  <a:lnTo>
                    <a:pt x="1026" y="79"/>
                  </a:lnTo>
                  <a:lnTo>
                    <a:pt x="1024" y="57"/>
                  </a:lnTo>
                  <a:lnTo>
                    <a:pt x="960" y="57"/>
                  </a:lnTo>
                  <a:lnTo>
                    <a:pt x="944" y="22"/>
                  </a:lnTo>
                  <a:lnTo>
                    <a:pt x="769" y="38"/>
                  </a:lnTo>
                  <a:lnTo>
                    <a:pt x="844" y="13"/>
                  </a:lnTo>
                  <a:lnTo>
                    <a:pt x="611" y="0"/>
                  </a:lnTo>
                  <a:lnTo>
                    <a:pt x="591" y="17"/>
                  </a:lnTo>
                  <a:lnTo>
                    <a:pt x="608" y="27"/>
                  </a:lnTo>
                  <a:lnTo>
                    <a:pt x="565" y="9"/>
                  </a:lnTo>
                  <a:lnTo>
                    <a:pt x="461" y="11"/>
                  </a:lnTo>
                  <a:lnTo>
                    <a:pt x="535" y="46"/>
                  </a:lnTo>
                  <a:lnTo>
                    <a:pt x="509" y="57"/>
                  </a:lnTo>
                  <a:lnTo>
                    <a:pt x="472" y="20"/>
                  </a:lnTo>
                  <a:lnTo>
                    <a:pt x="376" y="16"/>
                  </a:lnTo>
                  <a:lnTo>
                    <a:pt x="395" y="33"/>
                  </a:lnTo>
                  <a:lnTo>
                    <a:pt x="322" y="27"/>
                  </a:lnTo>
                  <a:lnTo>
                    <a:pt x="358" y="52"/>
                  </a:lnTo>
                  <a:lnTo>
                    <a:pt x="301" y="37"/>
                  </a:lnTo>
                  <a:lnTo>
                    <a:pt x="319" y="52"/>
                  </a:lnTo>
                  <a:lnTo>
                    <a:pt x="285" y="57"/>
                  </a:lnTo>
                  <a:lnTo>
                    <a:pt x="359" y="92"/>
                  </a:lnTo>
                  <a:lnTo>
                    <a:pt x="198" y="53"/>
                  </a:lnTo>
                  <a:lnTo>
                    <a:pt x="158" y="81"/>
                  </a:lnTo>
                  <a:lnTo>
                    <a:pt x="222" y="93"/>
                  </a:lnTo>
                  <a:lnTo>
                    <a:pt x="114" y="83"/>
                  </a:lnTo>
                  <a:lnTo>
                    <a:pt x="0" y="123"/>
                  </a:lnTo>
                  <a:close/>
                </a:path>
              </a:pathLst>
            </a:custGeom>
            <a:grpFill/>
            <a:ln w="3175">
              <a:solidFill>
                <a:schemeClr val="bg1"/>
              </a:solidFill>
              <a:prstDash val="solid"/>
              <a:round/>
            </a:ln>
          </p:spPr>
          <p:txBody>
            <a:bodyPr/>
            <a:lstStyle/>
            <a:p>
              <a:endParaRPr lang="en-US" dirty="0"/>
            </a:p>
          </p:txBody>
        </p:sp>
        <p:sp>
          <p:nvSpPr>
            <p:cNvPr id="63" name="21975227.625205.62538.12553.755">
              <a:extLst>
                <a:ext uri="{FF2B5EF4-FFF2-40B4-BE49-F238E27FC236}">
                  <a16:creationId xmlns:a16="http://schemas.microsoft.com/office/drawing/2014/main" id="{9750A155-4E0A-B36B-A072-447FD8BCAA89}"/>
                </a:ext>
              </a:extLst>
            </p:cNvPr>
            <p:cNvSpPr/>
            <p:nvPr>
              <p:custDataLst>
                <p:tags r:id="rId65"/>
              </p:custDataLst>
            </p:nvPr>
          </p:nvSpPr>
          <p:spPr bwMode="auto">
            <a:xfrm>
              <a:off x="2763" y="2032"/>
              <a:ext cx="311" cy="220"/>
            </a:xfrm>
            <a:custGeom>
              <a:avLst/>
              <a:gdLst>
                <a:gd name="T0" fmla="*/ 0 w 958"/>
                <a:gd name="T1" fmla="*/ 0 h 679"/>
                <a:gd name="T2" fmla="*/ 0 w 958"/>
                <a:gd name="T3" fmla="*/ 0 h 679"/>
                <a:gd name="T4" fmla="*/ 0 w 958"/>
                <a:gd name="T5" fmla="*/ 0 h 679"/>
                <a:gd name="T6" fmla="*/ 0 w 958"/>
                <a:gd name="T7" fmla="*/ 0 h 679"/>
                <a:gd name="T8" fmla="*/ 0 w 958"/>
                <a:gd name="T9" fmla="*/ 0 h 679"/>
                <a:gd name="T10" fmla="*/ 0 w 958"/>
                <a:gd name="T11" fmla="*/ 0 h 679"/>
                <a:gd name="T12" fmla="*/ 0 w 958"/>
                <a:gd name="T13" fmla="*/ 0 h 679"/>
                <a:gd name="T14" fmla="*/ 0 w 958"/>
                <a:gd name="T15" fmla="*/ 0 h 679"/>
                <a:gd name="T16" fmla="*/ 0 w 958"/>
                <a:gd name="T17" fmla="*/ 0 h 679"/>
                <a:gd name="T18" fmla="*/ 0 w 958"/>
                <a:gd name="T19" fmla="*/ 0 h 679"/>
                <a:gd name="T20" fmla="*/ 0 w 958"/>
                <a:gd name="T21" fmla="*/ 0 h 679"/>
                <a:gd name="T22" fmla="*/ 0 w 958"/>
                <a:gd name="T23" fmla="*/ 0 h 679"/>
                <a:gd name="T24" fmla="*/ 0 w 958"/>
                <a:gd name="T25" fmla="*/ 0 h 679"/>
                <a:gd name="T26" fmla="*/ 0 w 958"/>
                <a:gd name="T27" fmla="*/ 0 h 679"/>
                <a:gd name="T28" fmla="*/ 0 w 958"/>
                <a:gd name="T29" fmla="*/ 0 h 679"/>
                <a:gd name="T30" fmla="*/ 0 w 958"/>
                <a:gd name="T31" fmla="*/ 0 h 679"/>
                <a:gd name="T32" fmla="*/ 0 w 958"/>
                <a:gd name="T33" fmla="*/ 0 h 679"/>
                <a:gd name="T34" fmla="*/ 0 w 958"/>
                <a:gd name="T35" fmla="*/ 0 h 679"/>
                <a:gd name="T36" fmla="*/ 0 w 958"/>
                <a:gd name="T37" fmla="*/ 0 h 679"/>
                <a:gd name="T38" fmla="*/ 0 w 958"/>
                <a:gd name="T39" fmla="*/ 0 h 679"/>
                <a:gd name="T40" fmla="*/ 0 w 958"/>
                <a:gd name="T41" fmla="*/ 0 h 679"/>
                <a:gd name="T42" fmla="*/ 0 w 958"/>
                <a:gd name="T43" fmla="*/ 0 h 679"/>
                <a:gd name="T44" fmla="*/ 0 w 958"/>
                <a:gd name="T45" fmla="*/ 0 h 679"/>
                <a:gd name="T46" fmla="*/ 0 w 958"/>
                <a:gd name="T47" fmla="*/ 0 h 679"/>
                <a:gd name="T48" fmla="*/ 0 w 958"/>
                <a:gd name="T49" fmla="*/ 0 h 679"/>
                <a:gd name="T50" fmla="*/ 0 w 958"/>
                <a:gd name="T51" fmla="*/ 0 h 679"/>
                <a:gd name="T52" fmla="*/ 0 w 958"/>
                <a:gd name="T53" fmla="*/ 0 h 679"/>
                <a:gd name="T54" fmla="*/ 0 w 958"/>
                <a:gd name="T55" fmla="*/ 0 h 679"/>
                <a:gd name="T56" fmla="*/ 0 w 958"/>
                <a:gd name="T57" fmla="*/ 0 h 679"/>
                <a:gd name="T58" fmla="*/ 0 w 958"/>
                <a:gd name="T59" fmla="*/ 0 h 679"/>
                <a:gd name="T60" fmla="*/ 0 w 958"/>
                <a:gd name="T61" fmla="*/ 0 h 679"/>
                <a:gd name="T62" fmla="*/ 0 w 958"/>
                <a:gd name="T63" fmla="*/ 0 h 679"/>
                <a:gd name="T64" fmla="*/ 0 w 958"/>
                <a:gd name="T65" fmla="*/ 0 h 679"/>
                <a:gd name="T66" fmla="*/ 0 w 958"/>
                <a:gd name="T67" fmla="*/ 0 h 679"/>
                <a:gd name="T68" fmla="*/ 0 w 958"/>
                <a:gd name="T69" fmla="*/ 0 h 679"/>
                <a:gd name="T70" fmla="*/ 0 w 958"/>
                <a:gd name="T71" fmla="*/ 0 h 679"/>
                <a:gd name="T72" fmla="*/ 0 w 958"/>
                <a:gd name="T73" fmla="*/ 0 h 679"/>
                <a:gd name="T74" fmla="*/ 0 w 958"/>
                <a:gd name="T75" fmla="*/ 0 h 679"/>
                <a:gd name="T76" fmla="*/ 0 w 958"/>
                <a:gd name="T77" fmla="*/ 0 h 679"/>
                <a:gd name="T78" fmla="*/ 0 w 958"/>
                <a:gd name="T79" fmla="*/ 0 h 679"/>
                <a:gd name="T80" fmla="*/ 0 w 958"/>
                <a:gd name="T81" fmla="*/ 0 h 679"/>
                <a:gd name="T82" fmla="*/ 0 w 958"/>
                <a:gd name="T83" fmla="*/ 0 h 679"/>
                <a:gd name="T84" fmla="*/ 0 w 958"/>
                <a:gd name="T85" fmla="*/ 0 h 679"/>
                <a:gd name="T86" fmla="*/ 0 w 958"/>
                <a:gd name="T87" fmla="*/ 0 h 679"/>
                <a:gd name="T88" fmla="*/ 0 w 958"/>
                <a:gd name="T89" fmla="*/ 0 h 679"/>
                <a:gd name="T90" fmla="*/ 0 w 958"/>
                <a:gd name="T91" fmla="*/ 0 h 679"/>
                <a:gd name="T92" fmla="*/ 0 w 958"/>
                <a:gd name="T93" fmla="*/ 0 h 679"/>
                <a:gd name="T94" fmla="*/ 0 w 958"/>
                <a:gd name="T95" fmla="*/ 0 h 679"/>
                <a:gd name="T96" fmla="*/ 0 w 958"/>
                <a:gd name="T97" fmla="*/ 0 h 679"/>
                <a:gd name="T98" fmla="*/ 0 w 958"/>
                <a:gd name="T99" fmla="*/ 0 h 679"/>
                <a:gd name="T100" fmla="*/ 0 w 958"/>
                <a:gd name="T101" fmla="*/ 0 h 679"/>
                <a:gd name="T102" fmla="*/ 0 w 958"/>
                <a:gd name="T103" fmla="*/ 0 h 679"/>
                <a:gd name="T104" fmla="*/ 0 w 958"/>
                <a:gd name="T105" fmla="*/ 0 h 6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958" h="679">
                  <a:moveTo>
                    <a:pt x="0" y="151"/>
                  </a:moveTo>
                  <a:lnTo>
                    <a:pt x="7" y="78"/>
                  </a:lnTo>
                  <a:lnTo>
                    <a:pt x="47" y="25"/>
                  </a:lnTo>
                  <a:lnTo>
                    <a:pt x="114" y="0"/>
                  </a:lnTo>
                  <a:lnTo>
                    <a:pt x="169" y="10"/>
                  </a:lnTo>
                  <a:lnTo>
                    <a:pt x="110" y="78"/>
                  </a:lnTo>
                  <a:lnTo>
                    <a:pt x="125" y="120"/>
                  </a:lnTo>
                  <a:lnTo>
                    <a:pt x="169" y="161"/>
                  </a:lnTo>
                  <a:lnTo>
                    <a:pt x="114" y="176"/>
                  </a:lnTo>
                  <a:lnTo>
                    <a:pt x="172" y="175"/>
                  </a:lnTo>
                  <a:lnTo>
                    <a:pt x="179" y="139"/>
                  </a:lnTo>
                  <a:lnTo>
                    <a:pt x="136" y="117"/>
                  </a:lnTo>
                  <a:lnTo>
                    <a:pt x="172" y="93"/>
                  </a:lnTo>
                  <a:lnTo>
                    <a:pt x="144" y="60"/>
                  </a:lnTo>
                  <a:lnTo>
                    <a:pt x="201" y="69"/>
                  </a:lnTo>
                  <a:lnTo>
                    <a:pt x="150" y="52"/>
                  </a:lnTo>
                  <a:lnTo>
                    <a:pt x="207" y="56"/>
                  </a:lnTo>
                  <a:lnTo>
                    <a:pt x="168" y="33"/>
                  </a:lnTo>
                  <a:lnTo>
                    <a:pt x="214" y="34"/>
                  </a:lnTo>
                  <a:lnTo>
                    <a:pt x="245" y="10"/>
                  </a:lnTo>
                  <a:lnTo>
                    <a:pt x="283" y="8"/>
                  </a:lnTo>
                  <a:lnTo>
                    <a:pt x="286" y="40"/>
                  </a:lnTo>
                  <a:lnTo>
                    <a:pt x="313" y="52"/>
                  </a:lnTo>
                  <a:lnTo>
                    <a:pt x="304" y="120"/>
                  </a:lnTo>
                  <a:lnTo>
                    <a:pt x="341" y="88"/>
                  </a:lnTo>
                  <a:lnTo>
                    <a:pt x="363" y="102"/>
                  </a:lnTo>
                  <a:lnTo>
                    <a:pt x="415" y="70"/>
                  </a:lnTo>
                  <a:lnTo>
                    <a:pt x="495" y="88"/>
                  </a:lnTo>
                  <a:lnTo>
                    <a:pt x="528" y="120"/>
                  </a:lnTo>
                  <a:lnTo>
                    <a:pt x="504" y="139"/>
                  </a:lnTo>
                  <a:lnTo>
                    <a:pt x="551" y="131"/>
                  </a:lnTo>
                  <a:lnTo>
                    <a:pt x="536" y="150"/>
                  </a:lnTo>
                  <a:lnTo>
                    <a:pt x="565" y="161"/>
                  </a:lnTo>
                  <a:lnTo>
                    <a:pt x="587" y="136"/>
                  </a:lnTo>
                  <a:lnTo>
                    <a:pt x="622" y="148"/>
                  </a:lnTo>
                  <a:lnTo>
                    <a:pt x="632" y="169"/>
                  </a:lnTo>
                  <a:lnTo>
                    <a:pt x="602" y="175"/>
                  </a:lnTo>
                  <a:lnTo>
                    <a:pt x="649" y="175"/>
                  </a:lnTo>
                  <a:lnTo>
                    <a:pt x="642" y="201"/>
                  </a:lnTo>
                  <a:lnTo>
                    <a:pt x="675" y="187"/>
                  </a:lnTo>
                  <a:lnTo>
                    <a:pt x="654" y="209"/>
                  </a:lnTo>
                  <a:lnTo>
                    <a:pt x="721" y="203"/>
                  </a:lnTo>
                  <a:lnTo>
                    <a:pt x="684" y="225"/>
                  </a:lnTo>
                  <a:lnTo>
                    <a:pt x="716" y="225"/>
                  </a:lnTo>
                  <a:lnTo>
                    <a:pt x="704" y="242"/>
                  </a:lnTo>
                  <a:lnTo>
                    <a:pt x="734" y="220"/>
                  </a:lnTo>
                  <a:lnTo>
                    <a:pt x="764" y="243"/>
                  </a:lnTo>
                  <a:lnTo>
                    <a:pt x="709" y="263"/>
                  </a:lnTo>
                  <a:lnTo>
                    <a:pt x="789" y="279"/>
                  </a:lnTo>
                  <a:lnTo>
                    <a:pt x="720" y="285"/>
                  </a:lnTo>
                  <a:lnTo>
                    <a:pt x="746" y="296"/>
                  </a:lnTo>
                  <a:lnTo>
                    <a:pt x="726" y="318"/>
                  </a:lnTo>
                  <a:lnTo>
                    <a:pt x="805" y="358"/>
                  </a:lnTo>
                  <a:lnTo>
                    <a:pt x="844" y="351"/>
                  </a:lnTo>
                  <a:lnTo>
                    <a:pt x="863" y="399"/>
                  </a:lnTo>
                  <a:lnTo>
                    <a:pt x="903" y="395"/>
                  </a:lnTo>
                  <a:lnTo>
                    <a:pt x="897" y="415"/>
                  </a:lnTo>
                  <a:lnTo>
                    <a:pt x="958" y="426"/>
                  </a:lnTo>
                  <a:lnTo>
                    <a:pt x="950" y="452"/>
                  </a:lnTo>
                  <a:lnTo>
                    <a:pt x="921" y="448"/>
                  </a:lnTo>
                  <a:lnTo>
                    <a:pt x="933" y="465"/>
                  </a:lnTo>
                  <a:lnTo>
                    <a:pt x="918" y="488"/>
                  </a:lnTo>
                  <a:lnTo>
                    <a:pt x="890" y="477"/>
                  </a:lnTo>
                  <a:lnTo>
                    <a:pt x="885" y="525"/>
                  </a:lnTo>
                  <a:lnTo>
                    <a:pt x="776" y="436"/>
                  </a:lnTo>
                  <a:lnTo>
                    <a:pt x="735" y="446"/>
                  </a:lnTo>
                  <a:lnTo>
                    <a:pt x="764" y="466"/>
                  </a:lnTo>
                  <a:lnTo>
                    <a:pt x="742" y="488"/>
                  </a:lnTo>
                  <a:lnTo>
                    <a:pt x="760" y="487"/>
                  </a:lnTo>
                  <a:lnTo>
                    <a:pt x="783" y="531"/>
                  </a:lnTo>
                  <a:lnTo>
                    <a:pt x="835" y="540"/>
                  </a:lnTo>
                  <a:lnTo>
                    <a:pt x="831" y="565"/>
                  </a:lnTo>
                  <a:lnTo>
                    <a:pt x="860" y="587"/>
                  </a:lnTo>
                  <a:lnTo>
                    <a:pt x="845" y="646"/>
                  </a:lnTo>
                  <a:lnTo>
                    <a:pt x="709" y="586"/>
                  </a:lnTo>
                  <a:lnTo>
                    <a:pt x="800" y="679"/>
                  </a:lnTo>
                  <a:lnTo>
                    <a:pt x="628" y="627"/>
                  </a:lnTo>
                  <a:lnTo>
                    <a:pt x="603" y="595"/>
                  </a:lnTo>
                  <a:lnTo>
                    <a:pt x="627" y="593"/>
                  </a:lnTo>
                  <a:lnTo>
                    <a:pt x="572" y="573"/>
                  </a:lnTo>
                  <a:lnTo>
                    <a:pt x="555" y="538"/>
                  </a:lnTo>
                  <a:lnTo>
                    <a:pt x="513" y="525"/>
                  </a:lnTo>
                  <a:lnTo>
                    <a:pt x="510" y="550"/>
                  </a:lnTo>
                  <a:lnTo>
                    <a:pt x="484" y="538"/>
                  </a:lnTo>
                  <a:lnTo>
                    <a:pt x="447" y="561"/>
                  </a:lnTo>
                  <a:lnTo>
                    <a:pt x="398" y="538"/>
                  </a:lnTo>
                  <a:lnTo>
                    <a:pt x="425" y="496"/>
                  </a:lnTo>
                  <a:lnTo>
                    <a:pt x="551" y="496"/>
                  </a:lnTo>
                  <a:lnTo>
                    <a:pt x="521" y="455"/>
                  </a:lnTo>
                  <a:lnTo>
                    <a:pt x="592" y="395"/>
                  </a:lnTo>
                  <a:lnTo>
                    <a:pt x="541" y="315"/>
                  </a:lnTo>
                  <a:lnTo>
                    <a:pt x="507" y="308"/>
                  </a:lnTo>
                  <a:lnTo>
                    <a:pt x="526" y="294"/>
                  </a:lnTo>
                  <a:lnTo>
                    <a:pt x="448" y="316"/>
                  </a:lnTo>
                  <a:lnTo>
                    <a:pt x="447" y="293"/>
                  </a:lnTo>
                  <a:lnTo>
                    <a:pt x="475" y="279"/>
                  </a:lnTo>
                  <a:lnTo>
                    <a:pt x="416" y="249"/>
                  </a:lnTo>
                  <a:lnTo>
                    <a:pt x="415" y="224"/>
                  </a:lnTo>
                  <a:lnTo>
                    <a:pt x="361" y="212"/>
                  </a:lnTo>
                  <a:lnTo>
                    <a:pt x="375" y="245"/>
                  </a:lnTo>
                  <a:lnTo>
                    <a:pt x="282" y="232"/>
                  </a:lnTo>
                  <a:lnTo>
                    <a:pt x="305" y="252"/>
                  </a:lnTo>
                  <a:lnTo>
                    <a:pt x="63" y="219"/>
                  </a:lnTo>
                  <a:lnTo>
                    <a:pt x="21" y="175"/>
                  </a:lnTo>
                  <a:lnTo>
                    <a:pt x="96" y="177"/>
                  </a:lnTo>
                  <a:lnTo>
                    <a:pt x="0" y="151"/>
                  </a:lnTo>
                  <a:close/>
                </a:path>
              </a:pathLst>
            </a:custGeom>
            <a:grpFill/>
            <a:ln w="3175">
              <a:solidFill>
                <a:schemeClr val="bg1"/>
              </a:solidFill>
              <a:prstDash val="solid"/>
              <a:round/>
            </a:ln>
          </p:spPr>
          <p:txBody>
            <a:bodyPr/>
            <a:lstStyle/>
            <a:p>
              <a:endParaRPr lang="en-US" dirty="0"/>
            </a:p>
          </p:txBody>
        </p:sp>
        <p:sp>
          <p:nvSpPr>
            <p:cNvPr id="64" name="21976254211.1258.37512.55">
              <a:extLst>
                <a:ext uri="{FF2B5EF4-FFF2-40B4-BE49-F238E27FC236}">
                  <a16:creationId xmlns:a16="http://schemas.microsoft.com/office/drawing/2014/main" id="{07DDF5EE-CF0F-CDFC-17A1-232B99247EF2}"/>
                </a:ext>
              </a:extLst>
            </p:cNvPr>
            <p:cNvSpPr/>
            <p:nvPr>
              <p:custDataLst>
                <p:tags r:id="rId66"/>
              </p:custDataLst>
            </p:nvPr>
          </p:nvSpPr>
          <p:spPr bwMode="auto">
            <a:xfrm>
              <a:off x="2795" y="2184"/>
              <a:ext cx="72" cy="49"/>
            </a:xfrm>
            <a:custGeom>
              <a:avLst/>
              <a:gdLst>
                <a:gd name="T0" fmla="*/ 0 w 223"/>
                <a:gd name="T1" fmla="*/ 0 h 148"/>
                <a:gd name="T2" fmla="*/ 0 w 223"/>
                <a:gd name="T3" fmla="*/ 0 h 148"/>
                <a:gd name="T4" fmla="*/ 0 w 223"/>
                <a:gd name="T5" fmla="*/ 0 h 148"/>
                <a:gd name="T6" fmla="*/ 0 w 223"/>
                <a:gd name="T7" fmla="*/ 0 h 148"/>
                <a:gd name="T8" fmla="*/ 0 w 223"/>
                <a:gd name="T9" fmla="*/ 0 h 148"/>
                <a:gd name="T10" fmla="*/ 0 w 223"/>
                <a:gd name="T11" fmla="*/ 0 h 148"/>
                <a:gd name="T12" fmla="*/ 0 w 223"/>
                <a:gd name="T13" fmla="*/ 0 h 148"/>
                <a:gd name="T14" fmla="*/ 0 w 223"/>
                <a:gd name="T15" fmla="*/ 0 h 148"/>
                <a:gd name="T16" fmla="*/ 0 w 223"/>
                <a:gd name="T17" fmla="*/ 0 h 148"/>
                <a:gd name="T18" fmla="*/ 0 w 223"/>
                <a:gd name="T19" fmla="*/ 0 h 148"/>
                <a:gd name="T20" fmla="*/ 0 w 223"/>
                <a:gd name="T21" fmla="*/ 0 h 1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23" h="148">
                  <a:moveTo>
                    <a:pt x="0" y="121"/>
                  </a:moveTo>
                  <a:lnTo>
                    <a:pt x="33" y="92"/>
                  </a:lnTo>
                  <a:lnTo>
                    <a:pt x="54" y="0"/>
                  </a:lnTo>
                  <a:lnTo>
                    <a:pt x="73" y="33"/>
                  </a:lnTo>
                  <a:lnTo>
                    <a:pt x="124" y="41"/>
                  </a:lnTo>
                  <a:lnTo>
                    <a:pt x="223" y="109"/>
                  </a:lnTo>
                  <a:lnTo>
                    <a:pt x="209" y="132"/>
                  </a:lnTo>
                  <a:lnTo>
                    <a:pt x="120" y="100"/>
                  </a:lnTo>
                  <a:lnTo>
                    <a:pt x="65" y="148"/>
                  </a:lnTo>
                  <a:lnTo>
                    <a:pt x="51" y="109"/>
                  </a:lnTo>
                  <a:lnTo>
                    <a:pt x="0" y="121"/>
                  </a:lnTo>
                  <a:close/>
                </a:path>
              </a:pathLst>
            </a:custGeom>
            <a:grpFill/>
            <a:ln w="3175">
              <a:solidFill>
                <a:schemeClr val="bg1"/>
              </a:solidFill>
              <a:prstDash val="solid"/>
              <a:round/>
            </a:ln>
          </p:spPr>
          <p:txBody>
            <a:bodyPr/>
            <a:lstStyle/>
            <a:p>
              <a:endParaRPr lang="en-US" dirty="0"/>
            </a:p>
          </p:txBody>
        </p:sp>
        <p:sp>
          <p:nvSpPr>
            <p:cNvPr id="65" name="21977293.375263.3751212.55">
              <a:extLst>
                <a:ext uri="{FF2B5EF4-FFF2-40B4-BE49-F238E27FC236}">
                  <a16:creationId xmlns:a16="http://schemas.microsoft.com/office/drawing/2014/main" id="{9C6CC920-7419-73B2-F71A-92E7741D62FA}"/>
                </a:ext>
              </a:extLst>
            </p:cNvPr>
            <p:cNvSpPr/>
            <p:nvPr>
              <p:custDataLst>
                <p:tags r:id="rId67"/>
              </p:custDataLst>
            </p:nvPr>
          </p:nvSpPr>
          <p:spPr bwMode="auto">
            <a:xfrm>
              <a:off x="3097" y="2412"/>
              <a:ext cx="72" cy="69"/>
            </a:xfrm>
            <a:custGeom>
              <a:avLst/>
              <a:gdLst>
                <a:gd name="T0" fmla="*/ 0 w 224"/>
                <a:gd name="T1" fmla="*/ 0 h 215"/>
                <a:gd name="T2" fmla="*/ 0 w 224"/>
                <a:gd name="T3" fmla="*/ 0 h 215"/>
                <a:gd name="T4" fmla="*/ 0 w 224"/>
                <a:gd name="T5" fmla="*/ 0 h 215"/>
                <a:gd name="T6" fmla="*/ 0 w 224"/>
                <a:gd name="T7" fmla="*/ 0 h 215"/>
                <a:gd name="T8" fmla="*/ 0 w 224"/>
                <a:gd name="T9" fmla="*/ 0 h 215"/>
                <a:gd name="T10" fmla="*/ 0 w 224"/>
                <a:gd name="T11" fmla="*/ 0 h 215"/>
                <a:gd name="T12" fmla="*/ 0 w 224"/>
                <a:gd name="T13" fmla="*/ 0 h 215"/>
                <a:gd name="T14" fmla="*/ 0 w 224"/>
                <a:gd name="T15" fmla="*/ 0 h 215"/>
                <a:gd name="T16" fmla="*/ 0 w 224"/>
                <a:gd name="T17" fmla="*/ 0 h 215"/>
                <a:gd name="T18" fmla="*/ 0 w 224"/>
                <a:gd name="T19" fmla="*/ 0 h 215"/>
                <a:gd name="T20" fmla="*/ 0 w 224"/>
                <a:gd name="T21" fmla="*/ 0 h 215"/>
                <a:gd name="T22" fmla="*/ 0 w 224"/>
                <a:gd name="T23" fmla="*/ 0 h 215"/>
                <a:gd name="T24" fmla="*/ 0 w 224"/>
                <a:gd name="T25" fmla="*/ 0 h 215"/>
                <a:gd name="T26" fmla="*/ 0 w 224"/>
                <a:gd name="T27" fmla="*/ 0 h 215"/>
                <a:gd name="T28" fmla="*/ 0 w 224"/>
                <a:gd name="T29" fmla="*/ 0 h 215"/>
                <a:gd name="T30" fmla="*/ 0 w 224"/>
                <a:gd name="T31" fmla="*/ 0 h 215"/>
                <a:gd name="T32" fmla="*/ 0 w 224"/>
                <a:gd name="T33" fmla="*/ 0 h 215"/>
                <a:gd name="T34" fmla="*/ 0 w 224"/>
                <a:gd name="T35" fmla="*/ 0 h 215"/>
                <a:gd name="T36" fmla="*/ 0 w 224"/>
                <a:gd name="T37" fmla="*/ 0 h 215"/>
                <a:gd name="T38" fmla="*/ 0 w 224"/>
                <a:gd name="T39" fmla="*/ 0 h 215"/>
                <a:gd name="T40" fmla="*/ 0 w 224"/>
                <a:gd name="T41" fmla="*/ 0 h 2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4" h="215">
                  <a:moveTo>
                    <a:pt x="0" y="168"/>
                  </a:moveTo>
                  <a:lnTo>
                    <a:pt x="92" y="11"/>
                  </a:lnTo>
                  <a:lnTo>
                    <a:pt x="127" y="0"/>
                  </a:lnTo>
                  <a:lnTo>
                    <a:pt x="85" y="84"/>
                  </a:lnTo>
                  <a:lnTo>
                    <a:pt x="114" y="65"/>
                  </a:lnTo>
                  <a:lnTo>
                    <a:pt x="133" y="100"/>
                  </a:lnTo>
                  <a:lnTo>
                    <a:pt x="192" y="100"/>
                  </a:lnTo>
                  <a:lnTo>
                    <a:pt x="180" y="133"/>
                  </a:lnTo>
                  <a:lnTo>
                    <a:pt x="210" y="131"/>
                  </a:lnTo>
                  <a:lnTo>
                    <a:pt x="189" y="165"/>
                  </a:lnTo>
                  <a:lnTo>
                    <a:pt x="217" y="146"/>
                  </a:lnTo>
                  <a:lnTo>
                    <a:pt x="224" y="179"/>
                  </a:lnTo>
                  <a:lnTo>
                    <a:pt x="195" y="215"/>
                  </a:lnTo>
                  <a:lnTo>
                    <a:pt x="192" y="188"/>
                  </a:lnTo>
                  <a:lnTo>
                    <a:pt x="178" y="202"/>
                  </a:lnTo>
                  <a:lnTo>
                    <a:pt x="178" y="161"/>
                  </a:lnTo>
                  <a:lnTo>
                    <a:pt x="123" y="202"/>
                  </a:lnTo>
                  <a:lnTo>
                    <a:pt x="155" y="175"/>
                  </a:lnTo>
                  <a:lnTo>
                    <a:pt x="109" y="179"/>
                  </a:lnTo>
                  <a:lnTo>
                    <a:pt x="120" y="162"/>
                  </a:lnTo>
                  <a:lnTo>
                    <a:pt x="0" y="168"/>
                  </a:lnTo>
                  <a:close/>
                </a:path>
              </a:pathLst>
            </a:custGeom>
            <a:grpFill/>
            <a:ln w="3175">
              <a:solidFill>
                <a:schemeClr val="bg1"/>
              </a:solidFill>
              <a:prstDash val="solid"/>
              <a:round/>
            </a:ln>
          </p:spPr>
          <p:txBody>
            <a:bodyPr/>
            <a:lstStyle/>
            <a:p>
              <a:endParaRPr lang="en-US" dirty="0"/>
            </a:p>
          </p:txBody>
        </p:sp>
        <p:sp>
          <p:nvSpPr>
            <p:cNvPr id="66" name="21978380.75524.256.8753.3755">
              <a:extLst>
                <a:ext uri="{FF2B5EF4-FFF2-40B4-BE49-F238E27FC236}">
                  <a16:creationId xmlns:a16="http://schemas.microsoft.com/office/drawing/2014/main" id="{6FBB8A94-D970-8414-832B-C8F3AA5AB3EF}"/>
                </a:ext>
              </a:extLst>
            </p:cNvPr>
            <p:cNvSpPr/>
            <p:nvPr>
              <p:custDataLst>
                <p:tags r:id="rId68"/>
              </p:custDataLst>
            </p:nvPr>
          </p:nvSpPr>
          <p:spPr bwMode="auto">
            <a:xfrm>
              <a:off x="4606" y="2917"/>
              <a:ext cx="20" cy="40"/>
            </a:xfrm>
            <a:custGeom>
              <a:avLst/>
              <a:gdLst>
                <a:gd name="T0" fmla="*/ 0 w 62"/>
                <a:gd name="T1" fmla="*/ 0 h 124"/>
                <a:gd name="T2" fmla="*/ 0 w 62"/>
                <a:gd name="T3" fmla="*/ 0 h 124"/>
                <a:gd name="T4" fmla="*/ 0 w 62"/>
                <a:gd name="T5" fmla="*/ 0 h 124"/>
                <a:gd name="T6" fmla="*/ 0 w 62"/>
                <a:gd name="T7" fmla="*/ 0 h 124"/>
                <a:gd name="T8" fmla="*/ 0 w 62"/>
                <a:gd name="T9" fmla="*/ 0 h 1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124">
                  <a:moveTo>
                    <a:pt x="0" y="0"/>
                  </a:moveTo>
                  <a:lnTo>
                    <a:pt x="11" y="124"/>
                  </a:lnTo>
                  <a:lnTo>
                    <a:pt x="62" y="102"/>
                  </a:lnTo>
                  <a:lnTo>
                    <a:pt x="37" y="29"/>
                  </a:lnTo>
                  <a:lnTo>
                    <a:pt x="0" y="0"/>
                  </a:lnTo>
                  <a:close/>
                </a:path>
              </a:pathLst>
            </a:custGeom>
            <a:grpFill/>
            <a:ln w="3175">
              <a:solidFill>
                <a:schemeClr val="bg1"/>
              </a:solidFill>
              <a:prstDash val="solid"/>
              <a:round/>
            </a:ln>
          </p:spPr>
          <p:txBody>
            <a:bodyPr/>
            <a:lstStyle/>
            <a:p>
              <a:endParaRPr lang="en-US" dirty="0"/>
            </a:p>
          </p:txBody>
        </p:sp>
        <p:sp>
          <p:nvSpPr>
            <p:cNvPr id="67" name="21979351.375599.56.1253.3755">
              <a:extLst>
                <a:ext uri="{FF2B5EF4-FFF2-40B4-BE49-F238E27FC236}">
                  <a16:creationId xmlns:a16="http://schemas.microsoft.com/office/drawing/2014/main" id="{36147EE8-ED97-B8AB-071C-79BF01C3759C}"/>
                </a:ext>
              </a:extLst>
            </p:cNvPr>
            <p:cNvSpPr/>
            <p:nvPr>
              <p:custDataLst>
                <p:tags r:id="rId69"/>
              </p:custDataLst>
            </p:nvPr>
          </p:nvSpPr>
          <p:spPr bwMode="auto">
            <a:xfrm>
              <a:off x="5042" y="2748"/>
              <a:ext cx="19" cy="35"/>
            </a:xfrm>
            <a:custGeom>
              <a:avLst/>
              <a:gdLst>
                <a:gd name="T0" fmla="*/ 0 w 59"/>
                <a:gd name="T1" fmla="*/ 0 h 109"/>
                <a:gd name="T2" fmla="*/ 0 w 59"/>
                <a:gd name="T3" fmla="*/ 0 h 109"/>
                <a:gd name="T4" fmla="*/ 0 w 59"/>
                <a:gd name="T5" fmla="*/ 0 h 109"/>
                <a:gd name="T6" fmla="*/ 0 w 59"/>
                <a:gd name="T7" fmla="*/ 0 h 109"/>
                <a:gd name="T8" fmla="*/ 0 w 59"/>
                <a:gd name="T9" fmla="*/ 0 h 1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 h="109">
                  <a:moveTo>
                    <a:pt x="0" y="44"/>
                  </a:moveTo>
                  <a:lnTo>
                    <a:pt x="23" y="109"/>
                  </a:lnTo>
                  <a:lnTo>
                    <a:pt x="59" y="0"/>
                  </a:lnTo>
                  <a:lnTo>
                    <a:pt x="28" y="2"/>
                  </a:lnTo>
                  <a:lnTo>
                    <a:pt x="0" y="44"/>
                  </a:lnTo>
                  <a:close/>
                </a:path>
              </a:pathLst>
            </a:custGeom>
            <a:grpFill/>
            <a:ln w="3175">
              <a:solidFill>
                <a:schemeClr val="bg1"/>
              </a:solidFill>
              <a:prstDash val="solid"/>
              <a:round/>
            </a:ln>
          </p:spPr>
          <p:txBody>
            <a:bodyPr/>
            <a:lstStyle/>
            <a:p>
              <a:endParaRPr lang="en-US" dirty="0"/>
            </a:p>
          </p:txBody>
        </p:sp>
        <p:sp>
          <p:nvSpPr>
            <p:cNvPr id="68" name="21980378.521455.755">
              <a:extLst>
                <a:ext uri="{FF2B5EF4-FFF2-40B4-BE49-F238E27FC236}">
                  <a16:creationId xmlns:a16="http://schemas.microsoft.com/office/drawing/2014/main" id="{CDD7E1FE-E3E0-8B4D-D2FB-F4733B21864D}"/>
                </a:ext>
              </a:extLst>
            </p:cNvPr>
            <p:cNvSpPr/>
            <p:nvPr>
              <p:custDataLst>
                <p:tags r:id="rId70"/>
              </p:custDataLst>
            </p:nvPr>
          </p:nvSpPr>
          <p:spPr bwMode="auto">
            <a:xfrm>
              <a:off x="2811" y="2904"/>
              <a:ext cx="34" cy="29"/>
            </a:xfrm>
            <a:custGeom>
              <a:avLst/>
              <a:gdLst>
                <a:gd name="T0" fmla="*/ 0 w 104"/>
                <a:gd name="T1" fmla="*/ 0 h 89"/>
                <a:gd name="T2" fmla="*/ 0 w 104"/>
                <a:gd name="T3" fmla="*/ 0 h 89"/>
                <a:gd name="T4" fmla="*/ 0 w 104"/>
                <a:gd name="T5" fmla="*/ 0 h 89"/>
                <a:gd name="T6" fmla="*/ 0 w 104"/>
                <a:gd name="T7" fmla="*/ 0 h 89"/>
                <a:gd name="T8" fmla="*/ 0 w 104"/>
                <a:gd name="T9" fmla="*/ 0 h 89"/>
                <a:gd name="T10" fmla="*/ 0 w 104"/>
                <a:gd name="T11" fmla="*/ 0 h 89"/>
                <a:gd name="T12" fmla="*/ 0 w 104"/>
                <a:gd name="T13" fmla="*/ 0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 h="89">
                  <a:moveTo>
                    <a:pt x="0" y="0"/>
                  </a:moveTo>
                  <a:lnTo>
                    <a:pt x="1" y="34"/>
                  </a:lnTo>
                  <a:lnTo>
                    <a:pt x="23" y="29"/>
                  </a:lnTo>
                  <a:lnTo>
                    <a:pt x="89" y="89"/>
                  </a:lnTo>
                  <a:lnTo>
                    <a:pt x="104" y="44"/>
                  </a:lnTo>
                  <a:lnTo>
                    <a:pt x="69" y="3"/>
                  </a:lnTo>
                  <a:lnTo>
                    <a:pt x="0" y="0"/>
                  </a:lnTo>
                  <a:close/>
                </a:path>
              </a:pathLst>
            </a:custGeom>
            <a:grpFill/>
            <a:ln w="3175">
              <a:solidFill>
                <a:schemeClr val="bg1"/>
              </a:solidFill>
              <a:prstDash val="solid"/>
              <a:round/>
            </a:ln>
          </p:spPr>
          <p:txBody>
            <a:bodyPr/>
            <a:lstStyle/>
            <a:p>
              <a:endParaRPr lang="en-US" dirty="0"/>
            </a:p>
          </p:txBody>
        </p:sp>
        <p:sp>
          <p:nvSpPr>
            <p:cNvPr id="69" name="21981355.25215.256.2520.255">
              <a:extLst>
                <a:ext uri="{FF2B5EF4-FFF2-40B4-BE49-F238E27FC236}">
                  <a16:creationId xmlns:a16="http://schemas.microsoft.com/office/drawing/2014/main" id="{47879FC4-2DE1-5595-A14C-7B1D36714FC3}"/>
                </a:ext>
              </a:extLst>
            </p:cNvPr>
            <p:cNvSpPr/>
            <p:nvPr>
              <p:custDataLst>
                <p:tags r:id="rId71"/>
              </p:custDataLst>
            </p:nvPr>
          </p:nvSpPr>
          <p:spPr bwMode="auto">
            <a:xfrm>
              <a:off x="2819" y="2770"/>
              <a:ext cx="117" cy="36"/>
            </a:xfrm>
            <a:custGeom>
              <a:avLst/>
              <a:gdLst>
                <a:gd name="T0" fmla="*/ 0 w 358"/>
                <a:gd name="T1" fmla="*/ 0 h 113"/>
                <a:gd name="T2" fmla="*/ 0 w 358"/>
                <a:gd name="T3" fmla="*/ 0 h 113"/>
                <a:gd name="T4" fmla="*/ 0 w 358"/>
                <a:gd name="T5" fmla="*/ 0 h 113"/>
                <a:gd name="T6" fmla="*/ 0 w 358"/>
                <a:gd name="T7" fmla="*/ 0 h 113"/>
                <a:gd name="T8" fmla="*/ 0 w 358"/>
                <a:gd name="T9" fmla="*/ 0 h 113"/>
                <a:gd name="T10" fmla="*/ 0 w 358"/>
                <a:gd name="T11" fmla="*/ 0 h 113"/>
                <a:gd name="T12" fmla="*/ 0 w 358"/>
                <a:gd name="T13" fmla="*/ 0 h 113"/>
                <a:gd name="T14" fmla="*/ 0 w 358"/>
                <a:gd name="T15" fmla="*/ 0 h 113"/>
                <a:gd name="T16" fmla="*/ 0 w 358"/>
                <a:gd name="T17" fmla="*/ 0 h 113"/>
                <a:gd name="T18" fmla="*/ 0 w 358"/>
                <a:gd name="T19" fmla="*/ 0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58" h="113">
                  <a:moveTo>
                    <a:pt x="0" y="44"/>
                  </a:moveTo>
                  <a:lnTo>
                    <a:pt x="48" y="5"/>
                  </a:lnTo>
                  <a:lnTo>
                    <a:pt x="140" y="0"/>
                  </a:lnTo>
                  <a:lnTo>
                    <a:pt x="358" y="96"/>
                  </a:lnTo>
                  <a:lnTo>
                    <a:pt x="242" y="113"/>
                  </a:lnTo>
                  <a:lnTo>
                    <a:pt x="262" y="91"/>
                  </a:lnTo>
                  <a:lnTo>
                    <a:pt x="206" y="55"/>
                  </a:lnTo>
                  <a:lnTo>
                    <a:pt x="97" y="34"/>
                  </a:lnTo>
                  <a:lnTo>
                    <a:pt x="103" y="18"/>
                  </a:lnTo>
                  <a:lnTo>
                    <a:pt x="0" y="44"/>
                  </a:lnTo>
                  <a:close/>
                </a:path>
              </a:pathLst>
            </a:custGeom>
            <a:grpFill/>
            <a:ln w="3175">
              <a:solidFill>
                <a:schemeClr val="bg1"/>
              </a:solidFill>
              <a:prstDash val="solid"/>
              <a:round/>
            </a:ln>
          </p:spPr>
          <p:txBody>
            <a:bodyPr/>
            <a:lstStyle/>
            <a:p>
              <a:endParaRPr lang="en-US" dirty="0"/>
            </a:p>
          </p:txBody>
        </p:sp>
        <p:sp>
          <p:nvSpPr>
            <p:cNvPr id="70" name="21982277.625389.8757.3754.8755">
              <a:extLst>
                <a:ext uri="{FF2B5EF4-FFF2-40B4-BE49-F238E27FC236}">
                  <a16:creationId xmlns:a16="http://schemas.microsoft.com/office/drawing/2014/main" id="{48ED322C-A587-328A-C27E-F929677AB8EE}"/>
                </a:ext>
              </a:extLst>
            </p:cNvPr>
            <p:cNvSpPr/>
            <p:nvPr>
              <p:custDataLst>
                <p:tags r:id="rId72"/>
              </p:custDataLst>
            </p:nvPr>
          </p:nvSpPr>
          <p:spPr bwMode="auto">
            <a:xfrm>
              <a:off x="3829" y="2321"/>
              <a:ext cx="28" cy="43"/>
            </a:xfrm>
            <a:custGeom>
              <a:avLst/>
              <a:gdLst>
                <a:gd name="T0" fmla="*/ 0 w 88"/>
                <a:gd name="T1" fmla="*/ 0 h 132"/>
                <a:gd name="T2" fmla="*/ 0 w 88"/>
                <a:gd name="T3" fmla="*/ 0 h 132"/>
                <a:gd name="T4" fmla="*/ 0 w 88"/>
                <a:gd name="T5" fmla="*/ 0 h 132"/>
                <a:gd name="T6" fmla="*/ 0 w 88"/>
                <a:gd name="T7" fmla="*/ 0 h 132"/>
                <a:gd name="T8" fmla="*/ 0 w 88"/>
                <a:gd name="T9" fmla="*/ 0 h 132"/>
                <a:gd name="T10" fmla="*/ 0 w 88"/>
                <a:gd name="T11" fmla="*/ 0 h 132"/>
                <a:gd name="T12" fmla="*/ 0 w 88"/>
                <a:gd name="T13" fmla="*/ 0 h 132"/>
                <a:gd name="T14" fmla="*/ 0 w 88"/>
                <a:gd name="T15" fmla="*/ 0 h 132"/>
                <a:gd name="T16" fmla="*/ 0 w 88"/>
                <a:gd name="T17" fmla="*/ 0 h 1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32">
                  <a:moveTo>
                    <a:pt x="0" y="100"/>
                  </a:moveTo>
                  <a:lnTo>
                    <a:pt x="6" y="36"/>
                  </a:lnTo>
                  <a:lnTo>
                    <a:pt x="76" y="0"/>
                  </a:lnTo>
                  <a:lnTo>
                    <a:pt x="64" y="51"/>
                  </a:lnTo>
                  <a:lnTo>
                    <a:pt x="88" y="66"/>
                  </a:lnTo>
                  <a:lnTo>
                    <a:pt x="44" y="95"/>
                  </a:lnTo>
                  <a:lnTo>
                    <a:pt x="43" y="132"/>
                  </a:lnTo>
                  <a:lnTo>
                    <a:pt x="17" y="132"/>
                  </a:lnTo>
                  <a:lnTo>
                    <a:pt x="0" y="100"/>
                  </a:lnTo>
                  <a:close/>
                </a:path>
              </a:pathLst>
            </a:custGeom>
            <a:grpFill/>
            <a:ln w="3175">
              <a:solidFill>
                <a:schemeClr val="bg1"/>
              </a:solidFill>
              <a:prstDash val="solid"/>
              <a:round/>
            </a:ln>
          </p:spPr>
          <p:txBody>
            <a:bodyPr/>
            <a:lstStyle/>
            <a:p>
              <a:endParaRPr lang="en-US" dirty="0"/>
            </a:p>
          </p:txBody>
        </p:sp>
        <p:sp>
          <p:nvSpPr>
            <p:cNvPr id="71" name="21983283.25393.1250.8751.755">
              <a:extLst>
                <a:ext uri="{FF2B5EF4-FFF2-40B4-BE49-F238E27FC236}">
                  <a16:creationId xmlns:a16="http://schemas.microsoft.com/office/drawing/2014/main" id="{071CA8AE-47BE-4D3F-CD3A-4573E517915F}"/>
                </a:ext>
              </a:extLst>
            </p:cNvPr>
            <p:cNvSpPr/>
            <p:nvPr>
              <p:custDataLst>
                <p:tags r:id="rId73"/>
              </p:custDataLst>
            </p:nvPr>
          </p:nvSpPr>
          <p:spPr bwMode="auto">
            <a:xfrm>
              <a:off x="3848" y="2353"/>
              <a:ext cx="10" cy="5"/>
            </a:xfrm>
            <a:custGeom>
              <a:avLst/>
              <a:gdLst>
                <a:gd name="T0" fmla="*/ 0 w 32"/>
                <a:gd name="T1" fmla="*/ 0 h 16"/>
                <a:gd name="T2" fmla="*/ 0 w 32"/>
                <a:gd name="T3" fmla="*/ 0 h 16"/>
                <a:gd name="T4" fmla="*/ 0 w 32"/>
                <a:gd name="T5" fmla="*/ 0 h 16"/>
                <a:gd name="T6" fmla="*/ 0 w 32"/>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 h="16">
                  <a:moveTo>
                    <a:pt x="0" y="16"/>
                  </a:moveTo>
                  <a:lnTo>
                    <a:pt x="25" y="0"/>
                  </a:lnTo>
                  <a:lnTo>
                    <a:pt x="32" y="11"/>
                  </a:lnTo>
                  <a:lnTo>
                    <a:pt x="0" y="16"/>
                  </a:lnTo>
                  <a:close/>
                </a:path>
              </a:pathLst>
            </a:custGeom>
            <a:grpFill/>
            <a:ln w="3175">
              <a:solidFill>
                <a:schemeClr val="bg1"/>
              </a:solidFill>
              <a:prstDash val="solid"/>
              <a:round/>
            </a:ln>
          </p:spPr>
          <p:txBody>
            <a:bodyPr/>
            <a:lstStyle/>
            <a:p>
              <a:endParaRPr lang="en-US" dirty="0"/>
            </a:p>
          </p:txBody>
        </p:sp>
        <p:sp>
          <p:nvSpPr>
            <p:cNvPr id="72" name="21984281.5395.3753.252.8755">
              <a:extLst>
                <a:ext uri="{FF2B5EF4-FFF2-40B4-BE49-F238E27FC236}">
                  <a16:creationId xmlns:a16="http://schemas.microsoft.com/office/drawing/2014/main" id="{72A1E88A-99CA-D34B-6449-8702AB11244D}"/>
                </a:ext>
              </a:extLst>
            </p:cNvPr>
            <p:cNvSpPr/>
            <p:nvPr>
              <p:custDataLst>
                <p:tags r:id="rId74"/>
              </p:custDataLst>
            </p:nvPr>
          </p:nvSpPr>
          <p:spPr bwMode="auto">
            <a:xfrm>
              <a:off x="3861" y="2343"/>
              <a:ext cx="16" cy="19"/>
            </a:xfrm>
            <a:custGeom>
              <a:avLst/>
              <a:gdLst>
                <a:gd name="T0" fmla="*/ 0 w 53"/>
                <a:gd name="T1" fmla="*/ 0 h 56"/>
                <a:gd name="T2" fmla="*/ 0 w 53"/>
                <a:gd name="T3" fmla="*/ 0 h 56"/>
                <a:gd name="T4" fmla="*/ 0 w 53"/>
                <a:gd name="T5" fmla="*/ 0 h 56"/>
                <a:gd name="T6" fmla="*/ 0 w 53"/>
                <a:gd name="T7" fmla="*/ 0 h 56"/>
                <a:gd name="T8" fmla="*/ 0 w 53"/>
                <a:gd name="T9" fmla="*/ 0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56">
                  <a:moveTo>
                    <a:pt x="0" y="29"/>
                  </a:moveTo>
                  <a:lnTo>
                    <a:pt x="39" y="56"/>
                  </a:lnTo>
                  <a:lnTo>
                    <a:pt x="53" y="27"/>
                  </a:lnTo>
                  <a:lnTo>
                    <a:pt x="43" y="0"/>
                  </a:lnTo>
                  <a:lnTo>
                    <a:pt x="0" y="29"/>
                  </a:lnTo>
                  <a:close/>
                </a:path>
              </a:pathLst>
            </a:custGeom>
            <a:grpFill/>
            <a:ln w="3175">
              <a:solidFill>
                <a:schemeClr val="bg1"/>
              </a:solidFill>
              <a:prstDash val="solid"/>
              <a:round/>
            </a:ln>
          </p:spPr>
          <p:txBody>
            <a:bodyPr/>
            <a:lstStyle/>
            <a:p>
              <a:endParaRPr lang="en-US" dirty="0"/>
            </a:p>
          </p:txBody>
        </p:sp>
        <p:sp>
          <p:nvSpPr>
            <p:cNvPr id="73" name="21985361.52403.6256.255">
              <a:extLst>
                <a:ext uri="{FF2B5EF4-FFF2-40B4-BE49-F238E27FC236}">
                  <a16:creationId xmlns:a16="http://schemas.microsoft.com/office/drawing/2014/main" id="{50EB8ADC-0DD5-0E9C-BE10-7A96819162F3}"/>
                </a:ext>
              </a:extLst>
            </p:cNvPr>
            <p:cNvSpPr/>
            <p:nvPr>
              <p:custDataLst>
                <p:tags r:id="rId75"/>
              </p:custDataLst>
            </p:nvPr>
          </p:nvSpPr>
          <p:spPr bwMode="auto">
            <a:xfrm>
              <a:off x="2962" y="2806"/>
              <a:ext cx="36" cy="21"/>
            </a:xfrm>
            <a:custGeom>
              <a:avLst/>
              <a:gdLst>
                <a:gd name="T0" fmla="*/ 0 w 113"/>
                <a:gd name="T1" fmla="*/ 0 h 63"/>
                <a:gd name="T2" fmla="*/ 0 w 113"/>
                <a:gd name="T3" fmla="*/ 0 h 63"/>
                <a:gd name="T4" fmla="*/ 0 w 113"/>
                <a:gd name="T5" fmla="*/ 0 h 63"/>
                <a:gd name="T6" fmla="*/ 0 w 113"/>
                <a:gd name="T7" fmla="*/ 0 h 63"/>
                <a:gd name="T8" fmla="*/ 0 w 113"/>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62">
                  <a:moveTo>
                    <a:pt x="0" y="0"/>
                  </a:moveTo>
                  <a:lnTo>
                    <a:pt x="0" y="63"/>
                  </a:lnTo>
                  <a:lnTo>
                    <a:pt x="113" y="42"/>
                  </a:lnTo>
                  <a:lnTo>
                    <a:pt x="63" y="6"/>
                  </a:lnTo>
                  <a:lnTo>
                    <a:pt x="0" y="0"/>
                  </a:lnTo>
                  <a:close/>
                </a:path>
              </a:pathLst>
            </a:custGeom>
            <a:grpFill/>
            <a:ln w="3175">
              <a:solidFill>
                <a:schemeClr val="bg1"/>
              </a:solidFill>
              <a:prstDash val="solid"/>
              <a:round/>
            </a:ln>
          </p:spPr>
          <p:txBody>
            <a:bodyPr/>
            <a:lstStyle/>
            <a:p>
              <a:endParaRPr lang="en-US" dirty="0"/>
            </a:p>
          </p:txBody>
        </p:sp>
        <p:sp>
          <p:nvSpPr>
            <p:cNvPr id="74" name="21986371.875205.7524.3755">
              <a:extLst>
                <a:ext uri="{FF2B5EF4-FFF2-40B4-BE49-F238E27FC236}">
                  <a16:creationId xmlns:a16="http://schemas.microsoft.com/office/drawing/2014/main" id="{D0FFE6F8-13E5-10A0-2C21-055C0DBCAEC1}"/>
                </a:ext>
              </a:extLst>
            </p:cNvPr>
            <p:cNvSpPr/>
            <p:nvPr>
              <p:custDataLst>
                <p:tags r:id="rId76"/>
              </p:custDataLst>
            </p:nvPr>
          </p:nvSpPr>
          <p:spPr bwMode="auto">
            <a:xfrm>
              <a:off x="2764" y="2866"/>
              <a:ext cx="25" cy="12"/>
            </a:xfrm>
            <a:custGeom>
              <a:avLst/>
              <a:gdLst>
                <a:gd name="T0" fmla="*/ 0 w 77"/>
                <a:gd name="T1" fmla="*/ 0 h 34"/>
                <a:gd name="T2" fmla="*/ 0 w 77"/>
                <a:gd name="T3" fmla="*/ 0 h 34"/>
                <a:gd name="T4" fmla="*/ 0 w 77"/>
                <a:gd name="T5" fmla="*/ 0 h 34"/>
                <a:gd name="T6" fmla="*/ 0 w 77"/>
                <a:gd name="T7" fmla="*/ 0 h 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 h="34">
                  <a:moveTo>
                    <a:pt x="0" y="26"/>
                  </a:moveTo>
                  <a:lnTo>
                    <a:pt x="22" y="0"/>
                  </a:lnTo>
                  <a:lnTo>
                    <a:pt x="77" y="34"/>
                  </a:lnTo>
                  <a:lnTo>
                    <a:pt x="0" y="26"/>
                  </a:lnTo>
                  <a:close/>
                </a:path>
              </a:pathLst>
            </a:custGeom>
            <a:grpFill/>
            <a:ln w="3175">
              <a:solidFill>
                <a:schemeClr val="bg1"/>
              </a:solidFill>
              <a:prstDash val="solid"/>
              <a:round/>
            </a:ln>
          </p:spPr>
          <p:txBody>
            <a:bodyPr/>
            <a:lstStyle/>
            <a:p>
              <a:endParaRPr lang="en-US" dirty="0"/>
            </a:p>
          </p:txBody>
        </p:sp>
        <p:sp>
          <p:nvSpPr>
            <p:cNvPr id="75" name="21987504.125260.3751.535">
              <a:extLst>
                <a:ext uri="{FF2B5EF4-FFF2-40B4-BE49-F238E27FC236}">
                  <a16:creationId xmlns:a16="http://schemas.microsoft.com/office/drawing/2014/main" id="{53F751CF-4CEA-11CE-DD4C-B58BC5610623}"/>
                </a:ext>
              </a:extLst>
            </p:cNvPr>
            <p:cNvSpPr/>
            <p:nvPr>
              <p:custDataLst>
                <p:tags r:id="rId77"/>
              </p:custDataLst>
            </p:nvPr>
          </p:nvSpPr>
          <p:spPr bwMode="auto">
            <a:xfrm>
              <a:off x="3080" y="3631"/>
              <a:ext cx="17" cy="9"/>
            </a:xfrm>
            <a:custGeom>
              <a:avLst/>
              <a:gdLst>
                <a:gd name="T0" fmla="*/ 0 w 51"/>
                <a:gd name="T1" fmla="*/ 0 h 29"/>
                <a:gd name="T2" fmla="*/ 0 w 51"/>
                <a:gd name="T3" fmla="*/ 0 h 29"/>
                <a:gd name="T4" fmla="*/ 0 w 51"/>
                <a:gd name="T5" fmla="*/ 0 h 29"/>
                <a:gd name="T6" fmla="*/ 0 w 51"/>
                <a:gd name="T7" fmla="*/ 0 h 29"/>
                <a:gd name="T8" fmla="*/ 0 w 51"/>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8">
                  <a:moveTo>
                    <a:pt x="0" y="29"/>
                  </a:moveTo>
                  <a:lnTo>
                    <a:pt x="30" y="14"/>
                  </a:lnTo>
                  <a:lnTo>
                    <a:pt x="15" y="0"/>
                  </a:lnTo>
                  <a:lnTo>
                    <a:pt x="51" y="3"/>
                  </a:lnTo>
                  <a:lnTo>
                    <a:pt x="0" y="29"/>
                  </a:lnTo>
                  <a:close/>
                </a:path>
              </a:pathLst>
            </a:custGeom>
            <a:grpFill/>
            <a:ln w="3175">
              <a:solidFill>
                <a:schemeClr val="bg1"/>
              </a:solidFill>
              <a:prstDash val="solid"/>
              <a:round/>
            </a:ln>
          </p:spPr>
          <p:txBody>
            <a:bodyPr/>
            <a:lstStyle/>
            <a:p>
              <a:endParaRPr lang="en-US" dirty="0"/>
            </a:p>
          </p:txBody>
        </p:sp>
        <p:sp>
          <p:nvSpPr>
            <p:cNvPr id="76" name="21988503.875262.7523.3755">
              <a:extLst>
                <a:ext uri="{FF2B5EF4-FFF2-40B4-BE49-F238E27FC236}">
                  <a16:creationId xmlns:a16="http://schemas.microsoft.com/office/drawing/2014/main" id="{EACB53C1-92DB-779A-1776-A21B8D9ECDDA}"/>
                </a:ext>
              </a:extLst>
            </p:cNvPr>
            <p:cNvSpPr/>
            <p:nvPr>
              <p:custDataLst>
                <p:tags r:id="rId78"/>
              </p:custDataLst>
            </p:nvPr>
          </p:nvSpPr>
          <p:spPr bwMode="auto">
            <a:xfrm>
              <a:off x="3093" y="3630"/>
              <a:ext cx="20" cy="11"/>
            </a:xfrm>
            <a:custGeom>
              <a:avLst/>
              <a:gdLst>
                <a:gd name="T0" fmla="*/ 0 w 60"/>
                <a:gd name="T1" fmla="*/ 0 h 35"/>
                <a:gd name="T2" fmla="*/ 0 w 60"/>
                <a:gd name="T3" fmla="*/ 0 h 35"/>
                <a:gd name="T4" fmla="*/ 0 w 60"/>
                <a:gd name="T5" fmla="*/ 0 h 35"/>
                <a:gd name="T6" fmla="*/ 0 w 60"/>
                <a:gd name="T7" fmla="*/ 0 h 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35">
                  <a:moveTo>
                    <a:pt x="0" y="35"/>
                  </a:moveTo>
                  <a:lnTo>
                    <a:pt x="27" y="0"/>
                  </a:lnTo>
                  <a:lnTo>
                    <a:pt x="60" y="12"/>
                  </a:lnTo>
                  <a:lnTo>
                    <a:pt x="0" y="35"/>
                  </a:lnTo>
                  <a:close/>
                </a:path>
              </a:pathLst>
            </a:custGeom>
            <a:grpFill/>
            <a:ln w="3175">
              <a:solidFill>
                <a:schemeClr val="bg1"/>
              </a:solidFill>
              <a:prstDash val="solid"/>
              <a:round/>
            </a:ln>
          </p:spPr>
          <p:txBody>
            <a:bodyPr/>
            <a:lstStyle/>
            <a:p>
              <a:endParaRPr lang="en-US" dirty="0"/>
            </a:p>
          </p:txBody>
        </p:sp>
        <p:sp>
          <p:nvSpPr>
            <p:cNvPr id="77" name="21989241413.12530.62520.3755">
              <a:extLst>
                <a:ext uri="{FF2B5EF4-FFF2-40B4-BE49-F238E27FC236}">
                  <a16:creationId xmlns:a16="http://schemas.microsoft.com/office/drawing/2014/main" id="{2D1BB997-A7C8-5806-DD69-0708A2136D6B}"/>
                </a:ext>
              </a:extLst>
            </p:cNvPr>
            <p:cNvSpPr/>
            <p:nvPr>
              <p:custDataLst>
                <p:tags r:id="rId79"/>
              </p:custDataLst>
            </p:nvPr>
          </p:nvSpPr>
          <p:spPr bwMode="auto">
            <a:xfrm>
              <a:off x="3963" y="2109"/>
              <a:ext cx="118" cy="177"/>
            </a:xfrm>
            <a:custGeom>
              <a:avLst/>
              <a:gdLst>
                <a:gd name="T0" fmla="*/ 0 w 363"/>
                <a:gd name="T1" fmla="*/ 0 h 547"/>
                <a:gd name="T2" fmla="*/ 0 w 363"/>
                <a:gd name="T3" fmla="*/ 0 h 547"/>
                <a:gd name="T4" fmla="*/ 0 w 363"/>
                <a:gd name="T5" fmla="*/ 0 h 547"/>
                <a:gd name="T6" fmla="*/ 0 w 363"/>
                <a:gd name="T7" fmla="*/ 0 h 547"/>
                <a:gd name="T8" fmla="*/ 0 w 363"/>
                <a:gd name="T9" fmla="*/ 0 h 547"/>
                <a:gd name="T10" fmla="*/ 0 w 363"/>
                <a:gd name="T11" fmla="*/ 0 h 547"/>
                <a:gd name="T12" fmla="*/ 0 w 363"/>
                <a:gd name="T13" fmla="*/ 0 h 547"/>
                <a:gd name="T14" fmla="*/ 0 w 363"/>
                <a:gd name="T15" fmla="*/ 0 h 547"/>
                <a:gd name="T16" fmla="*/ 0 w 363"/>
                <a:gd name="T17" fmla="*/ 0 h 547"/>
                <a:gd name="T18" fmla="*/ 0 w 363"/>
                <a:gd name="T19" fmla="*/ 0 h 547"/>
                <a:gd name="T20" fmla="*/ 0 w 363"/>
                <a:gd name="T21" fmla="*/ 0 h 547"/>
                <a:gd name="T22" fmla="*/ 0 w 363"/>
                <a:gd name="T23" fmla="*/ 0 h 547"/>
                <a:gd name="T24" fmla="*/ 0 w 363"/>
                <a:gd name="T25" fmla="*/ 0 h 547"/>
                <a:gd name="T26" fmla="*/ 0 w 363"/>
                <a:gd name="T27" fmla="*/ 0 h 547"/>
                <a:gd name="T28" fmla="*/ 0 w 363"/>
                <a:gd name="T29" fmla="*/ 0 h 547"/>
                <a:gd name="T30" fmla="*/ 0 w 363"/>
                <a:gd name="T31" fmla="*/ 0 h 547"/>
                <a:gd name="T32" fmla="*/ 0 w 363"/>
                <a:gd name="T33" fmla="*/ 0 h 547"/>
                <a:gd name="T34" fmla="*/ 0 w 363"/>
                <a:gd name="T35" fmla="*/ 0 h 547"/>
                <a:gd name="T36" fmla="*/ 0 w 363"/>
                <a:gd name="T37" fmla="*/ 0 h 547"/>
                <a:gd name="T38" fmla="*/ 0 w 363"/>
                <a:gd name="T39" fmla="*/ 0 h 547"/>
                <a:gd name="T40" fmla="*/ 0 w 363"/>
                <a:gd name="T41" fmla="*/ 0 h 547"/>
                <a:gd name="T42" fmla="*/ 0 w 363"/>
                <a:gd name="T43" fmla="*/ 0 h 547"/>
                <a:gd name="T44" fmla="*/ 0 w 363"/>
                <a:gd name="T45" fmla="*/ 0 h 547"/>
                <a:gd name="T46" fmla="*/ 0 w 363"/>
                <a:gd name="T47" fmla="*/ 0 h 5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63" h="547">
                  <a:moveTo>
                    <a:pt x="0" y="57"/>
                  </a:moveTo>
                  <a:lnTo>
                    <a:pt x="24" y="40"/>
                  </a:lnTo>
                  <a:lnTo>
                    <a:pt x="62" y="73"/>
                  </a:lnTo>
                  <a:lnTo>
                    <a:pt x="132" y="79"/>
                  </a:lnTo>
                  <a:lnTo>
                    <a:pt x="172" y="58"/>
                  </a:lnTo>
                  <a:lnTo>
                    <a:pt x="183" y="13"/>
                  </a:lnTo>
                  <a:lnTo>
                    <a:pt x="249" y="0"/>
                  </a:lnTo>
                  <a:lnTo>
                    <a:pt x="285" y="18"/>
                  </a:lnTo>
                  <a:lnTo>
                    <a:pt x="281" y="57"/>
                  </a:lnTo>
                  <a:lnTo>
                    <a:pt x="267" y="95"/>
                  </a:lnTo>
                  <a:lnTo>
                    <a:pt x="314" y="142"/>
                  </a:lnTo>
                  <a:lnTo>
                    <a:pt x="286" y="177"/>
                  </a:lnTo>
                  <a:lnTo>
                    <a:pt x="321" y="237"/>
                  </a:lnTo>
                  <a:lnTo>
                    <a:pt x="307" y="291"/>
                  </a:lnTo>
                  <a:lnTo>
                    <a:pt x="363" y="405"/>
                  </a:lnTo>
                  <a:lnTo>
                    <a:pt x="235" y="512"/>
                  </a:lnTo>
                  <a:lnTo>
                    <a:pt x="81" y="547"/>
                  </a:lnTo>
                  <a:lnTo>
                    <a:pt x="73" y="525"/>
                  </a:lnTo>
                  <a:lnTo>
                    <a:pt x="24" y="508"/>
                  </a:lnTo>
                  <a:lnTo>
                    <a:pt x="17" y="402"/>
                  </a:lnTo>
                  <a:lnTo>
                    <a:pt x="164" y="287"/>
                  </a:lnTo>
                  <a:lnTo>
                    <a:pt x="116" y="230"/>
                  </a:lnTo>
                  <a:lnTo>
                    <a:pt x="98" y="116"/>
                  </a:lnTo>
                  <a:lnTo>
                    <a:pt x="0" y="57"/>
                  </a:lnTo>
                  <a:close/>
                </a:path>
              </a:pathLst>
            </a:custGeom>
            <a:grpFill/>
            <a:ln w="3175">
              <a:solidFill>
                <a:schemeClr val="bg1"/>
              </a:solidFill>
              <a:prstDash val="solid"/>
              <a:round/>
            </a:ln>
          </p:spPr>
          <p:txBody>
            <a:bodyPr/>
            <a:lstStyle/>
            <a:p>
              <a:endParaRPr lang="en-US" dirty="0"/>
            </a:p>
          </p:txBody>
        </p:sp>
        <p:grpSp>
          <p:nvGrpSpPr>
            <p:cNvPr id="78" name="21992294.536622.87526.1256">
              <a:extLst>
                <a:ext uri="{FF2B5EF4-FFF2-40B4-BE49-F238E27FC236}">
                  <a16:creationId xmlns:a16="http://schemas.microsoft.com/office/drawing/2014/main" id="{8FC0593B-16B2-ECCB-E1E6-AAD01646FB1B}"/>
                </a:ext>
              </a:extLst>
            </p:cNvPr>
            <p:cNvGrpSpPr/>
            <p:nvPr/>
          </p:nvGrpSpPr>
          <p:grpSpPr>
            <a:xfrm>
              <a:off x="3691" y="2419"/>
              <a:ext cx="151" cy="132"/>
              <a:chOff x="2928" y="2356"/>
              <a:chExt cx="209" cy="183"/>
            </a:xfrm>
            <a:grpFill/>
          </p:grpSpPr>
          <p:sp>
            <p:nvSpPr>
              <p:cNvPr id="292" name="21990294.536620.523.6255">
                <a:extLst>
                  <a:ext uri="{FF2B5EF4-FFF2-40B4-BE49-F238E27FC236}">
                    <a16:creationId xmlns:a16="http://schemas.microsoft.com/office/drawing/2014/main" id="{D5E8D16F-AD31-83F2-5ADD-449908023604}"/>
                  </a:ext>
                </a:extLst>
              </p:cNvPr>
              <p:cNvSpPr/>
              <p:nvPr>
                <p:custDataLst>
                  <p:tags r:id="rId286"/>
                </p:custDataLst>
              </p:nvPr>
            </p:nvSpPr>
            <p:spPr bwMode="auto">
              <a:xfrm>
                <a:off x="2928" y="2356"/>
                <a:ext cx="189" cy="164"/>
              </a:xfrm>
              <a:custGeom>
                <a:avLst/>
                <a:gdLst>
                  <a:gd name="T0" fmla="*/ 0 w 421"/>
                  <a:gd name="T1" fmla="*/ 0 h 365"/>
                  <a:gd name="T2" fmla="*/ 0 w 421"/>
                  <a:gd name="T3" fmla="*/ 0 h 365"/>
                  <a:gd name="T4" fmla="*/ 0 w 421"/>
                  <a:gd name="T5" fmla="*/ 0 h 365"/>
                  <a:gd name="T6" fmla="*/ 0 w 421"/>
                  <a:gd name="T7" fmla="*/ 0 h 365"/>
                  <a:gd name="T8" fmla="*/ 0 w 421"/>
                  <a:gd name="T9" fmla="*/ 0 h 365"/>
                  <a:gd name="T10" fmla="*/ 0 w 421"/>
                  <a:gd name="T11" fmla="*/ 0 h 365"/>
                  <a:gd name="T12" fmla="*/ 0 w 421"/>
                  <a:gd name="T13" fmla="*/ 0 h 365"/>
                  <a:gd name="T14" fmla="*/ 0 w 421"/>
                  <a:gd name="T15" fmla="*/ 0 h 365"/>
                  <a:gd name="T16" fmla="*/ 0 w 421"/>
                  <a:gd name="T17" fmla="*/ 0 h 365"/>
                  <a:gd name="T18" fmla="*/ 0 w 421"/>
                  <a:gd name="T19" fmla="*/ 0 h 365"/>
                  <a:gd name="T20" fmla="*/ 0 w 421"/>
                  <a:gd name="T21" fmla="*/ 0 h 365"/>
                  <a:gd name="T22" fmla="*/ 0 w 421"/>
                  <a:gd name="T23" fmla="*/ 0 h 365"/>
                  <a:gd name="T24" fmla="*/ 0 w 421"/>
                  <a:gd name="T25" fmla="*/ 0 h 365"/>
                  <a:gd name="T26" fmla="*/ 0 w 421"/>
                  <a:gd name="T27" fmla="*/ 0 h 365"/>
                  <a:gd name="T28" fmla="*/ 0 w 421"/>
                  <a:gd name="T29" fmla="*/ 0 h 365"/>
                  <a:gd name="T30" fmla="*/ 0 w 421"/>
                  <a:gd name="T31" fmla="*/ 0 h 365"/>
                  <a:gd name="T32" fmla="*/ 0 w 421"/>
                  <a:gd name="T33" fmla="*/ 0 h 365"/>
                  <a:gd name="T34" fmla="*/ 0 w 421"/>
                  <a:gd name="T35" fmla="*/ 0 h 365"/>
                  <a:gd name="T36" fmla="*/ 0 w 421"/>
                  <a:gd name="T37" fmla="*/ 0 h 365"/>
                  <a:gd name="T38" fmla="*/ 0 w 421"/>
                  <a:gd name="T39" fmla="*/ 0 h 365"/>
                  <a:gd name="T40" fmla="*/ 0 w 421"/>
                  <a:gd name="T41" fmla="*/ 0 h 365"/>
                  <a:gd name="T42" fmla="*/ 0 w 421"/>
                  <a:gd name="T43" fmla="*/ 0 h 365"/>
                  <a:gd name="T44" fmla="*/ 0 w 421"/>
                  <a:gd name="T45" fmla="*/ 0 h 365"/>
                  <a:gd name="T46" fmla="*/ 0 w 421"/>
                  <a:gd name="T47" fmla="*/ 0 h 365"/>
                  <a:gd name="T48" fmla="*/ 0 w 421"/>
                  <a:gd name="T49" fmla="*/ 0 h 365"/>
                  <a:gd name="T50" fmla="*/ 0 w 421"/>
                  <a:gd name="T51" fmla="*/ 0 h 365"/>
                  <a:gd name="T52" fmla="*/ 0 w 421"/>
                  <a:gd name="T53" fmla="*/ 0 h 36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21" h="365">
                    <a:moveTo>
                      <a:pt x="0" y="111"/>
                    </a:moveTo>
                    <a:lnTo>
                      <a:pt x="14" y="143"/>
                    </a:lnTo>
                    <a:lnTo>
                      <a:pt x="100" y="165"/>
                    </a:lnTo>
                    <a:lnTo>
                      <a:pt x="87" y="183"/>
                    </a:lnTo>
                    <a:lnTo>
                      <a:pt x="118" y="206"/>
                    </a:lnTo>
                    <a:lnTo>
                      <a:pt x="132" y="248"/>
                    </a:lnTo>
                    <a:lnTo>
                      <a:pt x="95" y="325"/>
                    </a:lnTo>
                    <a:lnTo>
                      <a:pt x="199" y="355"/>
                    </a:lnTo>
                    <a:lnTo>
                      <a:pt x="210" y="359"/>
                    </a:lnTo>
                    <a:lnTo>
                      <a:pt x="260" y="365"/>
                    </a:lnTo>
                    <a:lnTo>
                      <a:pt x="260" y="334"/>
                    </a:lnTo>
                    <a:lnTo>
                      <a:pt x="287" y="318"/>
                    </a:lnTo>
                    <a:lnTo>
                      <a:pt x="357" y="337"/>
                    </a:lnTo>
                    <a:lnTo>
                      <a:pt x="401" y="307"/>
                    </a:lnTo>
                    <a:lnTo>
                      <a:pt x="375" y="263"/>
                    </a:lnTo>
                    <a:lnTo>
                      <a:pt x="385" y="220"/>
                    </a:lnTo>
                    <a:lnTo>
                      <a:pt x="352" y="197"/>
                    </a:lnTo>
                    <a:lnTo>
                      <a:pt x="401" y="147"/>
                    </a:lnTo>
                    <a:lnTo>
                      <a:pt x="421" y="92"/>
                    </a:lnTo>
                    <a:lnTo>
                      <a:pt x="359" y="69"/>
                    </a:lnTo>
                    <a:lnTo>
                      <a:pt x="342" y="63"/>
                    </a:lnTo>
                    <a:lnTo>
                      <a:pt x="246" y="0"/>
                    </a:lnTo>
                    <a:lnTo>
                      <a:pt x="213" y="11"/>
                    </a:lnTo>
                    <a:lnTo>
                      <a:pt x="175" y="72"/>
                    </a:lnTo>
                    <a:lnTo>
                      <a:pt x="94" y="61"/>
                    </a:lnTo>
                    <a:lnTo>
                      <a:pt x="106" y="109"/>
                    </a:lnTo>
                    <a:lnTo>
                      <a:pt x="0" y="111"/>
                    </a:lnTo>
                    <a:close/>
                  </a:path>
                </a:pathLst>
              </a:custGeom>
              <a:grpFill/>
              <a:ln w="3175">
                <a:solidFill>
                  <a:schemeClr val="bg1"/>
                </a:solidFill>
                <a:prstDash val="solid"/>
                <a:round/>
              </a:ln>
            </p:spPr>
            <p:txBody>
              <a:bodyPr/>
              <a:lstStyle/>
              <a:p>
                <a:endParaRPr lang="en-US" dirty="0"/>
              </a:p>
            </p:txBody>
          </p:sp>
          <p:sp>
            <p:nvSpPr>
              <p:cNvPr id="293" name="21991313.5390.6253.8751.55">
                <a:extLst>
                  <a:ext uri="{FF2B5EF4-FFF2-40B4-BE49-F238E27FC236}">
                    <a16:creationId xmlns:a16="http://schemas.microsoft.com/office/drawing/2014/main" id="{4737F459-6E36-099E-15E4-D33A0D1D5E0D}"/>
                  </a:ext>
                </a:extLst>
              </p:cNvPr>
              <p:cNvSpPr/>
              <p:nvPr>
                <p:custDataLst>
                  <p:tags r:id="rId287"/>
                </p:custDataLst>
              </p:nvPr>
            </p:nvSpPr>
            <p:spPr bwMode="auto">
              <a:xfrm>
                <a:off x="3125" y="2508"/>
                <a:ext cx="12" cy="31"/>
              </a:xfrm>
              <a:custGeom>
                <a:avLst/>
                <a:gdLst>
                  <a:gd name="T0" fmla="*/ 0 w 27"/>
                  <a:gd name="T1" fmla="*/ 0 h 69"/>
                  <a:gd name="T2" fmla="*/ 0 w 27"/>
                  <a:gd name="T3" fmla="*/ 0 h 69"/>
                  <a:gd name="T4" fmla="*/ 0 w 27"/>
                  <a:gd name="T5" fmla="*/ 0 h 69"/>
                  <a:gd name="T6" fmla="*/ 0 w 27"/>
                  <a:gd name="T7" fmla="*/ 0 h 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69">
                    <a:moveTo>
                      <a:pt x="0" y="34"/>
                    </a:moveTo>
                    <a:lnTo>
                      <a:pt x="24" y="69"/>
                    </a:lnTo>
                    <a:lnTo>
                      <a:pt x="27" y="0"/>
                    </a:lnTo>
                    <a:lnTo>
                      <a:pt x="0" y="34"/>
                    </a:lnTo>
                    <a:close/>
                  </a:path>
                </a:pathLst>
              </a:custGeom>
              <a:grpFill/>
              <a:ln w="3175">
                <a:solidFill>
                  <a:schemeClr val="bg1"/>
                </a:solidFill>
                <a:prstDash val="solid"/>
                <a:round/>
              </a:ln>
            </p:spPr>
            <p:txBody>
              <a:bodyPr/>
              <a:lstStyle/>
              <a:p>
                <a:endParaRPr lang="en-US" dirty="0"/>
              </a:p>
            </p:txBody>
          </p:sp>
        </p:grpSp>
        <p:sp>
          <p:nvSpPr>
            <p:cNvPr id="79" name="21993388.625272.6256.3755.3755">
              <a:extLst>
                <a:ext uri="{FF2B5EF4-FFF2-40B4-BE49-F238E27FC236}">
                  <a16:creationId xmlns:a16="http://schemas.microsoft.com/office/drawing/2014/main" id="{D85E827B-F968-4F17-4A80-C6F55462DBA9}"/>
                </a:ext>
              </a:extLst>
            </p:cNvPr>
            <p:cNvSpPr/>
            <p:nvPr>
              <p:custDataLst>
                <p:tags r:id="rId80"/>
              </p:custDataLst>
            </p:nvPr>
          </p:nvSpPr>
          <p:spPr bwMode="auto">
            <a:xfrm>
              <a:off x="3151" y="2963"/>
              <a:ext cx="31" cy="37"/>
            </a:xfrm>
            <a:custGeom>
              <a:avLst/>
              <a:gdLst>
                <a:gd name="T0" fmla="*/ 0 w 96"/>
                <a:gd name="T1" fmla="*/ 0 h 114"/>
                <a:gd name="T2" fmla="*/ 0 w 96"/>
                <a:gd name="T3" fmla="*/ 0 h 114"/>
                <a:gd name="T4" fmla="*/ 0 w 96"/>
                <a:gd name="T5" fmla="*/ 0 h 114"/>
                <a:gd name="T6" fmla="*/ 0 w 96"/>
                <a:gd name="T7" fmla="*/ 0 h 114"/>
                <a:gd name="T8" fmla="*/ 0 w 96"/>
                <a:gd name="T9" fmla="*/ 0 h 1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 h="114">
                  <a:moveTo>
                    <a:pt x="0" y="110"/>
                  </a:moveTo>
                  <a:lnTo>
                    <a:pt x="14" y="0"/>
                  </a:lnTo>
                  <a:lnTo>
                    <a:pt x="96" y="49"/>
                  </a:lnTo>
                  <a:lnTo>
                    <a:pt x="47" y="114"/>
                  </a:lnTo>
                  <a:lnTo>
                    <a:pt x="0" y="110"/>
                  </a:lnTo>
                  <a:close/>
                </a:path>
              </a:pathLst>
            </a:custGeom>
            <a:grpFill/>
            <a:ln w="3175">
              <a:solidFill>
                <a:schemeClr val="bg1"/>
              </a:solidFill>
              <a:prstDash val="solid"/>
              <a:round/>
            </a:ln>
          </p:spPr>
          <p:txBody>
            <a:bodyPr/>
            <a:lstStyle/>
            <a:p>
              <a:endParaRPr lang="en-US" dirty="0"/>
            </a:p>
          </p:txBody>
        </p:sp>
        <p:sp>
          <p:nvSpPr>
            <p:cNvPr id="80" name="21994285385.62518.2516.3755">
              <a:extLst>
                <a:ext uri="{FF2B5EF4-FFF2-40B4-BE49-F238E27FC236}">
                  <a16:creationId xmlns:a16="http://schemas.microsoft.com/office/drawing/2014/main" id="{3C62C1D2-9B84-6330-725E-FE3622A99004}"/>
                </a:ext>
              </a:extLst>
            </p:cNvPr>
            <p:cNvSpPr/>
            <p:nvPr>
              <p:custDataLst>
                <p:tags r:id="rId81"/>
              </p:custDataLst>
            </p:nvPr>
          </p:nvSpPr>
          <p:spPr bwMode="auto">
            <a:xfrm>
              <a:off x="3804" y="2364"/>
              <a:ext cx="95" cy="105"/>
            </a:xfrm>
            <a:custGeom>
              <a:avLst/>
              <a:gdLst>
                <a:gd name="T0" fmla="*/ 0 w 289"/>
                <a:gd name="T1" fmla="*/ 0 h 323"/>
                <a:gd name="T2" fmla="*/ 0 w 289"/>
                <a:gd name="T3" fmla="*/ 0 h 323"/>
                <a:gd name="T4" fmla="*/ 0 w 289"/>
                <a:gd name="T5" fmla="*/ 0 h 323"/>
                <a:gd name="T6" fmla="*/ 0 w 289"/>
                <a:gd name="T7" fmla="*/ 0 h 323"/>
                <a:gd name="T8" fmla="*/ 0 w 289"/>
                <a:gd name="T9" fmla="*/ 0 h 323"/>
                <a:gd name="T10" fmla="*/ 0 w 289"/>
                <a:gd name="T11" fmla="*/ 0 h 323"/>
                <a:gd name="T12" fmla="*/ 0 w 289"/>
                <a:gd name="T13" fmla="*/ 0 h 323"/>
                <a:gd name="T14" fmla="*/ 0 w 289"/>
                <a:gd name="T15" fmla="*/ 0 h 323"/>
                <a:gd name="T16" fmla="*/ 0 w 289"/>
                <a:gd name="T17" fmla="*/ 0 h 323"/>
                <a:gd name="T18" fmla="*/ 0 w 289"/>
                <a:gd name="T19" fmla="*/ 0 h 323"/>
                <a:gd name="T20" fmla="*/ 0 w 289"/>
                <a:gd name="T21" fmla="*/ 0 h 323"/>
                <a:gd name="T22" fmla="*/ 0 w 289"/>
                <a:gd name="T23" fmla="*/ 0 h 323"/>
                <a:gd name="T24" fmla="*/ 0 w 289"/>
                <a:gd name="T25" fmla="*/ 0 h 323"/>
                <a:gd name="T26" fmla="*/ 0 w 289"/>
                <a:gd name="T27" fmla="*/ 0 h 323"/>
                <a:gd name="T28" fmla="*/ 0 w 289"/>
                <a:gd name="T29" fmla="*/ 0 h 323"/>
                <a:gd name="T30" fmla="*/ 0 w 289"/>
                <a:gd name="T31" fmla="*/ 0 h 323"/>
                <a:gd name="T32" fmla="*/ 0 w 289"/>
                <a:gd name="T33" fmla="*/ 0 h 323"/>
                <a:gd name="T34" fmla="*/ 0 w 289"/>
                <a:gd name="T35" fmla="*/ 0 h 323"/>
                <a:gd name="T36" fmla="*/ 0 w 289"/>
                <a:gd name="T37" fmla="*/ 0 h 323"/>
                <a:gd name="T38" fmla="*/ 0 w 289"/>
                <a:gd name="T39" fmla="*/ 0 h 323"/>
                <a:gd name="T40" fmla="*/ 0 w 289"/>
                <a:gd name="T41" fmla="*/ 0 h 323"/>
                <a:gd name="T42" fmla="*/ 0 w 289"/>
                <a:gd name="T43" fmla="*/ 0 h 323"/>
                <a:gd name="T44" fmla="*/ 0 w 289"/>
                <a:gd name="T45" fmla="*/ 0 h 3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89" h="323">
                  <a:moveTo>
                    <a:pt x="0" y="133"/>
                  </a:moveTo>
                  <a:lnTo>
                    <a:pt x="1" y="186"/>
                  </a:lnTo>
                  <a:lnTo>
                    <a:pt x="4" y="210"/>
                  </a:lnTo>
                  <a:lnTo>
                    <a:pt x="8" y="238"/>
                  </a:lnTo>
                  <a:lnTo>
                    <a:pt x="70" y="261"/>
                  </a:lnTo>
                  <a:lnTo>
                    <a:pt x="50" y="316"/>
                  </a:lnTo>
                  <a:lnTo>
                    <a:pt x="115" y="323"/>
                  </a:lnTo>
                  <a:lnTo>
                    <a:pt x="228" y="322"/>
                  </a:lnTo>
                  <a:lnTo>
                    <a:pt x="258" y="269"/>
                  </a:lnTo>
                  <a:lnTo>
                    <a:pt x="197" y="203"/>
                  </a:lnTo>
                  <a:lnTo>
                    <a:pt x="270" y="168"/>
                  </a:lnTo>
                  <a:lnTo>
                    <a:pt x="289" y="179"/>
                  </a:lnTo>
                  <a:lnTo>
                    <a:pt x="270" y="49"/>
                  </a:lnTo>
                  <a:lnTo>
                    <a:pt x="217" y="18"/>
                  </a:lnTo>
                  <a:lnTo>
                    <a:pt x="158" y="40"/>
                  </a:lnTo>
                  <a:lnTo>
                    <a:pt x="166" y="25"/>
                  </a:lnTo>
                  <a:lnTo>
                    <a:pt x="115" y="0"/>
                  </a:lnTo>
                  <a:lnTo>
                    <a:pt x="89" y="0"/>
                  </a:lnTo>
                  <a:lnTo>
                    <a:pt x="87" y="71"/>
                  </a:lnTo>
                  <a:lnTo>
                    <a:pt x="57" y="52"/>
                  </a:lnTo>
                  <a:lnTo>
                    <a:pt x="39" y="74"/>
                  </a:lnTo>
                  <a:lnTo>
                    <a:pt x="34" y="117"/>
                  </a:lnTo>
                  <a:lnTo>
                    <a:pt x="0" y="133"/>
                  </a:lnTo>
                  <a:close/>
                </a:path>
              </a:pathLst>
            </a:custGeom>
            <a:grpFill/>
            <a:ln w="3175">
              <a:solidFill>
                <a:schemeClr val="bg1"/>
              </a:solidFill>
              <a:prstDash val="solid"/>
              <a:round/>
            </a:ln>
          </p:spPr>
          <p:txBody>
            <a:bodyPr/>
            <a:lstStyle/>
            <a:p>
              <a:endParaRPr lang="en-US" dirty="0"/>
            </a:p>
          </p:txBody>
        </p:sp>
        <p:grpSp>
          <p:nvGrpSpPr>
            <p:cNvPr id="81" name="21997316.25412.2514.511.8756">
              <a:extLst>
                <a:ext uri="{FF2B5EF4-FFF2-40B4-BE49-F238E27FC236}">
                  <a16:creationId xmlns:a16="http://schemas.microsoft.com/office/drawing/2014/main" id="{49A6C5AA-6495-C0EE-BBAD-1650C4E9EB70}"/>
                </a:ext>
              </a:extLst>
            </p:cNvPr>
            <p:cNvGrpSpPr/>
            <p:nvPr/>
          </p:nvGrpSpPr>
          <p:grpSpPr>
            <a:xfrm>
              <a:off x="3958" y="2544"/>
              <a:ext cx="69" cy="84"/>
              <a:chOff x="3298" y="2530"/>
              <a:chExt cx="95" cy="116"/>
            </a:xfrm>
            <a:grpFill/>
          </p:grpSpPr>
          <p:sp>
            <p:nvSpPr>
              <p:cNvPr id="290" name="21995316.25412.2511.7511.8755">
                <a:extLst>
                  <a:ext uri="{FF2B5EF4-FFF2-40B4-BE49-F238E27FC236}">
                    <a16:creationId xmlns:a16="http://schemas.microsoft.com/office/drawing/2014/main" id="{1BE90CFB-7F6A-3D23-124B-B31009B9C948}"/>
                  </a:ext>
                </a:extLst>
              </p:cNvPr>
              <p:cNvSpPr/>
              <p:nvPr>
                <p:custDataLst>
                  <p:tags r:id="rId284"/>
                </p:custDataLst>
              </p:nvPr>
            </p:nvSpPr>
            <p:spPr bwMode="auto">
              <a:xfrm>
                <a:off x="3298" y="2530"/>
                <a:ext cx="95" cy="94"/>
              </a:xfrm>
              <a:custGeom>
                <a:avLst/>
                <a:gdLst>
                  <a:gd name="T0" fmla="*/ 0 w 209"/>
                  <a:gd name="T1" fmla="*/ 0 h 209"/>
                  <a:gd name="T2" fmla="*/ 0 w 209"/>
                  <a:gd name="T3" fmla="*/ 0 h 209"/>
                  <a:gd name="T4" fmla="*/ 0 w 209"/>
                  <a:gd name="T5" fmla="*/ 0 h 209"/>
                  <a:gd name="T6" fmla="*/ 0 w 209"/>
                  <a:gd name="T7" fmla="*/ 0 h 209"/>
                  <a:gd name="T8" fmla="*/ 0 w 209"/>
                  <a:gd name="T9" fmla="*/ 0 h 209"/>
                  <a:gd name="T10" fmla="*/ 0 w 209"/>
                  <a:gd name="T11" fmla="*/ 0 h 209"/>
                  <a:gd name="T12" fmla="*/ 0 w 209"/>
                  <a:gd name="T13" fmla="*/ 0 h 209"/>
                  <a:gd name="T14" fmla="*/ 0 w 209"/>
                  <a:gd name="T15" fmla="*/ 0 h 209"/>
                  <a:gd name="T16" fmla="*/ 0 w 209"/>
                  <a:gd name="T17" fmla="*/ 0 h 209"/>
                  <a:gd name="T18" fmla="*/ 0 w 209"/>
                  <a:gd name="T19" fmla="*/ 0 h 209"/>
                  <a:gd name="T20" fmla="*/ 0 w 209"/>
                  <a:gd name="T21" fmla="*/ 0 h 209"/>
                  <a:gd name="T22" fmla="*/ 0 w 209"/>
                  <a:gd name="T23" fmla="*/ 0 h 209"/>
                  <a:gd name="T24" fmla="*/ 0 w 209"/>
                  <a:gd name="T25" fmla="*/ 0 h 209"/>
                  <a:gd name="T26" fmla="*/ 0 w 209"/>
                  <a:gd name="T27" fmla="*/ 0 h 209"/>
                  <a:gd name="T28" fmla="*/ 0 w 209"/>
                  <a:gd name="T29" fmla="*/ 0 h 209"/>
                  <a:gd name="T30" fmla="*/ 0 w 209"/>
                  <a:gd name="T31" fmla="*/ 0 h 209"/>
                  <a:gd name="T32" fmla="*/ 0 w 209"/>
                  <a:gd name="T33" fmla="*/ 0 h 209"/>
                  <a:gd name="T34" fmla="*/ 0 w 209"/>
                  <a:gd name="T35" fmla="*/ 0 h 209"/>
                  <a:gd name="T36" fmla="*/ 0 w 209"/>
                  <a:gd name="T37" fmla="*/ 0 h 209"/>
                  <a:gd name="T38" fmla="*/ 0 w 209"/>
                  <a:gd name="T39" fmla="*/ 0 h 2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9" h="209">
                    <a:moveTo>
                      <a:pt x="0" y="83"/>
                    </a:moveTo>
                    <a:lnTo>
                      <a:pt x="29" y="37"/>
                    </a:lnTo>
                    <a:lnTo>
                      <a:pt x="94" y="19"/>
                    </a:lnTo>
                    <a:lnTo>
                      <a:pt x="177" y="20"/>
                    </a:lnTo>
                    <a:lnTo>
                      <a:pt x="209" y="0"/>
                    </a:lnTo>
                    <a:lnTo>
                      <a:pt x="198" y="44"/>
                    </a:lnTo>
                    <a:lnTo>
                      <a:pt x="141" y="34"/>
                    </a:lnTo>
                    <a:lnTo>
                      <a:pt x="112" y="71"/>
                    </a:lnTo>
                    <a:lnTo>
                      <a:pt x="82" y="50"/>
                    </a:lnTo>
                    <a:lnTo>
                      <a:pt x="104" y="105"/>
                    </a:lnTo>
                    <a:lnTo>
                      <a:pt x="77" y="116"/>
                    </a:lnTo>
                    <a:lnTo>
                      <a:pt x="129" y="140"/>
                    </a:lnTo>
                    <a:lnTo>
                      <a:pt x="129" y="162"/>
                    </a:lnTo>
                    <a:lnTo>
                      <a:pt x="86" y="169"/>
                    </a:lnTo>
                    <a:lnTo>
                      <a:pt x="100" y="209"/>
                    </a:lnTo>
                    <a:lnTo>
                      <a:pt x="49" y="195"/>
                    </a:lnTo>
                    <a:lnTo>
                      <a:pt x="34" y="158"/>
                    </a:lnTo>
                    <a:lnTo>
                      <a:pt x="101" y="143"/>
                    </a:lnTo>
                    <a:lnTo>
                      <a:pt x="34" y="137"/>
                    </a:lnTo>
                    <a:lnTo>
                      <a:pt x="0" y="83"/>
                    </a:lnTo>
                    <a:close/>
                  </a:path>
                </a:pathLst>
              </a:custGeom>
              <a:grpFill/>
              <a:ln w="3175">
                <a:solidFill>
                  <a:schemeClr val="bg1"/>
                </a:solidFill>
                <a:prstDash val="solid"/>
                <a:round/>
              </a:ln>
            </p:spPr>
            <p:txBody>
              <a:bodyPr/>
              <a:lstStyle/>
              <a:p>
                <a:endParaRPr lang="en-US" dirty="0"/>
              </a:p>
            </p:txBody>
          </p:sp>
          <p:sp>
            <p:nvSpPr>
              <p:cNvPr id="291" name="21996329.875418.6250.8755.55">
                <a:extLst>
                  <a:ext uri="{FF2B5EF4-FFF2-40B4-BE49-F238E27FC236}">
                    <a16:creationId xmlns:a16="http://schemas.microsoft.com/office/drawing/2014/main" id="{5CCBE45C-5388-ADAB-ADAE-F5875A831049}"/>
                  </a:ext>
                </a:extLst>
              </p:cNvPr>
              <p:cNvSpPr/>
              <p:nvPr>
                <p:custDataLst>
                  <p:tags r:id="rId285"/>
                </p:custDataLst>
              </p:nvPr>
            </p:nvSpPr>
            <p:spPr bwMode="auto">
              <a:xfrm>
                <a:off x="3349" y="2639"/>
                <a:ext cx="44" cy="7"/>
              </a:xfrm>
              <a:custGeom>
                <a:avLst/>
                <a:gdLst>
                  <a:gd name="T0" fmla="*/ 0 w 98"/>
                  <a:gd name="T1" fmla="*/ 1 h 14"/>
                  <a:gd name="T2" fmla="*/ 0 w 98"/>
                  <a:gd name="T3" fmla="*/ 0 h 14"/>
                  <a:gd name="T4" fmla="*/ 0 w 98"/>
                  <a:gd name="T5" fmla="*/ 1 h 14"/>
                  <a:gd name="T6" fmla="*/ 0 w 98"/>
                  <a:gd name="T7" fmla="*/ 1 h 14"/>
                  <a:gd name="T8" fmla="*/ 0 w 98"/>
                  <a:gd name="T9" fmla="*/ 1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 h="14">
                    <a:moveTo>
                      <a:pt x="0" y="14"/>
                    </a:moveTo>
                    <a:lnTo>
                      <a:pt x="8" y="0"/>
                    </a:lnTo>
                    <a:lnTo>
                      <a:pt x="98" y="14"/>
                    </a:lnTo>
                    <a:lnTo>
                      <a:pt x="32" y="14"/>
                    </a:lnTo>
                    <a:lnTo>
                      <a:pt x="0" y="14"/>
                    </a:lnTo>
                    <a:close/>
                  </a:path>
                </a:pathLst>
              </a:custGeom>
              <a:grpFill/>
              <a:ln w="3175">
                <a:solidFill>
                  <a:schemeClr val="bg1"/>
                </a:solidFill>
                <a:prstDash val="solid"/>
                <a:round/>
              </a:ln>
            </p:spPr>
            <p:txBody>
              <a:bodyPr/>
              <a:lstStyle/>
              <a:p>
                <a:endParaRPr lang="en-US" dirty="0"/>
              </a:p>
            </p:txBody>
          </p:sp>
        </p:grpSp>
        <p:sp>
          <p:nvSpPr>
            <p:cNvPr id="82" name="21998187.75237.7583.25113.8755">
              <a:extLst>
                <a:ext uri="{FF2B5EF4-FFF2-40B4-BE49-F238E27FC236}">
                  <a16:creationId xmlns:a16="http://schemas.microsoft.com/office/drawing/2014/main" id="{19ACF235-58C0-78D0-B46A-C13AF338AF36}"/>
                </a:ext>
              </a:extLst>
            </p:cNvPr>
            <p:cNvSpPr/>
            <p:nvPr>
              <p:custDataLst>
                <p:tags r:id="rId82"/>
              </p:custDataLst>
            </p:nvPr>
          </p:nvSpPr>
          <p:spPr bwMode="auto">
            <a:xfrm>
              <a:off x="2949" y="1801"/>
              <a:ext cx="659" cy="482"/>
            </a:xfrm>
            <a:custGeom>
              <a:avLst/>
              <a:gdLst>
                <a:gd name="T0" fmla="*/ 0 w 2028"/>
                <a:gd name="T1" fmla="*/ 0 h 1481"/>
                <a:gd name="T2" fmla="*/ 0 w 2028"/>
                <a:gd name="T3" fmla="*/ 0 h 1481"/>
                <a:gd name="T4" fmla="*/ 0 w 2028"/>
                <a:gd name="T5" fmla="*/ 0 h 1481"/>
                <a:gd name="T6" fmla="*/ 0 w 2028"/>
                <a:gd name="T7" fmla="*/ 0 h 1481"/>
                <a:gd name="T8" fmla="*/ 0 w 2028"/>
                <a:gd name="T9" fmla="*/ 0 h 1481"/>
                <a:gd name="T10" fmla="*/ 0 w 2028"/>
                <a:gd name="T11" fmla="*/ 0 h 1481"/>
                <a:gd name="T12" fmla="*/ 0 w 2028"/>
                <a:gd name="T13" fmla="*/ 0 h 1481"/>
                <a:gd name="T14" fmla="*/ 0 w 2028"/>
                <a:gd name="T15" fmla="*/ 0 h 1481"/>
                <a:gd name="T16" fmla="*/ 0 w 2028"/>
                <a:gd name="T17" fmla="*/ 0 h 1481"/>
                <a:gd name="T18" fmla="*/ 0 w 2028"/>
                <a:gd name="T19" fmla="*/ 0 h 1481"/>
                <a:gd name="T20" fmla="*/ 0 w 2028"/>
                <a:gd name="T21" fmla="*/ 0 h 1481"/>
                <a:gd name="T22" fmla="*/ 0 w 2028"/>
                <a:gd name="T23" fmla="*/ 0 h 1481"/>
                <a:gd name="T24" fmla="*/ 0 w 2028"/>
                <a:gd name="T25" fmla="*/ 0 h 1481"/>
                <a:gd name="T26" fmla="*/ 0 w 2028"/>
                <a:gd name="T27" fmla="*/ 0 h 1481"/>
                <a:gd name="T28" fmla="*/ 0 w 2028"/>
                <a:gd name="T29" fmla="*/ 0 h 1481"/>
                <a:gd name="T30" fmla="*/ 0 w 2028"/>
                <a:gd name="T31" fmla="*/ 0 h 1481"/>
                <a:gd name="T32" fmla="*/ 0 w 2028"/>
                <a:gd name="T33" fmla="*/ 0 h 1481"/>
                <a:gd name="T34" fmla="*/ 0 w 2028"/>
                <a:gd name="T35" fmla="*/ 0 h 1481"/>
                <a:gd name="T36" fmla="*/ 0 w 2028"/>
                <a:gd name="T37" fmla="*/ 0 h 1481"/>
                <a:gd name="T38" fmla="*/ 0 w 2028"/>
                <a:gd name="T39" fmla="*/ 0 h 1481"/>
                <a:gd name="T40" fmla="*/ 0 w 2028"/>
                <a:gd name="T41" fmla="*/ 0 h 1481"/>
                <a:gd name="T42" fmla="*/ 0 w 2028"/>
                <a:gd name="T43" fmla="*/ 0 h 1481"/>
                <a:gd name="T44" fmla="*/ 0 w 2028"/>
                <a:gd name="T45" fmla="*/ 0 h 1481"/>
                <a:gd name="T46" fmla="*/ 0 w 2028"/>
                <a:gd name="T47" fmla="*/ 0 h 1481"/>
                <a:gd name="T48" fmla="*/ 0 w 2028"/>
                <a:gd name="T49" fmla="*/ 0 h 1481"/>
                <a:gd name="T50" fmla="*/ 0 w 2028"/>
                <a:gd name="T51" fmla="*/ 0 h 1481"/>
                <a:gd name="T52" fmla="*/ 0 w 2028"/>
                <a:gd name="T53" fmla="*/ 0 h 1481"/>
                <a:gd name="T54" fmla="*/ 0 w 2028"/>
                <a:gd name="T55" fmla="*/ 0 h 1481"/>
                <a:gd name="T56" fmla="*/ 0 w 2028"/>
                <a:gd name="T57" fmla="*/ 0 h 1481"/>
                <a:gd name="T58" fmla="*/ 0 w 2028"/>
                <a:gd name="T59" fmla="*/ 0 h 1481"/>
                <a:gd name="T60" fmla="*/ 0 w 2028"/>
                <a:gd name="T61" fmla="*/ 0 h 1481"/>
                <a:gd name="T62" fmla="*/ 0 w 2028"/>
                <a:gd name="T63" fmla="*/ 0 h 1481"/>
                <a:gd name="T64" fmla="*/ 0 w 2028"/>
                <a:gd name="T65" fmla="*/ 0 h 1481"/>
                <a:gd name="T66" fmla="*/ 0 w 2028"/>
                <a:gd name="T67" fmla="*/ 0 h 1481"/>
                <a:gd name="T68" fmla="*/ 0 w 2028"/>
                <a:gd name="T69" fmla="*/ 0 h 1481"/>
                <a:gd name="T70" fmla="*/ 0 w 2028"/>
                <a:gd name="T71" fmla="*/ 0 h 1481"/>
                <a:gd name="T72" fmla="*/ 0 w 2028"/>
                <a:gd name="T73" fmla="*/ 0 h 1481"/>
                <a:gd name="T74" fmla="*/ 0 w 2028"/>
                <a:gd name="T75" fmla="*/ 0 h 1481"/>
                <a:gd name="T76" fmla="*/ 0 w 2028"/>
                <a:gd name="T77" fmla="*/ 0 h 1481"/>
                <a:gd name="T78" fmla="*/ 0 w 2028"/>
                <a:gd name="T79" fmla="*/ 0 h 1481"/>
                <a:gd name="T80" fmla="*/ 0 w 2028"/>
                <a:gd name="T81" fmla="*/ 0 h 1481"/>
                <a:gd name="T82" fmla="*/ 0 w 2028"/>
                <a:gd name="T83" fmla="*/ 0 h 1481"/>
                <a:gd name="T84" fmla="*/ 0 w 2028"/>
                <a:gd name="T85" fmla="*/ 0 h 1481"/>
                <a:gd name="T86" fmla="*/ 0 w 2028"/>
                <a:gd name="T87" fmla="*/ 0 h 1481"/>
                <a:gd name="T88" fmla="*/ 0 w 2028"/>
                <a:gd name="T89" fmla="*/ 0 h 1481"/>
                <a:gd name="T90" fmla="*/ 0 w 2028"/>
                <a:gd name="T91" fmla="*/ 0 h 1481"/>
                <a:gd name="T92" fmla="*/ 0 w 2028"/>
                <a:gd name="T93" fmla="*/ 0 h 1481"/>
                <a:gd name="T94" fmla="*/ 0 w 2028"/>
                <a:gd name="T95" fmla="*/ 0 h 1481"/>
                <a:gd name="T96" fmla="*/ 0 w 2028"/>
                <a:gd name="T97" fmla="*/ 0 h 1481"/>
                <a:gd name="T98" fmla="*/ 0 w 2028"/>
                <a:gd name="T99" fmla="*/ 0 h 1481"/>
                <a:gd name="T100" fmla="*/ 0 w 2028"/>
                <a:gd name="T101" fmla="*/ 0 h 1481"/>
                <a:gd name="T102" fmla="*/ 0 w 2028"/>
                <a:gd name="T103" fmla="*/ 0 h 1481"/>
                <a:gd name="T104" fmla="*/ 0 w 2028"/>
                <a:gd name="T105" fmla="*/ 0 h 1481"/>
                <a:gd name="T106" fmla="*/ 0 w 2028"/>
                <a:gd name="T107" fmla="*/ 0 h 1481"/>
                <a:gd name="T108" fmla="*/ 0 w 2028"/>
                <a:gd name="T109" fmla="*/ 0 h 1481"/>
                <a:gd name="T110" fmla="*/ 0 w 2028"/>
                <a:gd name="T111" fmla="*/ 0 h 1481"/>
                <a:gd name="T112" fmla="*/ 0 w 2028"/>
                <a:gd name="T113" fmla="*/ 0 h 1481"/>
                <a:gd name="T114" fmla="*/ 0 w 2028"/>
                <a:gd name="T115" fmla="*/ 0 h 148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28" h="1481">
                  <a:moveTo>
                    <a:pt x="0" y="415"/>
                  </a:moveTo>
                  <a:lnTo>
                    <a:pt x="11" y="393"/>
                  </a:lnTo>
                  <a:lnTo>
                    <a:pt x="143" y="350"/>
                  </a:lnTo>
                  <a:lnTo>
                    <a:pt x="226" y="350"/>
                  </a:lnTo>
                  <a:lnTo>
                    <a:pt x="273" y="317"/>
                  </a:lnTo>
                  <a:lnTo>
                    <a:pt x="259" y="306"/>
                  </a:lnTo>
                  <a:lnTo>
                    <a:pt x="288" y="295"/>
                  </a:lnTo>
                  <a:lnTo>
                    <a:pt x="263" y="287"/>
                  </a:lnTo>
                  <a:lnTo>
                    <a:pt x="309" y="273"/>
                  </a:lnTo>
                  <a:lnTo>
                    <a:pt x="292" y="262"/>
                  </a:lnTo>
                  <a:lnTo>
                    <a:pt x="233" y="284"/>
                  </a:lnTo>
                  <a:lnTo>
                    <a:pt x="176" y="256"/>
                  </a:lnTo>
                  <a:lnTo>
                    <a:pt x="250" y="239"/>
                  </a:lnTo>
                  <a:lnTo>
                    <a:pt x="291" y="192"/>
                  </a:lnTo>
                  <a:lnTo>
                    <a:pt x="382" y="191"/>
                  </a:lnTo>
                  <a:lnTo>
                    <a:pt x="378" y="140"/>
                  </a:lnTo>
                  <a:lnTo>
                    <a:pt x="445" y="139"/>
                  </a:lnTo>
                  <a:lnTo>
                    <a:pt x="514" y="174"/>
                  </a:lnTo>
                  <a:lnTo>
                    <a:pt x="433" y="128"/>
                  </a:lnTo>
                  <a:lnTo>
                    <a:pt x="585" y="96"/>
                  </a:lnTo>
                  <a:lnTo>
                    <a:pt x="622" y="118"/>
                  </a:lnTo>
                  <a:lnTo>
                    <a:pt x="628" y="163"/>
                  </a:lnTo>
                  <a:lnTo>
                    <a:pt x="647" y="125"/>
                  </a:lnTo>
                  <a:lnTo>
                    <a:pt x="746" y="152"/>
                  </a:lnTo>
                  <a:lnTo>
                    <a:pt x="712" y="130"/>
                  </a:lnTo>
                  <a:lnTo>
                    <a:pt x="760" y="133"/>
                  </a:lnTo>
                  <a:lnTo>
                    <a:pt x="718" y="108"/>
                  </a:lnTo>
                  <a:lnTo>
                    <a:pt x="706" y="88"/>
                  </a:lnTo>
                  <a:lnTo>
                    <a:pt x="728" y="84"/>
                  </a:lnTo>
                  <a:lnTo>
                    <a:pt x="923" y="146"/>
                  </a:lnTo>
                  <a:lnTo>
                    <a:pt x="908" y="125"/>
                  </a:lnTo>
                  <a:lnTo>
                    <a:pt x="951" y="122"/>
                  </a:lnTo>
                  <a:lnTo>
                    <a:pt x="923" y="104"/>
                  </a:lnTo>
                  <a:lnTo>
                    <a:pt x="989" y="108"/>
                  </a:lnTo>
                  <a:lnTo>
                    <a:pt x="885" y="63"/>
                  </a:lnTo>
                  <a:lnTo>
                    <a:pt x="1074" y="88"/>
                  </a:lnTo>
                  <a:lnTo>
                    <a:pt x="1032" y="62"/>
                  </a:lnTo>
                  <a:lnTo>
                    <a:pt x="920" y="58"/>
                  </a:lnTo>
                  <a:lnTo>
                    <a:pt x="958" y="55"/>
                  </a:lnTo>
                  <a:lnTo>
                    <a:pt x="889" y="33"/>
                  </a:lnTo>
                  <a:lnTo>
                    <a:pt x="970" y="38"/>
                  </a:lnTo>
                  <a:lnTo>
                    <a:pt x="937" y="29"/>
                  </a:lnTo>
                  <a:lnTo>
                    <a:pt x="973" y="22"/>
                  </a:lnTo>
                  <a:lnTo>
                    <a:pt x="1111" y="63"/>
                  </a:lnTo>
                  <a:lnTo>
                    <a:pt x="1096" y="48"/>
                  </a:lnTo>
                  <a:lnTo>
                    <a:pt x="1158" y="33"/>
                  </a:lnTo>
                  <a:lnTo>
                    <a:pt x="1106" y="29"/>
                  </a:lnTo>
                  <a:lnTo>
                    <a:pt x="1105" y="8"/>
                  </a:lnTo>
                  <a:lnTo>
                    <a:pt x="1139" y="0"/>
                  </a:lnTo>
                  <a:lnTo>
                    <a:pt x="1513" y="9"/>
                  </a:lnTo>
                  <a:lnTo>
                    <a:pt x="1540" y="20"/>
                  </a:lnTo>
                  <a:lnTo>
                    <a:pt x="1529" y="29"/>
                  </a:lnTo>
                  <a:lnTo>
                    <a:pt x="1278" y="31"/>
                  </a:lnTo>
                  <a:lnTo>
                    <a:pt x="1307" y="42"/>
                  </a:lnTo>
                  <a:lnTo>
                    <a:pt x="1209" y="55"/>
                  </a:lnTo>
                  <a:lnTo>
                    <a:pt x="1564" y="33"/>
                  </a:lnTo>
                  <a:lnTo>
                    <a:pt x="1576" y="52"/>
                  </a:lnTo>
                  <a:lnTo>
                    <a:pt x="1529" y="64"/>
                  </a:lnTo>
                  <a:lnTo>
                    <a:pt x="1610" y="56"/>
                  </a:lnTo>
                  <a:lnTo>
                    <a:pt x="1704" y="80"/>
                  </a:lnTo>
                  <a:lnTo>
                    <a:pt x="1564" y="118"/>
                  </a:lnTo>
                  <a:lnTo>
                    <a:pt x="1338" y="115"/>
                  </a:lnTo>
                  <a:lnTo>
                    <a:pt x="1392" y="122"/>
                  </a:lnTo>
                  <a:lnTo>
                    <a:pt x="1297" y="139"/>
                  </a:lnTo>
                  <a:lnTo>
                    <a:pt x="1297" y="158"/>
                  </a:lnTo>
                  <a:lnTo>
                    <a:pt x="1544" y="128"/>
                  </a:lnTo>
                  <a:lnTo>
                    <a:pt x="1565" y="140"/>
                  </a:lnTo>
                  <a:lnTo>
                    <a:pt x="1513" y="170"/>
                  </a:lnTo>
                  <a:lnTo>
                    <a:pt x="1674" y="122"/>
                  </a:lnTo>
                  <a:lnTo>
                    <a:pt x="1682" y="168"/>
                  </a:lnTo>
                  <a:lnTo>
                    <a:pt x="1603" y="247"/>
                  </a:lnTo>
                  <a:lnTo>
                    <a:pt x="1756" y="157"/>
                  </a:lnTo>
                  <a:lnTo>
                    <a:pt x="1755" y="170"/>
                  </a:lnTo>
                  <a:lnTo>
                    <a:pt x="1827" y="169"/>
                  </a:lnTo>
                  <a:lnTo>
                    <a:pt x="1849" y="139"/>
                  </a:lnTo>
                  <a:lnTo>
                    <a:pt x="1929" y="133"/>
                  </a:lnTo>
                  <a:lnTo>
                    <a:pt x="2028" y="161"/>
                  </a:lnTo>
                  <a:lnTo>
                    <a:pt x="1932" y="201"/>
                  </a:lnTo>
                  <a:lnTo>
                    <a:pt x="1937" y="217"/>
                  </a:lnTo>
                  <a:lnTo>
                    <a:pt x="1717" y="239"/>
                  </a:lnTo>
                  <a:lnTo>
                    <a:pt x="1893" y="242"/>
                  </a:lnTo>
                  <a:lnTo>
                    <a:pt x="1749" y="275"/>
                  </a:lnTo>
                  <a:lnTo>
                    <a:pt x="1759" y="300"/>
                  </a:lnTo>
                  <a:lnTo>
                    <a:pt x="1855" y="275"/>
                  </a:lnTo>
                  <a:lnTo>
                    <a:pt x="1785" y="306"/>
                  </a:lnTo>
                  <a:lnTo>
                    <a:pt x="1775" y="346"/>
                  </a:lnTo>
                  <a:lnTo>
                    <a:pt x="1799" y="337"/>
                  </a:lnTo>
                  <a:lnTo>
                    <a:pt x="1731" y="373"/>
                  </a:lnTo>
                  <a:lnTo>
                    <a:pt x="1707" y="448"/>
                  </a:lnTo>
                  <a:lnTo>
                    <a:pt x="1744" y="432"/>
                  </a:lnTo>
                  <a:lnTo>
                    <a:pt x="1794" y="448"/>
                  </a:lnTo>
                  <a:lnTo>
                    <a:pt x="1748" y="448"/>
                  </a:lnTo>
                  <a:lnTo>
                    <a:pt x="1748" y="470"/>
                  </a:lnTo>
                  <a:lnTo>
                    <a:pt x="1825" y="480"/>
                  </a:lnTo>
                  <a:lnTo>
                    <a:pt x="1827" y="507"/>
                  </a:lnTo>
                  <a:lnTo>
                    <a:pt x="1712" y="502"/>
                  </a:lnTo>
                  <a:lnTo>
                    <a:pt x="1744" y="514"/>
                  </a:lnTo>
                  <a:lnTo>
                    <a:pt x="1679" y="522"/>
                  </a:lnTo>
                  <a:lnTo>
                    <a:pt x="1712" y="553"/>
                  </a:lnTo>
                  <a:lnTo>
                    <a:pt x="1771" y="554"/>
                  </a:lnTo>
                  <a:lnTo>
                    <a:pt x="1735" y="572"/>
                  </a:lnTo>
                  <a:lnTo>
                    <a:pt x="1782" y="588"/>
                  </a:lnTo>
                  <a:lnTo>
                    <a:pt x="1781" y="627"/>
                  </a:lnTo>
                  <a:lnTo>
                    <a:pt x="1696" y="604"/>
                  </a:lnTo>
                  <a:lnTo>
                    <a:pt x="1746" y="624"/>
                  </a:lnTo>
                  <a:lnTo>
                    <a:pt x="1715" y="638"/>
                  </a:lnTo>
                  <a:lnTo>
                    <a:pt x="1744" y="635"/>
                  </a:lnTo>
                  <a:lnTo>
                    <a:pt x="1735" y="660"/>
                  </a:lnTo>
                  <a:lnTo>
                    <a:pt x="1797" y="672"/>
                  </a:lnTo>
                  <a:lnTo>
                    <a:pt x="1700" y="665"/>
                  </a:lnTo>
                  <a:lnTo>
                    <a:pt x="1682" y="679"/>
                  </a:lnTo>
                  <a:lnTo>
                    <a:pt x="1756" y="710"/>
                  </a:lnTo>
                  <a:lnTo>
                    <a:pt x="1746" y="736"/>
                  </a:lnTo>
                  <a:lnTo>
                    <a:pt x="1686" y="751"/>
                  </a:lnTo>
                  <a:lnTo>
                    <a:pt x="1627" y="714"/>
                  </a:lnTo>
                  <a:lnTo>
                    <a:pt x="1537" y="745"/>
                  </a:lnTo>
                  <a:lnTo>
                    <a:pt x="1601" y="765"/>
                  </a:lnTo>
                  <a:lnTo>
                    <a:pt x="1540" y="782"/>
                  </a:lnTo>
                  <a:lnTo>
                    <a:pt x="1606" y="785"/>
                  </a:lnTo>
                  <a:lnTo>
                    <a:pt x="1584" y="822"/>
                  </a:lnTo>
                  <a:lnTo>
                    <a:pt x="1610" y="800"/>
                  </a:lnTo>
                  <a:lnTo>
                    <a:pt x="1682" y="831"/>
                  </a:lnTo>
                  <a:lnTo>
                    <a:pt x="1660" y="855"/>
                  </a:lnTo>
                  <a:lnTo>
                    <a:pt x="1700" y="846"/>
                  </a:lnTo>
                  <a:lnTo>
                    <a:pt x="1682" y="872"/>
                  </a:lnTo>
                  <a:lnTo>
                    <a:pt x="1709" y="859"/>
                  </a:lnTo>
                  <a:lnTo>
                    <a:pt x="1713" y="923"/>
                  </a:lnTo>
                  <a:lnTo>
                    <a:pt x="1682" y="899"/>
                  </a:lnTo>
                  <a:lnTo>
                    <a:pt x="1682" y="923"/>
                  </a:lnTo>
                  <a:lnTo>
                    <a:pt x="1650" y="921"/>
                  </a:lnTo>
                  <a:lnTo>
                    <a:pt x="1610" y="869"/>
                  </a:lnTo>
                  <a:lnTo>
                    <a:pt x="1514" y="840"/>
                  </a:lnTo>
                  <a:lnTo>
                    <a:pt x="1581" y="875"/>
                  </a:lnTo>
                  <a:lnTo>
                    <a:pt x="1492" y="892"/>
                  </a:lnTo>
                  <a:lnTo>
                    <a:pt x="1467" y="923"/>
                  </a:lnTo>
                  <a:lnTo>
                    <a:pt x="1550" y="930"/>
                  </a:lnTo>
                  <a:lnTo>
                    <a:pt x="1480" y="947"/>
                  </a:lnTo>
                  <a:lnTo>
                    <a:pt x="1586" y="925"/>
                  </a:lnTo>
                  <a:lnTo>
                    <a:pt x="1689" y="953"/>
                  </a:lnTo>
                  <a:lnTo>
                    <a:pt x="1555" y="1026"/>
                  </a:lnTo>
                  <a:lnTo>
                    <a:pt x="1426" y="1058"/>
                  </a:lnTo>
                  <a:lnTo>
                    <a:pt x="1379" y="1060"/>
                  </a:lnTo>
                  <a:lnTo>
                    <a:pt x="1349" y="1027"/>
                  </a:lnTo>
                  <a:lnTo>
                    <a:pt x="1364" y="1060"/>
                  </a:lnTo>
                  <a:lnTo>
                    <a:pt x="1326" y="1080"/>
                  </a:lnTo>
                  <a:lnTo>
                    <a:pt x="1278" y="1158"/>
                  </a:lnTo>
                  <a:lnTo>
                    <a:pt x="1238" y="1157"/>
                  </a:lnTo>
                  <a:lnTo>
                    <a:pt x="1230" y="1180"/>
                  </a:lnTo>
                  <a:lnTo>
                    <a:pt x="1191" y="1184"/>
                  </a:lnTo>
                  <a:lnTo>
                    <a:pt x="1172" y="1176"/>
                  </a:lnTo>
                  <a:lnTo>
                    <a:pt x="1198" y="1159"/>
                  </a:lnTo>
                  <a:lnTo>
                    <a:pt x="1171" y="1157"/>
                  </a:lnTo>
                  <a:lnTo>
                    <a:pt x="1157" y="1196"/>
                  </a:lnTo>
                  <a:lnTo>
                    <a:pt x="1095" y="1201"/>
                  </a:lnTo>
                  <a:lnTo>
                    <a:pt x="1096" y="1232"/>
                  </a:lnTo>
                  <a:lnTo>
                    <a:pt x="1059" y="1235"/>
                  </a:lnTo>
                  <a:lnTo>
                    <a:pt x="1092" y="1261"/>
                  </a:lnTo>
                  <a:lnTo>
                    <a:pt x="1048" y="1267"/>
                  </a:lnTo>
                  <a:lnTo>
                    <a:pt x="1083" y="1295"/>
                  </a:lnTo>
                  <a:lnTo>
                    <a:pt x="1052" y="1295"/>
                  </a:lnTo>
                  <a:lnTo>
                    <a:pt x="1076" y="1302"/>
                  </a:lnTo>
                  <a:lnTo>
                    <a:pt x="1052" y="1334"/>
                  </a:lnTo>
                  <a:lnTo>
                    <a:pt x="1032" y="1328"/>
                  </a:lnTo>
                  <a:lnTo>
                    <a:pt x="1048" y="1342"/>
                  </a:lnTo>
                  <a:lnTo>
                    <a:pt x="1007" y="1355"/>
                  </a:lnTo>
                  <a:lnTo>
                    <a:pt x="1032" y="1399"/>
                  </a:lnTo>
                  <a:lnTo>
                    <a:pt x="1007" y="1459"/>
                  </a:lnTo>
                  <a:lnTo>
                    <a:pt x="977" y="1461"/>
                  </a:lnTo>
                  <a:lnTo>
                    <a:pt x="1000" y="1481"/>
                  </a:lnTo>
                  <a:lnTo>
                    <a:pt x="931" y="1481"/>
                  </a:lnTo>
                  <a:lnTo>
                    <a:pt x="923" y="1441"/>
                  </a:lnTo>
                  <a:lnTo>
                    <a:pt x="828" y="1447"/>
                  </a:lnTo>
                  <a:lnTo>
                    <a:pt x="850" y="1436"/>
                  </a:lnTo>
                  <a:lnTo>
                    <a:pt x="801" y="1419"/>
                  </a:lnTo>
                  <a:lnTo>
                    <a:pt x="826" y="1412"/>
                  </a:lnTo>
                  <a:lnTo>
                    <a:pt x="790" y="1412"/>
                  </a:lnTo>
                  <a:lnTo>
                    <a:pt x="802" y="1381"/>
                  </a:lnTo>
                  <a:lnTo>
                    <a:pt x="782" y="1388"/>
                  </a:lnTo>
                  <a:lnTo>
                    <a:pt x="718" y="1302"/>
                  </a:lnTo>
                  <a:lnTo>
                    <a:pt x="718" y="1276"/>
                  </a:lnTo>
                  <a:lnTo>
                    <a:pt x="765" y="1249"/>
                  </a:lnTo>
                  <a:lnTo>
                    <a:pt x="746" y="1240"/>
                  </a:lnTo>
                  <a:lnTo>
                    <a:pt x="698" y="1272"/>
                  </a:lnTo>
                  <a:lnTo>
                    <a:pt x="698" y="1209"/>
                  </a:lnTo>
                  <a:lnTo>
                    <a:pt x="654" y="1176"/>
                  </a:lnTo>
                  <a:lnTo>
                    <a:pt x="666" y="1125"/>
                  </a:lnTo>
                  <a:lnTo>
                    <a:pt x="639" y="1106"/>
                  </a:lnTo>
                  <a:lnTo>
                    <a:pt x="676" y="1063"/>
                  </a:lnTo>
                  <a:lnTo>
                    <a:pt x="654" y="1058"/>
                  </a:lnTo>
                  <a:lnTo>
                    <a:pt x="735" y="1058"/>
                  </a:lnTo>
                  <a:lnTo>
                    <a:pt x="727" y="1041"/>
                  </a:lnTo>
                  <a:lnTo>
                    <a:pt x="672" y="1042"/>
                  </a:lnTo>
                  <a:lnTo>
                    <a:pt x="754" y="1004"/>
                  </a:lnTo>
                  <a:lnTo>
                    <a:pt x="735" y="990"/>
                  </a:lnTo>
                  <a:lnTo>
                    <a:pt x="754" y="947"/>
                  </a:lnTo>
                  <a:lnTo>
                    <a:pt x="687" y="946"/>
                  </a:lnTo>
                  <a:lnTo>
                    <a:pt x="613" y="910"/>
                  </a:lnTo>
                  <a:lnTo>
                    <a:pt x="746" y="930"/>
                  </a:lnTo>
                  <a:lnTo>
                    <a:pt x="723" y="914"/>
                  </a:lnTo>
                  <a:lnTo>
                    <a:pt x="746" y="908"/>
                  </a:lnTo>
                  <a:lnTo>
                    <a:pt x="694" y="881"/>
                  </a:lnTo>
                  <a:lnTo>
                    <a:pt x="712" y="869"/>
                  </a:lnTo>
                  <a:lnTo>
                    <a:pt x="684" y="879"/>
                  </a:lnTo>
                  <a:lnTo>
                    <a:pt x="702" y="861"/>
                  </a:lnTo>
                  <a:lnTo>
                    <a:pt x="668" y="862"/>
                  </a:lnTo>
                  <a:lnTo>
                    <a:pt x="706" y="848"/>
                  </a:lnTo>
                  <a:lnTo>
                    <a:pt x="647" y="828"/>
                  </a:lnTo>
                  <a:lnTo>
                    <a:pt x="635" y="861"/>
                  </a:lnTo>
                  <a:lnTo>
                    <a:pt x="585" y="862"/>
                  </a:lnTo>
                  <a:lnTo>
                    <a:pt x="575" y="848"/>
                  </a:lnTo>
                  <a:lnTo>
                    <a:pt x="608" y="828"/>
                  </a:lnTo>
                  <a:lnTo>
                    <a:pt x="582" y="828"/>
                  </a:lnTo>
                  <a:lnTo>
                    <a:pt x="613" y="773"/>
                  </a:lnTo>
                  <a:lnTo>
                    <a:pt x="578" y="763"/>
                  </a:lnTo>
                  <a:lnTo>
                    <a:pt x="595" y="738"/>
                  </a:lnTo>
                  <a:lnTo>
                    <a:pt x="540" y="671"/>
                  </a:lnTo>
                  <a:lnTo>
                    <a:pt x="558" y="670"/>
                  </a:lnTo>
                  <a:lnTo>
                    <a:pt x="483" y="610"/>
                  </a:lnTo>
                  <a:lnTo>
                    <a:pt x="483" y="588"/>
                  </a:lnTo>
                  <a:lnTo>
                    <a:pt x="402" y="560"/>
                  </a:lnTo>
                  <a:lnTo>
                    <a:pt x="327" y="543"/>
                  </a:lnTo>
                  <a:lnTo>
                    <a:pt x="258" y="571"/>
                  </a:lnTo>
                  <a:lnTo>
                    <a:pt x="202" y="553"/>
                  </a:lnTo>
                  <a:lnTo>
                    <a:pt x="222" y="575"/>
                  </a:lnTo>
                  <a:lnTo>
                    <a:pt x="163" y="565"/>
                  </a:lnTo>
                  <a:lnTo>
                    <a:pt x="112" y="542"/>
                  </a:lnTo>
                  <a:lnTo>
                    <a:pt x="163" y="522"/>
                  </a:lnTo>
                  <a:lnTo>
                    <a:pt x="50" y="502"/>
                  </a:lnTo>
                  <a:lnTo>
                    <a:pt x="92" y="483"/>
                  </a:lnTo>
                  <a:lnTo>
                    <a:pt x="226" y="488"/>
                  </a:lnTo>
                  <a:lnTo>
                    <a:pt x="243" y="481"/>
                  </a:lnTo>
                  <a:lnTo>
                    <a:pt x="220" y="469"/>
                  </a:lnTo>
                  <a:lnTo>
                    <a:pt x="242" y="458"/>
                  </a:lnTo>
                  <a:lnTo>
                    <a:pt x="121" y="466"/>
                  </a:lnTo>
                  <a:lnTo>
                    <a:pt x="0" y="415"/>
                  </a:lnTo>
                  <a:close/>
                </a:path>
              </a:pathLst>
            </a:custGeom>
            <a:grpFill/>
            <a:ln w="3175">
              <a:solidFill>
                <a:schemeClr val="bg1"/>
              </a:solidFill>
              <a:prstDash val="solid"/>
              <a:round/>
            </a:ln>
          </p:spPr>
          <p:txBody>
            <a:bodyPr/>
            <a:lstStyle/>
            <a:p>
              <a:endParaRPr lang="en-US" dirty="0"/>
            </a:p>
          </p:txBody>
        </p:sp>
        <p:sp>
          <p:nvSpPr>
            <p:cNvPr id="83" name="21999365.25201.6258.1257.3755">
              <a:extLst>
                <a:ext uri="{FF2B5EF4-FFF2-40B4-BE49-F238E27FC236}">
                  <a16:creationId xmlns:a16="http://schemas.microsoft.com/office/drawing/2014/main" id="{80025657-0646-BA15-9B1B-59EC6D0C4177}"/>
                </a:ext>
              </a:extLst>
            </p:cNvPr>
            <p:cNvSpPr/>
            <p:nvPr>
              <p:custDataLst>
                <p:tags r:id="rId83"/>
              </p:custDataLst>
            </p:nvPr>
          </p:nvSpPr>
          <p:spPr bwMode="auto">
            <a:xfrm>
              <a:off x="2740" y="2828"/>
              <a:ext cx="42" cy="47"/>
            </a:xfrm>
            <a:custGeom>
              <a:avLst/>
              <a:gdLst>
                <a:gd name="T0" fmla="*/ 0 w 132"/>
                <a:gd name="T1" fmla="*/ 0 h 144"/>
                <a:gd name="T2" fmla="*/ 0 w 132"/>
                <a:gd name="T3" fmla="*/ 0 h 144"/>
                <a:gd name="T4" fmla="*/ 0 w 132"/>
                <a:gd name="T5" fmla="*/ 0 h 144"/>
                <a:gd name="T6" fmla="*/ 0 w 132"/>
                <a:gd name="T7" fmla="*/ 0 h 144"/>
                <a:gd name="T8" fmla="*/ 0 w 132"/>
                <a:gd name="T9" fmla="*/ 0 h 144"/>
                <a:gd name="T10" fmla="*/ 0 w 132"/>
                <a:gd name="T11" fmla="*/ 0 h 144"/>
                <a:gd name="T12" fmla="*/ 0 w 132"/>
                <a:gd name="T13" fmla="*/ 0 h 144"/>
                <a:gd name="T14" fmla="*/ 0 w 132"/>
                <a:gd name="T15" fmla="*/ 0 h 144"/>
                <a:gd name="T16" fmla="*/ 0 w 132"/>
                <a:gd name="T17" fmla="*/ 0 h 144"/>
                <a:gd name="T18" fmla="*/ 0 w 132"/>
                <a:gd name="T19" fmla="*/ 0 h 1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2" h="144">
                  <a:moveTo>
                    <a:pt x="0" y="115"/>
                  </a:moveTo>
                  <a:lnTo>
                    <a:pt x="28" y="63"/>
                  </a:lnTo>
                  <a:lnTo>
                    <a:pt x="62" y="62"/>
                  </a:lnTo>
                  <a:lnTo>
                    <a:pt x="26" y="18"/>
                  </a:lnTo>
                  <a:lnTo>
                    <a:pt x="103" y="0"/>
                  </a:lnTo>
                  <a:lnTo>
                    <a:pt x="114" y="68"/>
                  </a:lnTo>
                  <a:lnTo>
                    <a:pt x="132" y="74"/>
                  </a:lnTo>
                  <a:lnTo>
                    <a:pt x="96" y="118"/>
                  </a:lnTo>
                  <a:lnTo>
                    <a:pt x="74" y="144"/>
                  </a:lnTo>
                  <a:lnTo>
                    <a:pt x="0" y="115"/>
                  </a:lnTo>
                  <a:close/>
                </a:path>
              </a:pathLst>
            </a:custGeom>
            <a:grpFill/>
            <a:ln w="3175">
              <a:solidFill>
                <a:schemeClr val="bg1"/>
              </a:solidFill>
              <a:prstDash val="solid"/>
              <a:round/>
            </a:ln>
          </p:spPr>
          <p:txBody>
            <a:bodyPr/>
            <a:lstStyle/>
            <a:p>
              <a:endParaRPr lang="en-US" dirty="0"/>
            </a:p>
          </p:txBody>
        </p:sp>
        <p:sp>
          <p:nvSpPr>
            <p:cNvPr id="84" name="22000383.5259.7512.62595">
              <a:extLst>
                <a:ext uri="{FF2B5EF4-FFF2-40B4-BE49-F238E27FC236}">
                  <a16:creationId xmlns:a16="http://schemas.microsoft.com/office/drawing/2014/main" id="{0AD58B5B-A810-0D01-C287-5B1990C4FCCA}"/>
                </a:ext>
              </a:extLst>
            </p:cNvPr>
            <p:cNvSpPr/>
            <p:nvPr>
              <p:custDataLst>
                <p:tags r:id="rId84"/>
              </p:custDataLst>
            </p:nvPr>
          </p:nvSpPr>
          <p:spPr bwMode="auto">
            <a:xfrm>
              <a:off x="3076" y="2933"/>
              <a:ext cx="52" cy="73"/>
            </a:xfrm>
            <a:custGeom>
              <a:avLst/>
              <a:gdLst>
                <a:gd name="T0" fmla="*/ 0 w 160"/>
                <a:gd name="T1" fmla="*/ 0 h 227"/>
                <a:gd name="T2" fmla="*/ 0 w 160"/>
                <a:gd name="T3" fmla="*/ 0 h 227"/>
                <a:gd name="T4" fmla="*/ 0 w 160"/>
                <a:gd name="T5" fmla="*/ 0 h 227"/>
                <a:gd name="T6" fmla="*/ 0 w 160"/>
                <a:gd name="T7" fmla="*/ 0 h 227"/>
                <a:gd name="T8" fmla="*/ 0 w 160"/>
                <a:gd name="T9" fmla="*/ 0 h 227"/>
                <a:gd name="T10" fmla="*/ 0 w 160"/>
                <a:gd name="T11" fmla="*/ 0 h 227"/>
                <a:gd name="T12" fmla="*/ 0 w 160"/>
                <a:gd name="T13" fmla="*/ 0 h 227"/>
                <a:gd name="T14" fmla="*/ 0 w 160"/>
                <a:gd name="T15" fmla="*/ 0 h 227"/>
                <a:gd name="T16" fmla="*/ 0 w 160"/>
                <a:gd name="T17" fmla="*/ 0 h 227"/>
                <a:gd name="T18" fmla="*/ 0 w 160"/>
                <a:gd name="T19" fmla="*/ 0 h 227"/>
                <a:gd name="T20" fmla="*/ 0 w 160"/>
                <a:gd name="T21" fmla="*/ 0 h 227"/>
                <a:gd name="T22" fmla="*/ 0 w 160"/>
                <a:gd name="T23" fmla="*/ 0 h 2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0" h="226">
                  <a:moveTo>
                    <a:pt x="0" y="75"/>
                  </a:moveTo>
                  <a:lnTo>
                    <a:pt x="24" y="106"/>
                  </a:lnTo>
                  <a:lnTo>
                    <a:pt x="54" y="130"/>
                  </a:lnTo>
                  <a:lnTo>
                    <a:pt x="47" y="193"/>
                  </a:lnTo>
                  <a:lnTo>
                    <a:pt x="65" y="227"/>
                  </a:lnTo>
                  <a:lnTo>
                    <a:pt x="160" y="213"/>
                  </a:lnTo>
                  <a:lnTo>
                    <a:pt x="106" y="143"/>
                  </a:lnTo>
                  <a:lnTo>
                    <a:pt x="143" y="83"/>
                  </a:lnTo>
                  <a:lnTo>
                    <a:pt x="48" y="0"/>
                  </a:lnTo>
                  <a:lnTo>
                    <a:pt x="17" y="24"/>
                  </a:lnTo>
                  <a:lnTo>
                    <a:pt x="29" y="46"/>
                  </a:lnTo>
                  <a:lnTo>
                    <a:pt x="0" y="75"/>
                  </a:lnTo>
                  <a:close/>
                </a:path>
              </a:pathLst>
            </a:custGeom>
            <a:grpFill/>
            <a:ln w="3175">
              <a:solidFill>
                <a:schemeClr val="bg1"/>
              </a:solidFill>
              <a:prstDash val="solid"/>
              <a:round/>
            </a:ln>
          </p:spPr>
          <p:txBody>
            <a:bodyPr/>
            <a:lstStyle/>
            <a:p>
              <a:endParaRPr lang="en-US" dirty="0"/>
            </a:p>
          </p:txBody>
        </p:sp>
        <p:sp>
          <p:nvSpPr>
            <p:cNvPr id="85" name="22001361.5235.1253.6254.8755">
              <a:extLst>
                <a:ext uri="{FF2B5EF4-FFF2-40B4-BE49-F238E27FC236}">
                  <a16:creationId xmlns:a16="http://schemas.microsoft.com/office/drawing/2014/main" id="{426EFC07-C44F-F0F4-A28C-AEA279A3F4E8}"/>
                </a:ext>
              </a:extLst>
            </p:cNvPr>
            <p:cNvSpPr/>
            <p:nvPr>
              <p:custDataLst>
                <p:tags r:id="rId85"/>
              </p:custDataLst>
            </p:nvPr>
          </p:nvSpPr>
          <p:spPr bwMode="auto">
            <a:xfrm>
              <a:off x="2934" y="2806"/>
              <a:ext cx="28" cy="21"/>
            </a:xfrm>
            <a:custGeom>
              <a:avLst/>
              <a:gdLst>
                <a:gd name="T0" fmla="*/ 0 w 86"/>
                <a:gd name="T1" fmla="*/ 0 h 63"/>
                <a:gd name="T2" fmla="*/ 0 w 86"/>
                <a:gd name="T3" fmla="*/ 0 h 63"/>
                <a:gd name="T4" fmla="*/ 0 w 86"/>
                <a:gd name="T5" fmla="*/ 0 h 63"/>
                <a:gd name="T6" fmla="*/ 0 w 86"/>
                <a:gd name="T7" fmla="*/ 0 h 63"/>
                <a:gd name="T8" fmla="*/ 0 w 86"/>
                <a:gd name="T9" fmla="*/ 0 h 63"/>
                <a:gd name="T10" fmla="*/ 0 w 86"/>
                <a:gd name="T11" fmla="*/ 0 h 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62">
                  <a:moveTo>
                    <a:pt x="0" y="46"/>
                  </a:moveTo>
                  <a:lnTo>
                    <a:pt x="65" y="45"/>
                  </a:lnTo>
                  <a:lnTo>
                    <a:pt x="34" y="4"/>
                  </a:lnTo>
                  <a:lnTo>
                    <a:pt x="86" y="0"/>
                  </a:lnTo>
                  <a:lnTo>
                    <a:pt x="86" y="63"/>
                  </a:lnTo>
                  <a:lnTo>
                    <a:pt x="0" y="46"/>
                  </a:lnTo>
                  <a:close/>
                </a:path>
              </a:pathLst>
            </a:custGeom>
            <a:grpFill/>
            <a:ln w="3175">
              <a:solidFill>
                <a:schemeClr val="bg1"/>
              </a:solidFill>
              <a:prstDash val="solid"/>
              <a:round/>
            </a:ln>
          </p:spPr>
          <p:txBody>
            <a:bodyPr/>
            <a:lstStyle/>
            <a:p>
              <a:endParaRPr lang="en-US" dirty="0"/>
            </a:p>
          </p:txBody>
        </p:sp>
        <p:sp>
          <p:nvSpPr>
            <p:cNvPr id="86" name="22002369.1252075.62511.55">
              <a:extLst>
                <a:ext uri="{FF2B5EF4-FFF2-40B4-BE49-F238E27FC236}">
                  <a16:creationId xmlns:a16="http://schemas.microsoft.com/office/drawing/2014/main" id="{1C0E1376-DE4D-C7C2-AD63-D800017B5044}"/>
                </a:ext>
              </a:extLst>
            </p:cNvPr>
            <p:cNvSpPr/>
            <p:nvPr>
              <p:custDataLst>
                <p:tags r:id="rId86"/>
              </p:custDataLst>
            </p:nvPr>
          </p:nvSpPr>
          <p:spPr bwMode="auto">
            <a:xfrm>
              <a:off x="2771" y="2850"/>
              <a:ext cx="66" cy="33"/>
            </a:xfrm>
            <a:custGeom>
              <a:avLst/>
              <a:gdLst>
                <a:gd name="T0" fmla="*/ 0 w 204"/>
                <a:gd name="T1" fmla="*/ 0 h 101"/>
                <a:gd name="T2" fmla="*/ 0 w 204"/>
                <a:gd name="T3" fmla="*/ 0 h 101"/>
                <a:gd name="T4" fmla="*/ 0 w 204"/>
                <a:gd name="T5" fmla="*/ 0 h 101"/>
                <a:gd name="T6" fmla="*/ 0 w 204"/>
                <a:gd name="T7" fmla="*/ 0 h 101"/>
                <a:gd name="T8" fmla="*/ 0 w 204"/>
                <a:gd name="T9" fmla="*/ 0 h 101"/>
                <a:gd name="T10" fmla="*/ 0 w 204"/>
                <a:gd name="T11" fmla="*/ 0 h 101"/>
                <a:gd name="T12" fmla="*/ 0 w 204"/>
                <a:gd name="T13" fmla="*/ 0 h 101"/>
                <a:gd name="T14" fmla="*/ 0 w 204"/>
                <a:gd name="T15" fmla="*/ 0 h 1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 h="100">
                  <a:moveTo>
                    <a:pt x="0" y="50"/>
                  </a:moveTo>
                  <a:lnTo>
                    <a:pt x="36" y="6"/>
                  </a:lnTo>
                  <a:lnTo>
                    <a:pt x="146" y="0"/>
                  </a:lnTo>
                  <a:lnTo>
                    <a:pt x="204" y="31"/>
                  </a:lnTo>
                  <a:lnTo>
                    <a:pt x="156" y="38"/>
                  </a:lnTo>
                  <a:lnTo>
                    <a:pt x="70" y="101"/>
                  </a:lnTo>
                  <a:lnTo>
                    <a:pt x="55" y="84"/>
                  </a:lnTo>
                  <a:lnTo>
                    <a:pt x="0" y="50"/>
                  </a:lnTo>
                  <a:close/>
                </a:path>
              </a:pathLst>
            </a:custGeom>
            <a:grpFill/>
            <a:ln w="3175">
              <a:solidFill>
                <a:schemeClr val="bg1"/>
              </a:solidFill>
              <a:prstDash val="solid"/>
              <a:round/>
            </a:ln>
          </p:spPr>
          <p:txBody>
            <a:bodyPr/>
            <a:lstStyle/>
            <a:p>
              <a:endParaRPr lang="en-US" dirty="0"/>
            </a:p>
          </p:txBody>
        </p:sp>
        <p:sp>
          <p:nvSpPr>
            <p:cNvPr id="87" name="22003252.125328.6259.520.6255">
              <a:extLst>
                <a:ext uri="{FF2B5EF4-FFF2-40B4-BE49-F238E27FC236}">
                  <a16:creationId xmlns:a16="http://schemas.microsoft.com/office/drawing/2014/main" id="{0F39BE38-44A8-4796-776B-F0CA41CD175B}"/>
                </a:ext>
              </a:extLst>
            </p:cNvPr>
            <p:cNvSpPr/>
            <p:nvPr>
              <p:custDataLst>
                <p:tags r:id="rId87"/>
              </p:custDataLst>
            </p:nvPr>
          </p:nvSpPr>
          <p:spPr bwMode="auto">
            <a:xfrm>
              <a:off x="3474" y="2173"/>
              <a:ext cx="120" cy="55"/>
            </a:xfrm>
            <a:custGeom>
              <a:avLst/>
              <a:gdLst>
                <a:gd name="T0" fmla="*/ 0 w 366"/>
                <a:gd name="T1" fmla="*/ 0 h 169"/>
                <a:gd name="T2" fmla="*/ 0 w 366"/>
                <a:gd name="T3" fmla="*/ 0 h 169"/>
                <a:gd name="T4" fmla="*/ 0 w 366"/>
                <a:gd name="T5" fmla="*/ 0 h 169"/>
                <a:gd name="T6" fmla="*/ 0 w 366"/>
                <a:gd name="T7" fmla="*/ 0 h 169"/>
                <a:gd name="T8" fmla="*/ 0 w 366"/>
                <a:gd name="T9" fmla="*/ 0 h 169"/>
                <a:gd name="T10" fmla="*/ 0 w 366"/>
                <a:gd name="T11" fmla="*/ 0 h 169"/>
                <a:gd name="T12" fmla="*/ 0 w 366"/>
                <a:gd name="T13" fmla="*/ 0 h 169"/>
                <a:gd name="T14" fmla="*/ 0 w 366"/>
                <a:gd name="T15" fmla="*/ 0 h 169"/>
                <a:gd name="T16" fmla="*/ 0 w 366"/>
                <a:gd name="T17" fmla="*/ 0 h 169"/>
                <a:gd name="T18" fmla="*/ 0 w 366"/>
                <a:gd name="T19" fmla="*/ 0 h 169"/>
                <a:gd name="T20" fmla="*/ 0 w 366"/>
                <a:gd name="T21" fmla="*/ 0 h 169"/>
                <a:gd name="T22" fmla="*/ 0 w 366"/>
                <a:gd name="T23" fmla="*/ 0 h 169"/>
                <a:gd name="T24" fmla="*/ 0 w 366"/>
                <a:gd name="T25" fmla="*/ 0 h 169"/>
                <a:gd name="T26" fmla="*/ 0 w 366"/>
                <a:gd name="T27" fmla="*/ 0 h 169"/>
                <a:gd name="T28" fmla="*/ 0 w 366"/>
                <a:gd name="T29" fmla="*/ 0 h 169"/>
                <a:gd name="T30" fmla="*/ 0 w 366"/>
                <a:gd name="T31" fmla="*/ 0 h 169"/>
                <a:gd name="T32" fmla="*/ 0 w 366"/>
                <a:gd name="T33" fmla="*/ 0 h 169"/>
                <a:gd name="T34" fmla="*/ 0 w 366"/>
                <a:gd name="T35" fmla="*/ 0 h 169"/>
                <a:gd name="T36" fmla="*/ 0 w 366"/>
                <a:gd name="T37" fmla="*/ 0 h 169"/>
                <a:gd name="T38" fmla="*/ 0 w 366"/>
                <a:gd name="T39" fmla="*/ 0 h 169"/>
                <a:gd name="T40" fmla="*/ 0 w 366"/>
                <a:gd name="T41" fmla="*/ 0 h 169"/>
                <a:gd name="T42" fmla="*/ 0 w 366"/>
                <a:gd name="T43" fmla="*/ 0 h 169"/>
                <a:gd name="T44" fmla="*/ 0 w 366"/>
                <a:gd name="T45" fmla="*/ 0 h 169"/>
                <a:gd name="T46" fmla="*/ 0 w 366"/>
                <a:gd name="T47" fmla="*/ 0 h 169"/>
                <a:gd name="T48" fmla="*/ 0 w 366"/>
                <a:gd name="T49" fmla="*/ 0 h 169"/>
                <a:gd name="T50" fmla="*/ 0 w 366"/>
                <a:gd name="T51" fmla="*/ 0 h 169"/>
                <a:gd name="T52" fmla="*/ 0 w 366"/>
                <a:gd name="T53" fmla="*/ 0 h 169"/>
                <a:gd name="T54" fmla="*/ 0 w 366"/>
                <a:gd name="T55" fmla="*/ 0 h 169"/>
                <a:gd name="T56" fmla="*/ 0 w 366"/>
                <a:gd name="T57" fmla="*/ 0 h 1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66" h="169">
                  <a:moveTo>
                    <a:pt x="0" y="60"/>
                  </a:moveTo>
                  <a:lnTo>
                    <a:pt x="23" y="52"/>
                  </a:lnTo>
                  <a:lnTo>
                    <a:pt x="9" y="37"/>
                  </a:lnTo>
                  <a:lnTo>
                    <a:pt x="41" y="47"/>
                  </a:lnTo>
                  <a:lnTo>
                    <a:pt x="27" y="19"/>
                  </a:lnTo>
                  <a:lnTo>
                    <a:pt x="63" y="36"/>
                  </a:lnTo>
                  <a:lnTo>
                    <a:pt x="45" y="3"/>
                  </a:lnTo>
                  <a:lnTo>
                    <a:pt x="103" y="29"/>
                  </a:lnTo>
                  <a:lnTo>
                    <a:pt x="107" y="71"/>
                  </a:lnTo>
                  <a:lnTo>
                    <a:pt x="137" y="23"/>
                  </a:lnTo>
                  <a:lnTo>
                    <a:pt x="167" y="41"/>
                  </a:lnTo>
                  <a:lnTo>
                    <a:pt x="191" y="18"/>
                  </a:lnTo>
                  <a:lnTo>
                    <a:pt x="211" y="48"/>
                  </a:lnTo>
                  <a:lnTo>
                    <a:pt x="206" y="19"/>
                  </a:lnTo>
                  <a:lnTo>
                    <a:pt x="266" y="19"/>
                  </a:lnTo>
                  <a:lnTo>
                    <a:pt x="274" y="0"/>
                  </a:lnTo>
                  <a:lnTo>
                    <a:pt x="301" y="18"/>
                  </a:lnTo>
                  <a:lnTo>
                    <a:pt x="333" y="11"/>
                  </a:lnTo>
                  <a:lnTo>
                    <a:pt x="310" y="23"/>
                  </a:lnTo>
                  <a:lnTo>
                    <a:pt x="366" y="77"/>
                  </a:lnTo>
                  <a:lnTo>
                    <a:pt x="318" y="124"/>
                  </a:lnTo>
                  <a:lnTo>
                    <a:pt x="182" y="169"/>
                  </a:lnTo>
                  <a:lnTo>
                    <a:pt x="61" y="148"/>
                  </a:lnTo>
                  <a:lnTo>
                    <a:pt x="90" y="104"/>
                  </a:lnTo>
                  <a:lnTo>
                    <a:pt x="19" y="89"/>
                  </a:lnTo>
                  <a:lnTo>
                    <a:pt x="88" y="85"/>
                  </a:lnTo>
                  <a:lnTo>
                    <a:pt x="63" y="73"/>
                  </a:lnTo>
                  <a:lnTo>
                    <a:pt x="89" y="60"/>
                  </a:lnTo>
                  <a:lnTo>
                    <a:pt x="0" y="60"/>
                  </a:lnTo>
                  <a:close/>
                </a:path>
              </a:pathLst>
            </a:custGeom>
            <a:grpFill/>
            <a:ln w="3175">
              <a:solidFill>
                <a:schemeClr val="bg1"/>
              </a:solidFill>
              <a:prstDash val="solid"/>
              <a:round/>
            </a:ln>
          </p:spPr>
          <p:txBody>
            <a:bodyPr/>
            <a:lstStyle/>
            <a:p>
              <a:endParaRPr lang="en-US" dirty="0"/>
            </a:p>
          </p:txBody>
        </p:sp>
        <p:sp>
          <p:nvSpPr>
            <p:cNvPr id="88" name="22004320.5457.12530.625365">
              <a:extLst>
                <a:ext uri="{FF2B5EF4-FFF2-40B4-BE49-F238E27FC236}">
                  <a16:creationId xmlns:a16="http://schemas.microsoft.com/office/drawing/2014/main" id="{6B4742B0-091B-5AD0-078E-ED0D45B2C712}"/>
                </a:ext>
              </a:extLst>
            </p:cNvPr>
            <p:cNvSpPr/>
            <p:nvPr>
              <p:custDataLst>
                <p:tags r:id="rId88"/>
              </p:custDataLst>
            </p:nvPr>
          </p:nvSpPr>
          <p:spPr bwMode="auto">
            <a:xfrm>
              <a:off x="4218" y="2569"/>
              <a:ext cx="208" cy="177"/>
            </a:xfrm>
            <a:custGeom>
              <a:avLst/>
              <a:gdLst>
                <a:gd name="T0" fmla="*/ 0 w 640"/>
                <a:gd name="T1" fmla="*/ 0 h 546"/>
                <a:gd name="T2" fmla="*/ 0 w 640"/>
                <a:gd name="T3" fmla="*/ 0 h 546"/>
                <a:gd name="T4" fmla="*/ 0 w 640"/>
                <a:gd name="T5" fmla="*/ 0 h 546"/>
                <a:gd name="T6" fmla="*/ 0 w 640"/>
                <a:gd name="T7" fmla="*/ 0 h 546"/>
                <a:gd name="T8" fmla="*/ 0 w 640"/>
                <a:gd name="T9" fmla="*/ 0 h 546"/>
                <a:gd name="T10" fmla="*/ 0 w 640"/>
                <a:gd name="T11" fmla="*/ 0 h 546"/>
                <a:gd name="T12" fmla="*/ 0 w 640"/>
                <a:gd name="T13" fmla="*/ 0 h 546"/>
                <a:gd name="T14" fmla="*/ 0 w 640"/>
                <a:gd name="T15" fmla="*/ 0 h 546"/>
                <a:gd name="T16" fmla="*/ 0 w 640"/>
                <a:gd name="T17" fmla="*/ 0 h 546"/>
                <a:gd name="T18" fmla="*/ 0 w 640"/>
                <a:gd name="T19" fmla="*/ 0 h 546"/>
                <a:gd name="T20" fmla="*/ 0 w 640"/>
                <a:gd name="T21" fmla="*/ 0 h 546"/>
                <a:gd name="T22" fmla="*/ 0 w 640"/>
                <a:gd name="T23" fmla="*/ 0 h 546"/>
                <a:gd name="T24" fmla="*/ 0 w 640"/>
                <a:gd name="T25" fmla="*/ 0 h 546"/>
                <a:gd name="T26" fmla="*/ 0 w 640"/>
                <a:gd name="T27" fmla="*/ 0 h 546"/>
                <a:gd name="T28" fmla="*/ 0 w 640"/>
                <a:gd name="T29" fmla="*/ 0 h 546"/>
                <a:gd name="T30" fmla="*/ 0 w 640"/>
                <a:gd name="T31" fmla="*/ 0 h 546"/>
                <a:gd name="T32" fmla="*/ 0 w 640"/>
                <a:gd name="T33" fmla="*/ 0 h 546"/>
                <a:gd name="T34" fmla="*/ 0 w 640"/>
                <a:gd name="T35" fmla="*/ 0 h 546"/>
                <a:gd name="T36" fmla="*/ 0 w 640"/>
                <a:gd name="T37" fmla="*/ 0 h 546"/>
                <a:gd name="T38" fmla="*/ 0 w 640"/>
                <a:gd name="T39" fmla="*/ 0 h 546"/>
                <a:gd name="T40" fmla="*/ 0 w 640"/>
                <a:gd name="T41" fmla="*/ 0 h 546"/>
                <a:gd name="T42" fmla="*/ 0 w 640"/>
                <a:gd name="T43" fmla="*/ 0 h 546"/>
                <a:gd name="T44" fmla="*/ 0 w 640"/>
                <a:gd name="T45" fmla="*/ 0 h 546"/>
                <a:gd name="T46" fmla="*/ 0 w 640"/>
                <a:gd name="T47" fmla="*/ 0 h 546"/>
                <a:gd name="T48" fmla="*/ 0 w 640"/>
                <a:gd name="T49" fmla="*/ 0 h 546"/>
                <a:gd name="T50" fmla="*/ 0 w 640"/>
                <a:gd name="T51" fmla="*/ 0 h 546"/>
                <a:gd name="T52" fmla="*/ 0 w 640"/>
                <a:gd name="T53" fmla="*/ 0 h 546"/>
                <a:gd name="T54" fmla="*/ 0 w 640"/>
                <a:gd name="T55" fmla="*/ 0 h 546"/>
                <a:gd name="T56" fmla="*/ 0 w 640"/>
                <a:gd name="T57" fmla="*/ 0 h 546"/>
                <a:gd name="T58" fmla="*/ 0 w 640"/>
                <a:gd name="T59" fmla="*/ 0 h 546"/>
                <a:gd name="T60" fmla="*/ 0 w 640"/>
                <a:gd name="T61" fmla="*/ 0 h 546"/>
                <a:gd name="T62" fmla="*/ 0 w 640"/>
                <a:gd name="T63" fmla="*/ 0 h 54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40" h="546">
                  <a:moveTo>
                    <a:pt x="0" y="18"/>
                  </a:moveTo>
                  <a:lnTo>
                    <a:pt x="17" y="0"/>
                  </a:lnTo>
                  <a:lnTo>
                    <a:pt x="66" y="41"/>
                  </a:lnTo>
                  <a:lnTo>
                    <a:pt x="127" y="8"/>
                  </a:lnTo>
                  <a:lnTo>
                    <a:pt x="132" y="40"/>
                  </a:lnTo>
                  <a:lnTo>
                    <a:pt x="160" y="51"/>
                  </a:lnTo>
                  <a:lnTo>
                    <a:pt x="167" y="87"/>
                  </a:lnTo>
                  <a:lnTo>
                    <a:pt x="255" y="125"/>
                  </a:lnTo>
                  <a:lnTo>
                    <a:pt x="336" y="114"/>
                  </a:lnTo>
                  <a:lnTo>
                    <a:pt x="329" y="94"/>
                  </a:lnTo>
                  <a:lnTo>
                    <a:pt x="433" y="58"/>
                  </a:lnTo>
                  <a:lnTo>
                    <a:pt x="569" y="120"/>
                  </a:lnTo>
                  <a:lnTo>
                    <a:pt x="574" y="154"/>
                  </a:lnTo>
                  <a:lnTo>
                    <a:pt x="550" y="218"/>
                  </a:lnTo>
                  <a:lnTo>
                    <a:pt x="554" y="306"/>
                  </a:lnTo>
                  <a:lnTo>
                    <a:pt x="589" y="332"/>
                  </a:lnTo>
                  <a:lnTo>
                    <a:pt x="561" y="377"/>
                  </a:lnTo>
                  <a:lnTo>
                    <a:pt x="640" y="476"/>
                  </a:lnTo>
                  <a:lnTo>
                    <a:pt x="587" y="546"/>
                  </a:lnTo>
                  <a:lnTo>
                    <a:pt x="444" y="523"/>
                  </a:lnTo>
                  <a:lnTo>
                    <a:pt x="413" y="478"/>
                  </a:lnTo>
                  <a:lnTo>
                    <a:pt x="315" y="493"/>
                  </a:lnTo>
                  <a:lnTo>
                    <a:pt x="244" y="450"/>
                  </a:lnTo>
                  <a:lnTo>
                    <a:pt x="196" y="366"/>
                  </a:lnTo>
                  <a:lnTo>
                    <a:pt x="159" y="352"/>
                  </a:lnTo>
                  <a:lnTo>
                    <a:pt x="149" y="370"/>
                  </a:lnTo>
                  <a:lnTo>
                    <a:pt x="105" y="285"/>
                  </a:lnTo>
                  <a:lnTo>
                    <a:pt x="43" y="234"/>
                  </a:lnTo>
                  <a:lnTo>
                    <a:pt x="72" y="154"/>
                  </a:lnTo>
                  <a:lnTo>
                    <a:pt x="46" y="145"/>
                  </a:lnTo>
                  <a:lnTo>
                    <a:pt x="22" y="102"/>
                  </a:lnTo>
                  <a:lnTo>
                    <a:pt x="0" y="18"/>
                  </a:lnTo>
                  <a:close/>
                </a:path>
              </a:pathLst>
            </a:custGeom>
            <a:grpFill/>
            <a:ln w="3175">
              <a:solidFill>
                <a:schemeClr val="bg1"/>
              </a:solidFill>
              <a:prstDash val="solid"/>
              <a:round/>
            </a:ln>
          </p:spPr>
          <p:txBody>
            <a:bodyPr/>
            <a:lstStyle/>
            <a:p>
              <a:endParaRPr lang="en-US" dirty="0"/>
            </a:p>
          </p:txBody>
        </p:sp>
        <p:sp>
          <p:nvSpPr>
            <p:cNvPr id="89" name="22005326.2544716.87518.55">
              <a:extLst>
                <a:ext uri="{FF2B5EF4-FFF2-40B4-BE49-F238E27FC236}">
                  <a16:creationId xmlns:a16="http://schemas.microsoft.com/office/drawing/2014/main" id="{D9BE7402-A515-68B0-F6BE-A0D930F2159C}"/>
                </a:ext>
              </a:extLst>
            </p:cNvPr>
            <p:cNvSpPr/>
            <p:nvPr>
              <p:custDataLst>
                <p:tags r:id="rId89"/>
              </p:custDataLst>
            </p:nvPr>
          </p:nvSpPr>
          <p:spPr bwMode="auto">
            <a:xfrm>
              <a:off x="4159" y="2602"/>
              <a:ext cx="107" cy="98"/>
            </a:xfrm>
            <a:custGeom>
              <a:avLst/>
              <a:gdLst>
                <a:gd name="T0" fmla="*/ 0 w 331"/>
                <a:gd name="T1" fmla="*/ 0 h 303"/>
                <a:gd name="T2" fmla="*/ 0 w 331"/>
                <a:gd name="T3" fmla="*/ 0 h 303"/>
                <a:gd name="T4" fmla="*/ 0 w 331"/>
                <a:gd name="T5" fmla="*/ 0 h 303"/>
                <a:gd name="T6" fmla="*/ 0 w 331"/>
                <a:gd name="T7" fmla="*/ 0 h 303"/>
                <a:gd name="T8" fmla="*/ 0 w 331"/>
                <a:gd name="T9" fmla="*/ 0 h 303"/>
                <a:gd name="T10" fmla="*/ 0 w 331"/>
                <a:gd name="T11" fmla="*/ 0 h 303"/>
                <a:gd name="T12" fmla="*/ 0 w 331"/>
                <a:gd name="T13" fmla="*/ 0 h 303"/>
                <a:gd name="T14" fmla="*/ 0 w 331"/>
                <a:gd name="T15" fmla="*/ 0 h 303"/>
                <a:gd name="T16" fmla="*/ 0 w 331"/>
                <a:gd name="T17" fmla="*/ 0 h 303"/>
                <a:gd name="T18" fmla="*/ 0 w 331"/>
                <a:gd name="T19" fmla="*/ 0 h 303"/>
                <a:gd name="T20" fmla="*/ 0 w 331"/>
                <a:gd name="T21" fmla="*/ 0 h 303"/>
                <a:gd name="T22" fmla="*/ 0 w 331"/>
                <a:gd name="T23" fmla="*/ 0 h 303"/>
                <a:gd name="T24" fmla="*/ 0 w 331"/>
                <a:gd name="T25" fmla="*/ 0 h 303"/>
                <a:gd name="T26" fmla="*/ 0 w 331"/>
                <a:gd name="T27" fmla="*/ 0 h 303"/>
                <a:gd name="T28" fmla="*/ 0 w 331"/>
                <a:gd name="T29" fmla="*/ 0 h 303"/>
                <a:gd name="T30" fmla="*/ 0 w 331"/>
                <a:gd name="T31" fmla="*/ 0 h 303"/>
                <a:gd name="T32" fmla="*/ 0 w 331"/>
                <a:gd name="T33" fmla="*/ 0 h 30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1" h="303">
                  <a:moveTo>
                    <a:pt x="0" y="147"/>
                  </a:moveTo>
                  <a:lnTo>
                    <a:pt x="16" y="190"/>
                  </a:lnTo>
                  <a:lnTo>
                    <a:pt x="166" y="257"/>
                  </a:lnTo>
                  <a:lnTo>
                    <a:pt x="167" y="282"/>
                  </a:lnTo>
                  <a:lnTo>
                    <a:pt x="203" y="298"/>
                  </a:lnTo>
                  <a:lnTo>
                    <a:pt x="264" y="303"/>
                  </a:lnTo>
                  <a:lnTo>
                    <a:pt x="313" y="271"/>
                  </a:lnTo>
                  <a:lnTo>
                    <a:pt x="331" y="268"/>
                  </a:lnTo>
                  <a:lnTo>
                    <a:pt x="287" y="183"/>
                  </a:lnTo>
                  <a:lnTo>
                    <a:pt x="225" y="132"/>
                  </a:lnTo>
                  <a:lnTo>
                    <a:pt x="254" y="52"/>
                  </a:lnTo>
                  <a:lnTo>
                    <a:pt x="228" y="43"/>
                  </a:lnTo>
                  <a:lnTo>
                    <a:pt x="204" y="0"/>
                  </a:lnTo>
                  <a:lnTo>
                    <a:pt x="130" y="3"/>
                  </a:lnTo>
                  <a:lnTo>
                    <a:pt x="93" y="30"/>
                  </a:lnTo>
                  <a:lnTo>
                    <a:pt x="81" y="103"/>
                  </a:lnTo>
                  <a:lnTo>
                    <a:pt x="0" y="147"/>
                  </a:lnTo>
                  <a:close/>
                </a:path>
              </a:pathLst>
            </a:custGeom>
            <a:grpFill/>
            <a:ln w="3175">
              <a:solidFill>
                <a:schemeClr val="bg1"/>
              </a:solidFill>
              <a:prstDash val="solid"/>
              <a:round/>
            </a:ln>
          </p:spPr>
          <p:txBody>
            <a:bodyPr/>
            <a:lstStyle/>
            <a:p>
              <a:endParaRPr lang="en-US" dirty="0"/>
            </a:p>
          </p:txBody>
        </p:sp>
        <p:grpSp>
          <p:nvGrpSpPr>
            <p:cNvPr id="90" name="22009304.125387.12523.2521.8756">
              <a:extLst>
                <a:ext uri="{FF2B5EF4-FFF2-40B4-BE49-F238E27FC236}">
                  <a16:creationId xmlns:a16="http://schemas.microsoft.com/office/drawing/2014/main" id="{74FDBE66-239C-8B78-D5B7-6AF521FF0B3B}"/>
                </a:ext>
              </a:extLst>
            </p:cNvPr>
            <p:cNvGrpSpPr/>
            <p:nvPr/>
          </p:nvGrpSpPr>
          <p:grpSpPr>
            <a:xfrm>
              <a:off x="3813" y="2474"/>
              <a:ext cx="126" cy="135"/>
              <a:chOff x="3097" y="2433"/>
              <a:chExt cx="175" cy="186"/>
            </a:xfrm>
            <a:grpFill/>
          </p:grpSpPr>
          <p:sp>
            <p:nvSpPr>
              <p:cNvPr id="287" name="22006304.125387.12520.62521.8755">
                <a:extLst>
                  <a:ext uri="{FF2B5EF4-FFF2-40B4-BE49-F238E27FC236}">
                    <a16:creationId xmlns:a16="http://schemas.microsoft.com/office/drawing/2014/main" id="{F527FB81-E1CB-8EF1-3B41-12B3ACAE80F4}"/>
                  </a:ext>
                </a:extLst>
              </p:cNvPr>
              <p:cNvSpPr/>
              <p:nvPr>
                <p:custDataLst>
                  <p:tags r:id="rId281"/>
                </p:custDataLst>
              </p:nvPr>
            </p:nvSpPr>
            <p:spPr bwMode="auto">
              <a:xfrm>
                <a:off x="3097" y="2433"/>
                <a:ext cx="175" cy="165"/>
              </a:xfrm>
              <a:custGeom>
                <a:avLst/>
                <a:gdLst>
                  <a:gd name="T0" fmla="*/ 0 w 392"/>
                  <a:gd name="T1" fmla="*/ 0 h 367"/>
                  <a:gd name="T2" fmla="*/ 0 w 392"/>
                  <a:gd name="T3" fmla="*/ 0 h 367"/>
                  <a:gd name="T4" fmla="*/ 0 w 392"/>
                  <a:gd name="T5" fmla="*/ 0 h 367"/>
                  <a:gd name="T6" fmla="*/ 0 w 392"/>
                  <a:gd name="T7" fmla="*/ 0 h 367"/>
                  <a:gd name="T8" fmla="*/ 0 w 392"/>
                  <a:gd name="T9" fmla="*/ 0 h 367"/>
                  <a:gd name="T10" fmla="*/ 0 w 392"/>
                  <a:gd name="T11" fmla="*/ 0 h 367"/>
                  <a:gd name="T12" fmla="*/ 0 w 392"/>
                  <a:gd name="T13" fmla="*/ 0 h 367"/>
                  <a:gd name="T14" fmla="*/ 0 w 392"/>
                  <a:gd name="T15" fmla="*/ 0 h 367"/>
                  <a:gd name="T16" fmla="*/ 0 w 392"/>
                  <a:gd name="T17" fmla="*/ 0 h 367"/>
                  <a:gd name="T18" fmla="*/ 0 w 392"/>
                  <a:gd name="T19" fmla="*/ 0 h 367"/>
                  <a:gd name="T20" fmla="*/ 0 w 392"/>
                  <a:gd name="T21" fmla="*/ 0 h 367"/>
                  <a:gd name="T22" fmla="*/ 0 w 392"/>
                  <a:gd name="T23" fmla="*/ 0 h 367"/>
                  <a:gd name="T24" fmla="*/ 0 w 392"/>
                  <a:gd name="T25" fmla="*/ 0 h 367"/>
                  <a:gd name="T26" fmla="*/ 0 w 392"/>
                  <a:gd name="T27" fmla="*/ 0 h 367"/>
                  <a:gd name="T28" fmla="*/ 0 w 392"/>
                  <a:gd name="T29" fmla="*/ 0 h 367"/>
                  <a:gd name="T30" fmla="*/ 0 w 392"/>
                  <a:gd name="T31" fmla="*/ 0 h 367"/>
                  <a:gd name="T32" fmla="*/ 0 w 392"/>
                  <a:gd name="T33" fmla="*/ 0 h 367"/>
                  <a:gd name="T34" fmla="*/ 0 w 392"/>
                  <a:gd name="T35" fmla="*/ 0 h 367"/>
                  <a:gd name="T36" fmla="*/ 0 w 392"/>
                  <a:gd name="T37" fmla="*/ 0 h 367"/>
                  <a:gd name="T38" fmla="*/ 0 w 392"/>
                  <a:gd name="T39" fmla="*/ 0 h 367"/>
                  <a:gd name="T40" fmla="*/ 0 w 392"/>
                  <a:gd name="T41" fmla="*/ 0 h 367"/>
                  <a:gd name="T42" fmla="*/ 0 w 392"/>
                  <a:gd name="T43" fmla="*/ 0 h 367"/>
                  <a:gd name="T44" fmla="*/ 0 w 392"/>
                  <a:gd name="T45" fmla="*/ 0 h 36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92" h="367">
                    <a:moveTo>
                      <a:pt x="0" y="92"/>
                    </a:moveTo>
                    <a:lnTo>
                      <a:pt x="10" y="49"/>
                    </a:lnTo>
                    <a:lnTo>
                      <a:pt x="57" y="29"/>
                    </a:lnTo>
                    <a:lnTo>
                      <a:pt x="77" y="48"/>
                    </a:lnTo>
                    <a:lnTo>
                      <a:pt x="124" y="9"/>
                    </a:lnTo>
                    <a:lnTo>
                      <a:pt x="176" y="0"/>
                    </a:lnTo>
                    <a:lnTo>
                      <a:pt x="233" y="26"/>
                    </a:lnTo>
                    <a:lnTo>
                      <a:pt x="233" y="66"/>
                    </a:lnTo>
                    <a:lnTo>
                      <a:pt x="187" y="73"/>
                    </a:lnTo>
                    <a:lnTo>
                      <a:pt x="191" y="122"/>
                    </a:lnTo>
                    <a:lnTo>
                      <a:pt x="265" y="205"/>
                    </a:lnTo>
                    <a:lnTo>
                      <a:pt x="312" y="210"/>
                    </a:lnTo>
                    <a:lnTo>
                      <a:pt x="308" y="228"/>
                    </a:lnTo>
                    <a:lnTo>
                      <a:pt x="392" y="282"/>
                    </a:lnTo>
                    <a:lnTo>
                      <a:pt x="334" y="273"/>
                    </a:lnTo>
                    <a:lnTo>
                      <a:pt x="347" y="326"/>
                    </a:lnTo>
                    <a:lnTo>
                      <a:pt x="312" y="367"/>
                    </a:lnTo>
                    <a:lnTo>
                      <a:pt x="297" y="283"/>
                    </a:lnTo>
                    <a:lnTo>
                      <a:pt x="150" y="191"/>
                    </a:lnTo>
                    <a:lnTo>
                      <a:pt x="116" y="130"/>
                    </a:lnTo>
                    <a:lnTo>
                      <a:pt x="69" y="110"/>
                    </a:lnTo>
                    <a:lnTo>
                      <a:pt x="26" y="136"/>
                    </a:lnTo>
                    <a:lnTo>
                      <a:pt x="0" y="92"/>
                    </a:lnTo>
                    <a:close/>
                  </a:path>
                </a:pathLst>
              </a:custGeom>
              <a:grpFill/>
              <a:ln w="3175">
                <a:solidFill>
                  <a:schemeClr val="bg1"/>
                </a:solidFill>
                <a:prstDash val="solid"/>
                <a:round/>
              </a:ln>
            </p:spPr>
            <p:txBody>
              <a:bodyPr/>
              <a:lstStyle/>
              <a:p>
                <a:endParaRPr lang="en-US" dirty="0"/>
              </a:p>
            </p:txBody>
          </p:sp>
          <p:sp>
            <p:nvSpPr>
              <p:cNvPr id="288" name="22007317.53904.8752.6255">
                <a:extLst>
                  <a:ext uri="{FF2B5EF4-FFF2-40B4-BE49-F238E27FC236}">
                    <a16:creationId xmlns:a16="http://schemas.microsoft.com/office/drawing/2014/main" id="{902DF9E6-64E6-F3DE-B732-E44B4B4653EF}"/>
                  </a:ext>
                </a:extLst>
              </p:cNvPr>
              <p:cNvSpPr/>
              <p:nvPr>
                <p:custDataLst>
                  <p:tags r:id="rId282"/>
                </p:custDataLst>
              </p:nvPr>
            </p:nvSpPr>
            <p:spPr bwMode="auto">
              <a:xfrm>
                <a:off x="3120" y="2540"/>
                <a:ext cx="21" cy="39"/>
              </a:xfrm>
              <a:custGeom>
                <a:avLst/>
                <a:gdLst>
                  <a:gd name="T0" fmla="*/ 0 w 48"/>
                  <a:gd name="T1" fmla="*/ 0 h 90"/>
                  <a:gd name="T2" fmla="*/ 0 w 48"/>
                  <a:gd name="T3" fmla="*/ 0 h 90"/>
                  <a:gd name="T4" fmla="*/ 0 w 48"/>
                  <a:gd name="T5" fmla="*/ 0 h 90"/>
                  <a:gd name="T6" fmla="*/ 0 w 48"/>
                  <a:gd name="T7" fmla="*/ 0 h 90"/>
                  <a:gd name="T8" fmla="*/ 0 w 48"/>
                  <a:gd name="T9" fmla="*/ 0 h 90"/>
                  <a:gd name="T10" fmla="*/ 0 w 48"/>
                  <a:gd name="T11" fmla="*/ 0 h 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 h="90">
                    <a:moveTo>
                      <a:pt x="0" y="14"/>
                    </a:moveTo>
                    <a:lnTo>
                      <a:pt x="8" y="83"/>
                    </a:lnTo>
                    <a:lnTo>
                      <a:pt x="29" y="90"/>
                    </a:lnTo>
                    <a:lnTo>
                      <a:pt x="48" y="36"/>
                    </a:lnTo>
                    <a:lnTo>
                      <a:pt x="30" y="0"/>
                    </a:lnTo>
                    <a:lnTo>
                      <a:pt x="0" y="14"/>
                    </a:lnTo>
                    <a:close/>
                  </a:path>
                </a:pathLst>
              </a:custGeom>
              <a:grpFill/>
              <a:ln w="3175">
                <a:solidFill>
                  <a:schemeClr val="bg1"/>
                </a:solidFill>
                <a:prstDash val="solid"/>
                <a:round/>
              </a:ln>
            </p:spPr>
            <p:txBody>
              <a:bodyPr/>
              <a:lstStyle/>
              <a:p>
                <a:endParaRPr lang="en-US" dirty="0"/>
              </a:p>
            </p:txBody>
          </p:sp>
          <p:sp>
            <p:nvSpPr>
              <p:cNvPr id="289" name="22008324.1253983.255.755">
                <a:extLst>
                  <a:ext uri="{FF2B5EF4-FFF2-40B4-BE49-F238E27FC236}">
                    <a16:creationId xmlns:a16="http://schemas.microsoft.com/office/drawing/2014/main" id="{1D45CC98-5FE2-B824-3B54-EBA309A579D2}"/>
                  </a:ext>
                </a:extLst>
              </p:cNvPr>
              <p:cNvSpPr/>
              <p:nvPr>
                <p:custDataLst>
                  <p:tags r:id="rId283"/>
                </p:custDataLst>
              </p:nvPr>
            </p:nvSpPr>
            <p:spPr bwMode="auto">
              <a:xfrm>
                <a:off x="3184" y="2593"/>
                <a:ext cx="46" cy="26"/>
              </a:xfrm>
              <a:custGeom>
                <a:avLst/>
                <a:gdLst>
                  <a:gd name="T0" fmla="*/ 0 w 103"/>
                  <a:gd name="T1" fmla="*/ 0 h 60"/>
                  <a:gd name="T2" fmla="*/ 0 w 103"/>
                  <a:gd name="T3" fmla="*/ 0 h 60"/>
                  <a:gd name="T4" fmla="*/ 0 w 103"/>
                  <a:gd name="T5" fmla="*/ 0 h 60"/>
                  <a:gd name="T6" fmla="*/ 0 w 103"/>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3" h="60">
                    <a:moveTo>
                      <a:pt x="0" y="14"/>
                    </a:moveTo>
                    <a:lnTo>
                      <a:pt x="87" y="60"/>
                    </a:lnTo>
                    <a:lnTo>
                      <a:pt x="103" y="0"/>
                    </a:lnTo>
                    <a:lnTo>
                      <a:pt x="0" y="14"/>
                    </a:lnTo>
                    <a:close/>
                  </a:path>
                </a:pathLst>
              </a:custGeom>
              <a:grpFill/>
              <a:ln w="3175">
                <a:solidFill>
                  <a:schemeClr val="bg1"/>
                </a:solidFill>
                <a:prstDash val="solid"/>
                <a:round/>
              </a:ln>
            </p:spPr>
            <p:txBody>
              <a:bodyPr/>
              <a:lstStyle/>
              <a:p>
                <a:endParaRPr lang="en-US" dirty="0"/>
              </a:p>
            </p:txBody>
          </p:sp>
        </p:grpSp>
        <p:sp>
          <p:nvSpPr>
            <p:cNvPr id="91" name="22010333.5617.6255.1254.3755">
              <a:extLst>
                <a:ext uri="{FF2B5EF4-FFF2-40B4-BE49-F238E27FC236}">
                  <a16:creationId xmlns:a16="http://schemas.microsoft.com/office/drawing/2014/main" id="{4B7A4337-9689-708B-2079-783ACDCA7CE9}"/>
                </a:ext>
              </a:extLst>
            </p:cNvPr>
            <p:cNvSpPr/>
            <p:nvPr>
              <p:custDataLst>
                <p:tags r:id="rId90"/>
              </p:custDataLst>
            </p:nvPr>
          </p:nvSpPr>
          <p:spPr bwMode="auto">
            <a:xfrm>
              <a:off x="5146" y="2644"/>
              <a:ext cx="26" cy="30"/>
            </a:xfrm>
            <a:custGeom>
              <a:avLst/>
              <a:gdLst>
                <a:gd name="T0" fmla="*/ 0 w 78"/>
                <a:gd name="T1" fmla="*/ 0 h 92"/>
                <a:gd name="T2" fmla="*/ 0 w 78"/>
                <a:gd name="T3" fmla="*/ 0 h 92"/>
                <a:gd name="T4" fmla="*/ 0 w 78"/>
                <a:gd name="T5" fmla="*/ 0 h 92"/>
                <a:gd name="T6" fmla="*/ 0 w 78"/>
                <a:gd name="T7" fmla="*/ 0 h 92"/>
                <a:gd name="T8" fmla="*/ 0 w 78"/>
                <a:gd name="T9" fmla="*/ 0 h 92"/>
                <a:gd name="T10" fmla="*/ 0 w 78"/>
                <a:gd name="T11" fmla="*/ 0 h 92"/>
                <a:gd name="T12" fmla="*/ 0 w 78"/>
                <a:gd name="T13" fmla="*/ 0 h 92"/>
                <a:gd name="T14" fmla="*/ 0 w 78"/>
                <a:gd name="T15" fmla="*/ 0 h 92"/>
                <a:gd name="T16" fmla="*/ 0 w 78"/>
                <a:gd name="T17" fmla="*/ 0 h 92"/>
                <a:gd name="T18" fmla="*/ 0 w 78"/>
                <a:gd name="T19" fmla="*/ 0 h 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8" h="92">
                  <a:moveTo>
                    <a:pt x="0" y="24"/>
                  </a:moveTo>
                  <a:lnTo>
                    <a:pt x="2" y="48"/>
                  </a:lnTo>
                  <a:lnTo>
                    <a:pt x="20" y="24"/>
                  </a:lnTo>
                  <a:lnTo>
                    <a:pt x="28" y="38"/>
                  </a:lnTo>
                  <a:lnTo>
                    <a:pt x="19" y="92"/>
                  </a:lnTo>
                  <a:lnTo>
                    <a:pt x="56" y="90"/>
                  </a:lnTo>
                  <a:lnTo>
                    <a:pt x="78" y="35"/>
                  </a:lnTo>
                  <a:lnTo>
                    <a:pt x="66" y="4"/>
                  </a:lnTo>
                  <a:lnTo>
                    <a:pt x="30" y="0"/>
                  </a:lnTo>
                  <a:lnTo>
                    <a:pt x="0" y="24"/>
                  </a:lnTo>
                  <a:close/>
                </a:path>
              </a:pathLst>
            </a:custGeom>
            <a:grpFill/>
            <a:ln w="3175">
              <a:solidFill>
                <a:schemeClr val="bg1"/>
              </a:solidFill>
              <a:prstDash val="solid"/>
              <a:round/>
            </a:ln>
          </p:spPr>
          <p:txBody>
            <a:bodyPr/>
            <a:lstStyle/>
            <a:p>
              <a:endParaRPr lang="en-US" dirty="0"/>
            </a:p>
          </p:txBody>
        </p:sp>
        <p:sp>
          <p:nvSpPr>
            <p:cNvPr id="92" name="22011317.25619.87517215">
              <a:extLst>
                <a:ext uri="{FF2B5EF4-FFF2-40B4-BE49-F238E27FC236}">
                  <a16:creationId xmlns:a16="http://schemas.microsoft.com/office/drawing/2014/main" id="{0394B910-4F23-9DFA-94B3-5B01F2AE4946}"/>
                </a:ext>
              </a:extLst>
            </p:cNvPr>
            <p:cNvSpPr/>
            <p:nvPr>
              <p:custDataLst>
                <p:tags r:id="rId91"/>
              </p:custDataLst>
            </p:nvPr>
          </p:nvSpPr>
          <p:spPr bwMode="auto">
            <a:xfrm>
              <a:off x="5159" y="2550"/>
              <a:ext cx="122" cy="98"/>
            </a:xfrm>
            <a:custGeom>
              <a:avLst/>
              <a:gdLst>
                <a:gd name="T0" fmla="*/ 0 w 377"/>
                <a:gd name="T1" fmla="*/ 0 h 303"/>
                <a:gd name="T2" fmla="*/ 0 w 377"/>
                <a:gd name="T3" fmla="*/ 0 h 303"/>
                <a:gd name="T4" fmla="*/ 0 w 377"/>
                <a:gd name="T5" fmla="*/ 0 h 303"/>
                <a:gd name="T6" fmla="*/ 0 w 377"/>
                <a:gd name="T7" fmla="*/ 0 h 303"/>
                <a:gd name="T8" fmla="*/ 0 w 377"/>
                <a:gd name="T9" fmla="*/ 0 h 303"/>
                <a:gd name="T10" fmla="*/ 0 w 377"/>
                <a:gd name="T11" fmla="*/ 0 h 303"/>
                <a:gd name="T12" fmla="*/ 0 w 377"/>
                <a:gd name="T13" fmla="*/ 0 h 303"/>
                <a:gd name="T14" fmla="*/ 0 w 377"/>
                <a:gd name="T15" fmla="*/ 0 h 303"/>
                <a:gd name="T16" fmla="*/ 0 w 377"/>
                <a:gd name="T17" fmla="*/ 0 h 303"/>
                <a:gd name="T18" fmla="*/ 0 w 377"/>
                <a:gd name="T19" fmla="*/ 0 h 303"/>
                <a:gd name="T20" fmla="*/ 0 w 377"/>
                <a:gd name="T21" fmla="*/ 0 h 303"/>
                <a:gd name="T22" fmla="*/ 0 w 377"/>
                <a:gd name="T23" fmla="*/ 0 h 303"/>
                <a:gd name="T24" fmla="*/ 0 w 377"/>
                <a:gd name="T25" fmla="*/ 0 h 303"/>
                <a:gd name="T26" fmla="*/ 0 w 377"/>
                <a:gd name="T27" fmla="*/ 0 h 303"/>
                <a:gd name="T28" fmla="*/ 0 w 377"/>
                <a:gd name="T29" fmla="*/ 0 h 303"/>
                <a:gd name="T30" fmla="*/ 0 w 377"/>
                <a:gd name="T31" fmla="*/ 0 h 303"/>
                <a:gd name="T32" fmla="*/ 0 w 377"/>
                <a:gd name="T33" fmla="*/ 0 h 303"/>
                <a:gd name="T34" fmla="*/ 0 w 377"/>
                <a:gd name="T35" fmla="*/ 0 h 303"/>
                <a:gd name="T36" fmla="*/ 0 w 377"/>
                <a:gd name="T37" fmla="*/ 0 h 303"/>
                <a:gd name="T38" fmla="*/ 0 w 377"/>
                <a:gd name="T39" fmla="*/ 0 h 303"/>
                <a:gd name="T40" fmla="*/ 0 w 377"/>
                <a:gd name="T41" fmla="*/ 0 h 303"/>
                <a:gd name="T42" fmla="*/ 0 w 377"/>
                <a:gd name="T43" fmla="*/ 0 h 303"/>
                <a:gd name="T44" fmla="*/ 0 w 377"/>
                <a:gd name="T45" fmla="*/ 0 h 303"/>
                <a:gd name="T46" fmla="*/ 0 w 377"/>
                <a:gd name="T47" fmla="*/ 0 h 3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7" h="303">
                  <a:moveTo>
                    <a:pt x="0" y="285"/>
                  </a:moveTo>
                  <a:lnTo>
                    <a:pt x="68" y="229"/>
                  </a:lnTo>
                  <a:lnTo>
                    <a:pt x="163" y="229"/>
                  </a:lnTo>
                  <a:lnTo>
                    <a:pt x="201" y="160"/>
                  </a:lnTo>
                  <a:lnTo>
                    <a:pt x="218" y="155"/>
                  </a:lnTo>
                  <a:lnTo>
                    <a:pt x="219" y="181"/>
                  </a:lnTo>
                  <a:lnTo>
                    <a:pt x="262" y="155"/>
                  </a:lnTo>
                  <a:lnTo>
                    <a:pt x="299" y="102"/>
                  </a:lnTo>
                  <a:lnTo>
                    <a:pt x="315" y="16"/>
                  </a:lnTo>
                  <a:lnTo>
                    <a:pt x="344" y="20"/>
                  </a:lnTo>
                  <a:lnTo>
                    <a:pt x="334" y="0"/>
                  </a:lnTo>
                  <a:lnTo>
                    <a:pt x="354" y="2"/>
                  </a:lnTo>
                  <a:lnTo>
                    <a:pt x="377" y="73"/>
                  </a:lnTo>
                  <a:lnTo>
                    <a:pt x="344" y="124"/>
                  </a:lnTo>
                  <a:lnTo>
                    <a:pt x="344" y="171"/>
                  </a:lnTo>
                  <a:lnTo>
                    <a:pt x="321" y="240"/>
                  </a:lnTo>
                  <a:lnTo>
                    <a:pt x="304" y="249"/>
                  </a:lnTo>
                  <a:lnTo>
                    <a:pt x="303" y="223"/>
                  </a:lnTo>
                  <a:lnTo>
                    <a:pt x="248" y="262"/>
                  </a:lnTo>
                  <a:lnTo>
                    <a:pt x="201" y="245"/>
                  </a:lnTo>
                  <a:lnTo>
                    <a:pt x="204" y="277"/>
                  </a:lnTo>
                  <a:lnTo>
                    <a:pt x="164" y="303"/>
                  </a:lnTo>
                  <a:lnTo>
                    <a:pt x="153" y="259"/>
                  </a:lnTo>
                  <a:lnTo>
                    <a:pt x="0" y="285"/>
                  </a:lnTo>
                  <a:close/>
                </a:path>
              </a:pathLst>
            </a:custGeom>
            <a:grpFill/>
            <a:ln w="3175">
              <a:solidFill>
                <a:schemeClr val="bg1"/>
              </a:solidFill>
              <a:prstDash val="solid"/>
              <a:round/>
            </a:ln>
          </p:spPr>
          <p:txBody>
            <a:bodyPr/>
            <a:lstStyle/>
            <a:p>
              <a:endParaRPr lang="en-US" dirty="0"/>
            </a:p>
          </p:txBody>
        </p:sp>
        <p:sp>
          <p:nvSpPr>
            <p:cNvPr id="93" name="22012332.75622.253.1254.3755">
              <a:extLst>
                <a:ext uri="{FF2B5EF4-FFF2-40B4-BE49-F238E27FC236}">
                  <a16:creationId xmlns:a16="http://schemas.microsoft.com/office/drawing/2014/main" id="{2B65E3BC-C692-C8C9-4AC1-C8A52CD0F52D}"/>
                </a:ext>
              </a:extLst>
            </p:cNvPr>
            <p:cNvSpPr/>
            <p:nvPr>
              <p:custDataLst>
                <p:tags r:id="rId92"/>
              </p:custDataLst>
            </p:nvPr>
          </p:nvSpPr>
          <p:spPr bwMode="auto">
            <a:xfrm>
              <a:off x="5173" y="2640"/>
              <a:ext cx="25" cy="18"/>
            </a:xfrm>
            <a:custGeom>
              <a:avLst/>
              <a:gdLst>
                <a:gd name="T0" fmla="*/ 0 w 77"/>
                <a:gd name="T1" fmla="*/ 0 h 55"/>
                <a:gd name="T2" fmla="*/ 0 w 77"/>
                <a:gd name="T3" fmla="*/ 0 h 55"/>
                <a:gd name="T4" fmla="*/ 0 w 77"/>
                <a:gd name="T5" fmla="*/ 0 h 55"/>
                <a:gd name="T6" fmla="*/ 0 w 77"/>
                <a:gd name="T7" fmla="*/ 0 h 55"/>
                <a:gd name="T8" fmla="*/ 0 w 77"/>
                <a:gd name="T9" fmla="*/ 0 h 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55">
                  <a:moveTo>
                    <a:pt x="0" y="29"/>
                  </a:moveTo>
                  <a:lnTo>
                    <a:pt x="26" y="55"/>
                  </a:lnTo>
                  <a:lnTo>
                    <a:pt x="70" y="34"/>
                  </a:lnTo>
                  <a:lnTo>
                    <a:pt x="77" y="0"/>
                  </a:lnTo>
                  <a:lnTo>
                    <a:pt x="0" y="29"/>
                  </a:lnTo>
                  <a:close/>
                </a:path>
              </a:pathLst>
            </a:custGeom>
            <a:grpFill/>
            <a:ln w="3175">
              <a:solidFill>
                <a:schemeClr val="bg1"/>
              </a:solidFill>
              <a:prstDash val="solid"/>
              <a:round/>
            </a:ln>
          </p:spPr>
          <p:txBody>
            <a:bodyPr/>
            <a:lstStyle/>
            <a:p>
              <a:endParaRPr lang="en-US" dirty="0"/>
            </a:p>
          </p:txBody>
        </p:sp>
        <p:sp>
          <p:nvSpPr>
            <p:cNvPr id="94" name="22013308.125636.759.12510.8755">
              <a:extLst>
                <a:ext uri="{FF2B5EF4-FFF2-40B4-BE49-F238E27FC236}">
                  <a16:creationId xmlns:a16="http://schemas.microsoft.com/office/drawing/2014/main" id="{BEC8A27D-3A12-7857-7EBB-85E71AD95454}"/>
                </a:ext>
              </a:extLst>
            </p:cNvPr>
            <p:cNvSpPr/>
            <p:nvPr>
              <p:custDataLst>
                <p:tags r:id="rId93"/>
              </p:custDataLst>
            </p:nvPr>
          </p:nvSpPr>
          <p:spPr bwMode="auto">
            <a:xfrm>
              <a:off x="5257" y="2497"/>
              <a:ext cx="63" cy="53"/>
            </a:xfrm>
            <a:custGeom>
              <a:avLst/>
              <a:gdLst>
                <a:gd name="T0" fmla="*/ 0 w 195"/>
                <a:gd name="T1" fmla="*/ 0 h 162"/>
                <a:gd name="T2" fmla="*/ 0 w 195"/>
                <a:gd name="T3" fmla="*/ 0 h 162"/>
                <a:gd name="T4" fmla="*/ 0 w 195"/>
                <a:gd name="T5" fmla="*/ 0 h 162"/>
                <a:gd name="T6" fmla="*/ 0 w 195"/>
                <a:gd name="T7" fmla="*/ 0 h 162"/>
                <a:gd name="T8" fmla="*/ 0 w 195"/>
                <a:gd name="T9" fmla="*/ 0 h 162"/>
                <a:gd name="T10" fmla="*/ 0 w 195"/>
                <a:gd name="T11" fmla="*/ 0 h 162"/>
                <a:gd name="T12" fmla="*/ 0 w 195"/>
                <a:gd name="T13" fmla="*/ 0 h 162"/>
                <a:gd name="T14" fmla="*/ 0 w 195"/>
                <a:gd name="T15" fmla="*/ 0 h 162"/>
                <a:gd name="T16" fmla="*/ 0 w 195"/>
                <a:gd name="T17" fmla="*/ 0 h 162"/>
                <a:gd name="T18" fmla="*/ 0 w 195"/>
                <a:gd name="T19" fmla="*/ 0 h 162"/>
                <a:gd name="T20" fmla="*/ 0 w 195"/>
                <a:gd name="T21" fmla="*/ 0 h 162"/>
                <a:gd name="T22" fmla="*/ 0 w 195"/>
                <a:gd name="T23" fmla="*/ 0 h 162"/>
                <a:gd name="T24" fmla="*/ 0 w 195"/>
                <a:gd name="T25" fmla="*/ 0 h 162"/>
                <a:gd name="T26" fmla="*/ 0 w 195"/>
                <a:gd name="T27" fmla="*/ 0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5" h="162">
                  <a:moveTo>
                    <a:pt x="0" y="116"/>
                  </a:moveTo>
                  <a:lnTo>
                    <a:pt x="8" y="162"/>
                  </a:lnTo>
                  <a:lnTo>
                    <a:pt x="42" y="145"/>
                  </a:lnTo>
                  <a:lnTo>
                    <a:pt x="19" y="117"/>
                  </a:lnTo>
                  <a:lnTo>
                    <a:pt x="113" y="142"/>
                  </a:lnTo>
                  <a:lnTo>
                    <a:pt x="135" y="103"/>
                  </a:lnTo>
                  <a:lnTo>
                    <a:pt x="195" y="91"/>
                  </a:lnTo>
                  <a:lnTo>
                    <a:pt x="174" y="66"/>
                  </a:lnTo>
                  <a:lnTo>
                    <a:pt x="181" y="44"/>
                  </a:lnTo>
                  <a:lnTo>
                    <a:pt x="129" y="48"/>
                  </a:lnTo>
                  <a:lnTo>
                    <a:pt x="67" y="0"/>
                  </a:lnTo>
                  <a:lnTo>
                    <a:pt x="45" y="92"/>
                  </a:lnTo>
                  <a:lnTo>
                    <a:pt x="18" y="87"/>
                  </a:lnTo>
                  <a:lnTo>
                    <a:pt x="0" y="116"/>
                  </a:lnTo>
                  <a:close/>
                </a:path>
              </a:pathLst>
            </a:custGeom>
            <a:grpFill/>
            <a:ln w="3175">
              <a:solidFill>
                <a:schemeClr val="bg1"/>
              </a:solidFill>
              <a:prstDash val="solid"/>
              <a:round/>
            </a:ln>
          </p:spPr>
          <p:txBody>
            <a:bodyPr/>
            <a:lstStyle/>
            <a:p>
              <a:endParaRPr lang="en-US" dirty="0"/>
            </a:p>
          </p:txBody>
        </p:sp>
        <p:sp>
          <p:nvSpPr>
            <p:cNvPr id="95" name="22014314607.511.37511.8755">
              <a:extLst>
                <a:ext uri="{FF2B5EF4-FFF2-40B4-BE49-F238E27FC236}">
                  <a16:creationId xmlns:a16="http://schemas.microsoft.com/office/drawing/2014/main" id="{38F026FB-A164-DB5A-807C-36E27A56E71A}"/>
                </a:ext>
              </a:extLst>
            </p:cNvPr>
            <p:cNvSpPr/>
            <p:nvPr>
              <p:custDataLst>
                <p:tags r:id="rId94"/>
              </p:custDataLst>
            </p:nvPr>
          </p:nvSpPr>
          <p:spPr bwMode="auto">
            <a:xfrm>
              <a:off x="5088" y="2531"/>
              <a:ext cx="69" cy="66"/>
            </a:xfrm>
            <a:custGeom>
              <a:avLst/>
              <a:gdLst>
                <a:gd name="T0" fmla="*/ 0 w 212"/>
                <a:gd name="T1" fmla="*/ 0 h 204"/>
                <a:gd name="T2" fmla="*/ 0 w 212"/>
                <a:gd name="T3" fmla="*/ 0 h 204"/>
                <a:gd name="T4" fmla="*/ 0 w 212"/>
                <a:gd name="T5" fmla="*/ 0 h 204"/>
                <a:gd name="T6" fmla="*/ 0 w 212"/>
                <a:gd name="T7" fmla="*/ 0 h 204"/>
                <a:gd name="T8" fmla="*/ 0 w 212"/>
                <a:gd name="T9" fmla="*/ 0 h 204"/>
                <a:gd name="T10" fmla="*/ 0 w 212"/>
                <a:gd name="T11" fmla="*/ 0 h 204"/>
                <a:gd name="T12" fmla="*/ 0 w 212"/>
                <a:gd name="T13" fmla="*/ 0 h 204"/>
                <a:gd name="T14" fmla="*/ 0 w 212"/>
                <a:gd name="T15" fmla="*/ 0 h 204"/>
                <a:gd name="T16" fmla="*/ 0 w 212"/>
                <a:gd name="T17" fmla="*/ 0 h 204"/>
                <a:gd name="T18" fmla="*/ 0 w 212"/>
                <a:gd name="T19" fmla="*/ 0 h 204"/>
                <a:gd name="T20" fmla="*/ 0 w 212"/>
                <a:gd name="T21" fmla="*/ 0 h 204"/>
                <a:gd name="T22" fmla="*/ 0 w 212"/>
                <a:gd name="T23" fmla="*/ 0 h 204"/>
                <a:gd name="T24" fmla="*/ 0 w 212"/>
                <a:gd name="T25" fmla="*/ 0 h 204"/>
                <a:gd name="T26" fmla="*/ 0 w 212"/>
                <a:gd name="T27" fmla="*/ 0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1" h="204">
                  <a:moveTo>
                    <a:pt x="0" y="116"/>
                  </a:moveTo>
                  <a:lnTo>
                    <a:pt x="38" y="132"/>
                  </a:lnTo>
                  <a:lnTo>
                    <a:pt x="14" y="191"/>
                  </a:lnTo>
                  <a:lnTo>
                    <a:pt x="74" y="204"/>
                  </a:lnTo>
                  <a:lnTo>
                    <a:pt x="136" y="169"/>
                  </a:lnTo>
                  <a:lnTo>
                    <a:pt x="107" y="121"/>
                  </a:lnTo>
                  <a:lnTo>
                    <a:pt x="179" y="79"/>
                  </a:lnTo>
                  <a:lnTo>
                    <a:pt x="212" y="20"/>
                  </a:lnTo>
                  <a:lnTo>
                    <a:pt x="207" y="11"/>
                  </a:lnTo>
                  <a:lnTo>
                    <a:pt x="194" y="0"/>
                  </a:lnTo>
                  <a:lnTo>
                    <a:pt x="131" y="39"/>
                  </a:lnTo>
                  <a:lnTo>
                    <a:pt x="131" y="61"/>
                  </a:lnTo>
                  <a:lnTo>
                    <a:pt x="85" y="54"/>
                  </a:lnTo>
                  <a:lnTo>
                    <a:pt x="0" y="116"/>
                  </a:lnTo>
                  <a:close/>
                </a:path>
              </a:pathLst>
            </a:custGeom>
            <a:grpFill/>
            <a:ln w="3175">
              <a:solidFill>
                <a:schemeClr val="bg1"/>
              </a:solidFill>
              <a:prstDash val="solid"/>
              <a:round/>
            </a:ln>
          </p:spPr>
          <p:txBody>
            <a:bodyPr/>
            <a:lstStyle/>
            <a:p>
              <a:endParaRPr lang="en-US" dirty="0"/>
            </a:p>
          </p:txBody>
        </p:sp>
        <p:sp>
          <p:nvSpPr>
            <p:cNvPr id="96" name="22015356.375562.515.7513.3755">
              <a:extLst>
                <a:ext uri="{FF2B5EF4-FFF2-40B4-BE49-F238E27FC236}">
                  <a16:creationId xmlns:a16="http://schemas.microsoft.com/office/drawing/2014/main" id="{8DF65184-9630-2431-98C5-3B86F3735EA1}"/>
                </a:ext>
              </a:extLst>
            </p:cNvPr>
            <p:cNvSpPr/>
            <p:nvPr>
              <p:custDataLst>
                <p:tags r:id="rId95"/>
              </p:custDataLst>
            </p:nvPr>
          </p:nvSpPr>
          <p:spPr bwMode="auto">
            <a:xfrm>
              <a:off x="4828" y="2776"/>
              <a:ext cx="77" cy="92"/>
            </a:xfrm>
            <a:custGeom>
              <a:avLst/>
              <a:gdLst>
                <a:gd name="T0" fmla="*/ 0 w 239"/>
                <a:gd name="T1" fmla="*/ 0 h 279"/>
                <a:gd name="T2" fmla="*/ 0 w 239"/>
                <a:gd name="T3" fmla="*/ 0 h 279"/>
                <a:gd name="T4" fmla="*/ 0 w 239"/>
                <a:gd name="T5" fmla="*/ 0 h 279"/>
                <a:gd name="T6" fmla="*/ 0 w 239"/>
                <a:gd name="T7" fmla="*/ 0 h 279"/>
                <a:gd name="T8" fmla="*/ 0 w 239"/>
                <a:gd name="T9" fmla="*/ 0 h 279"/>
                <a:gd name="T10" fmla="*/ 0 w 239"/>
                <a:gd name="T11" fmla="*/ 0 h 279"/>
                <a:gd name="T12" fmla="*/ 0 w 239"/>
                <a:gd name="T13" fmla="*/ 0 h 279"/>
                <a:gd name="T14" fmla="*/ 0 w 239"/>
                <a:gd name="T15" fmla="*/ 0 h 279"/>
                <a:gd name="T16" fmla="*/ 0 w 239"/>
                <a:gd name="T17" fmla="*/ 0 h 279"/>
                <a:gd name="T18" fmla="*/ 0 w 239"/>
                <a:gd name="T19" fmla="*/ 0 h 279"/>
                <a:gd name="T20" fmla="*/ 0 w 239"/>
                <a:gd name="T21" fmla="*/ 0 h 279"/>
                <a:gd name="T22" fmla="*/ 0 w 239"/>
                <a:gd name="T23" fmla="*/ 0 h 279"/>
                <a:gd name="T24" fmla="*/ 0 w 239"/>
                <a:gd name="T25" fmla="*/ 0 h 279"/>
                <a:gd name="T26" fmla="*/ 0 w 239"/>
                <a:gd name="T27" fmla="*/ 0 h 279"/>
                <a:gd name="T28" fmla="*/ 0 w 239"/>
                <a:gd name="T29" fmla="*/ 0 h 279"/>
                <a:gd name="T30" fmla="*/ 0 w 239"/>
                <a:gd name="T31" fmla="*/ 0 h 279"/>
                <a:gd name="T32" fmla="*/ 0 w 239"/>
                <a:gd name="T33" fmla="*/ 0 h 2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9" h="279">
                  <a:moveTo>
                    <a:pt x="0" y="60"/>
                  </a:moveTo>
                  <a:lnTo>
                    <a:pt x="32" y="100"/>
                  </a:lnTo>
                  <a:lnTo>
                    <a:pt x="22" y="169"/>
                  </a:lnTo>
                  <a:lnTo>
                    <a:pt x="107" y="139"/>
                  </a:lnTo>
                  <a:lnTo>
                    <a:pt x="143" y="169"/>
                  </a:lnTo>
                  <a:lnTo>
                    <a:pt x="175" y="236"/>
                  </a:lnTo>
                  <a:lnTo>
                    <a:pt x="164" y="279"/>
                  </a:lnTo>
                  <a:lnTo>
                    <a:pt x="239" y="267"/>
                  </a:lnTo>
                  <a:lnTo>
                    <a:pt x="203" y="177"/>
                  </a:lnTo>
                  <a:lnTo>
                    <a:pt x="122" y="111"/>
                  </a:lnTo>
                  <a:lnTo>
                    <a:pt x="144" y="73"/>
                  </a:lnTo>
                  <a:lnTo>
                    <a:pt x="99" y="52"/>
                  </a:lnTo>
                  <a:lnTo>
                    <a:pt x="65" y="0"/>
                  </a:lnTo>
                  <a:lnTo>
                    <a:pt x="44" y="1"/>
                  </a:lnTo>
                  <a:lnTo>
                    <a:pt x="47" y="38"/>
                  </a:lnTo>
                  <a:lnTo>
                    <a:pt x="32" y="29"/>
                  </a:lnTo>
                  <a:lnTo>
                    <a:pt x="0" y="60"/>
                  </a:lnTo>
                  <a:close/>
                </a:path>
              </a:pathLst>
            </a:custGeom>
            <a:grpFill/>
            <a:ln w="3175">
              <a:solidFill>
                <a:schemeClr val="bg1"/>
              </a:solidFill>
              <a:prstDash val="solid"/>
              <a:round/>
            </a:ln>
          </p:spPr>
          <p:txBody>
            <a:bodyPr/>
            <a:lstStyle/>
            <a:p>
              <a:endParaRPr lang="en-US" dirty="0"/>
            </a:p>
          </p:txBody>
        </p:sp>
        <p:sp>
          <p:nvSpPr>
            <p:cNvPr id="97" name="22016296.875385.251.50.8755">
              <a:extLst>
                <a:ext uri="{FF2B5EF4-FFF2-40B4-BE49-F238E27FC236}">
                  <a16:creationId xmlns:a16="http://schemas.microsoft.com/office/drawing/2014/main" id="{331DAAA8-C227-1200-9428-8836E57D7E32}"/>
                </a:ext>
              </a:extLst>
            </p:cNvPr>
            <p:cNvSpPr/>
            <p:nvPr>
              <p:custDataLst>
                <p:tags r:id="rId96"/>
              </p:custDataLst>
            </p:nvPr>
          </p:nvSpPr>
          <p:spPr bwMode="auto">
            <a:xfrm>
              <a:off x="3802" y="2432"/>
              <a:ext cx="5" cy="9"/>
            </a:xfrm>
            <a:custGeom>
              <a:avLst/>
              <a:gdLst>
                <a:gd name="T0" fmla="*/ 0 w 17"/>
                <a:gd name="T1" fmla="*/ 0 h 28"/>
                <a:gd name="T2" fmla="*/ 0 w 17"/>
                <a:gd name="T3" fmla="*/ 0 h 28"/>
                <a:gd name="T4" fmla="*/ 0 w 17"/>
                <a:gd name="T5" fmla="*/ 0 h 28"/>
                <a:gd name="T6" fmla="*/ 0 w 17"/>
                <a:gd name="T7" fmla="*/ 0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28">
                  <a:moveTo>
                    <a:pt x="0" y="22"/>
                  </a:moveTo>
                  <a:lnTo>
                    <a:pt x="13" y="0"/>
                  </a:lnTo>
                  <a:lnTo>
                    <a:pt x="17" y="28"/>
                  </a:lnTo>
                  <a:lnTo>
                    <a:pt x="0" y="22"/>
                  </a:lnTo>
                  <a:close/>
                </a:path>
              </a:pathLst>
            </a:custGeom>
            <a:grpFill/>
            <a:ln w="3175">
              <a:solidFill>
                <a:schemeClr val="bg1"/>
              </a:solidFill>
              <a:prstDash val="solid"/>
              <a:round/>
            </a:ln>
          </p:spPr>
          <p:txBody>
            <a:bodyPr/>
            <a:lstStyle/>
            <a:p>
              <a:endParaRPr lang="en-US" dirty="0"/>
            </a:p>
          </p:txBody>
        </p:sp>
        <p:sp>
          <p:nvSpPr>
            <p:cNvPr id="98" name="22017336155.2535.7556.6255">
              <a:extLst>
                <a:ext uri="{FF2B5EF4-FFF2-40B4-BE49-F238E27FC236}">
                  <a16:creationId xmlns:a16="http://schemas.microsoft.com/office/drawing/2014/main" id="{2E2B023F-30F7-E834-0194-D730446E947D}"/>
                </a:ext>
              </a:extLst>
            </p:cNvPr>
            <p:cNvSpPr/>
            <p:nvPr>
              <p:custDataLst>
                <p:tags r:id="rId97"/>
              </p:custDataLst>
            </p:nvPr>
          </p:nvSpPr>
          <p:spPr bwMode="auto">
            <a:xfrm>
              <a:off x="2471" y="2659"/>
              <a:ext cx="328" cy="206"/>
            </a:xfrm>
            <a:custGeom>
              <a:avLst/>
              <a:gdLst>
                <a:gd name="T0" fmla="*/ 0 w 1007"/>
                <a:gd name="T1" fmla="*/ 0 h 637"/>
                <a:gd name="T2" fmla="*/ 0 w 1007"/>
                <a:gd name="T3" fmla="*/ 0 h 637"/>
                <a:gd name="T4" fmla="*/ 0 w 1007"/>
                <a:gd name="T5" fmla="*/ 0 h 637"/>
                <a:gd name="T6" fmla="*/ 0 w 1007"/>
                <a:gd name="T7" fmla="*/ 0 h 637"/>
                <a:gd name="T8" fmla="*/ 0 w 1007"/>
                <a:gd name="T9" fmla="*/ 0 h 637"/>
                <a:gd name="T10" fmla="*/ 0 w 1007"/>
                <a:gd name="T11" fmla="*/ 0 h 637"/>
                <a:gd name="T12" fmla="*/ 0 w 1007"/>
                <a:gd name="T13" fmla="*/ 0 h 637"/>
                <a:gd name="T14" fmla="*/ 0 w 1007"/>
                <a:gd name="T15" fmla="*/ 0 h 637"/>
                <a:gd name="T16" fmla="*/ 0 w 1007"/>
                <a:gd name="T17" fmla="*/ 0 h 637"/>
                <a:gd name="T18" fmla="*/ 0 w 1007"/>
                <a:gd name="T19" fmla="*/ 0 h 637"/>
                <a:gd name="T20" fmla="*/ 0 w 1007"/>
                <a:gd name="T21" fmla="*/ 0 h 637"/>
                <a:gd name="T22" fmla="*/ 0 w 1007"/>
                <a:gd name="T23" fmla="*/ 0 h 637"/>
                <a:gd name="T24" fmla="*/ 0 w 1007"/>
                <a:gd name="T25" fmla="*/ 0 h 637"/>
                <a:gd name="T26" fmla="*/ 0 w 1007"/>
                <a:gd name="T27" fmla="*/ 0 h 637"/>
                <a:gd name="T28" fmla="*/ 0 w 1007"/>
                <a:gd name="T29" fmla="*/ 0 h 637"/>
                <a:gd name="T30" fmla="*/ 0 w 1007"/>
                <a:gd name="T31" fmla="*/ 0 h 637"/>
                <a:gd name="T32" fmla="*/ 0 w 1007"/>
                <a:gd name="T33" fmla="*/ 0 h 637"/>
                <a:gd name="T34" fmla="*/ 0 w 1007"/>
                <a:gd name="T35" fmla="*/ 0 h 637"/>
                <a:gd name="T36" fmla="*/ 0 w 1007"/>
                <a:gd name="T37" fmla="*/ 0 h 637"/>
                <a:gd name="T38" fmla="*/ 0 w 1007"/>
                <a:gd name="T39" fmla="*/ 0 h 637"/>
                <a:gd name="T40" fmla="*/ 0 w 1007"/>
                <a:gd name="T41" fmla="*/ 0 h 637"/>
                <a:gd name="T42" fmla="*/ 0 w 1007"/>
                <a:gd name="T43" fmla="*/ 0 h 637"/>
                <a:gd name="T44" fmla="*/ 0 w 1007"/>
                <a:gd name="T45" fmla="*/ 0 h 637"/>
                <a:gd name="T46" fmla="*/ 0 w 1007"/>
                <a:gd name="T47" fmla="*/ 0 h 637"/>
                <a:gd name="T48" fmla="*/ 0 w 1007"/>
                <a:gd name="T49" fmla="*/ 0 h 637"/>
                <a:gd name="T50" fmla="*/ 0 w 1007"/>
                <a:gd name="T51" fmla="*/ 0 h 637"/>
                <a:gd name="T52" fmla="*/ 0 w 1007"/>
                <a:gd name="T53" fmla="*/ 0 h 637"/>
                <a:gd name="T54" fmla="*/ 0 w 1007"/>
                <a:gd name="T55" fmla="*/ 0 h 637"/>
                <a:gd name="T56" fmla="*/ 0 w 1007"/>
                <a:gd name="T57" fmla="*/ 0 h 637"/>
                <a:gd name="T58" fmla="*/ 0 w 1007"/>
                <a:gd name="T59" fmla="*/ 0 h 637"/>
                <a:gd name="T60" fmla="*/ 0 w 1007"/>
                <a:gd name="T61" fmla="*/ 0 h 637"/>
                <a:gd name="T62" fmla="*/ 0 w 1007"/>
                <a:gd name="T63" fmla="*/ 0 h 637"/>
                <a:gd name="T64" fmla="*/ 0 w 1007"/>
                <a:gd name="T65" fmla="*/ 0 h 637"/>
                <a:gd name="T66" fmla="*/ 0 w 1007"/>
                <a:gd name="T67" fmla="*/ 0 h 637"/>
                <a:gd name="T68" fmla="*/ 0 w 1007"/>
                <a:gd name="T69" fmla="*/ 0 h 637"/>
                <a:gd name="T70" fmla="*/ 0 w 1007"/>
                <a:gd name="T71" fmla="*/ 0 h 637"/>
                <a:gd name="T72" fmla="*/ 0 w 1007"/>
                <a:gd name="T73" fmla="*/ 0 h 637"/>
                <a:gd name="T74" fmla="*/ 0 w 1007"/>
                <a:gd name="T75" fmla="*/ 0 h 637"/>
                <a:gd name="T76" fmla="*/ 0 w 1007"/>
                <a:gd name="T77" fmla="*/ 0 h 637"/>
                <a:gd name="T78" fmla="*/ 0 w 1007"/>
                <a:gd name="T79" fmla="*/ 0 h 637"/>
                <a:gd name="T80" fmla="*/ 0 w 1007"/>
                <a:gd name="T81" fmla="*/ 0 h 637"/>
                <a:gd name="T82" fmla="*/ 0 w 1007"/>
                <a:gd name="T83" fmla="*/ 0 h 637"/>
                <a:gd name="T84" fmla="*/ 0 w 1007"/>
                <a:gd name="T85" fmla="*/ 0 h 637"/>
                <a:gd name="T86" fmla="*/ 0 w 1007"/>
                <a:gd name="T87" fmla="*/ 0 h 637"/>
                <a:gd name="T88" fmla="*/ 0 w 1007"/>
                <a:gd name="T89" fmla="*/ 0 h 637"/>
                <a:gd name="T90" fmla="*/ 0 w 1007"/>
                <a:gd name="T91" fmla="*/ 0 h 63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006" h="637">
                  <a:moveTo>
                    <a:pt x="0" y="7"/>
                  </a:moveTo>
                  <a:lnTo>
                    <a:pt x="48" y="106"/>
                  </a:lnTo>
                  <a:lnTo>
                    <a:pt x="105" y="152"/>
                  </a:lnTo>
                  <a:lnTo>
                    <a:pt x="100" y="179"/>
                  </a:lnTo>
                  <a:lnTo>
                    <a:pt x="72" y="185"/>
                  </a:lnTo>
                  <a:lnTo>
                    <a:pt x="135" y="207"/>
                  </a:lnTo>
                  <a:lnTo>
                    <a:pt x="169" y="252"/>
                  </a:lnTo>
                  <a:lnTo>
                    <a:pt x="166" y="289"/>
                  </a:lnTo>
                  <a:lnTo>
                    <a:pt x="239" y="351"/>
                  </a:lnTo>
                  <a:lnTo>
                    <a:pt x="256" y="330"/>
                  </a:lnTo>
                  <a:lnTo>
                    <a:pt x="85" y="91"/>
                  </a:lnTo>
                  <a:lnTo>
                    <a:pt x="74" y="26"/>
                  </a:lnTo>
                  <a:lnTo>
                    <a:pt x="111" y="43"/>
                  </a:lnTo>
                  <a:lnTo>
                    <a:pt x="175" y="147"/>
                  </a:lnTo>
                  <a:lnTo>
                    <a:pt x="264" y="226"/>
                  </a:lnTo>
                  <a:lnTo>
                    <a:pt x="261" y="256"/>
                  </a:lnTo>
                  <a:lnTo>
                    <a:pt x="385" y="363"/>
                  </a:lnTo>
                  <a:lnTo>
                    <a:pt x="400" y="409"/>
                  </a:lnTo>
                  <a:lnTo>
                    <a:pt x="385" y="439"/>
                  </a:lnTo>
                  <a:lnTo>
                    <a:pt x="414" y="480"/>
                  </a:lnTo>
                  <a:lnTo>
                    <a:pt x="653" y="592"/>
                  </a:lnTo>
                  <a:lnTo>
                    <a:pt x="757" y="584"/>
                  </a:lnTo>
                  <a:lnTo>
                    <a:pt x="826" y="637"/>
                  </a:lnTo>
                  <a:lnTo>
                    <a:pt x="854" y="585"/>
                  </a:lnTo>
                  <a:lnTo>
                    <a:pt x="888" y="584"/>
                  </a:lnTo>
                  <a:lnTo>
                    <a:pt x="852" y="540"/>
                  </a:lnTo>
                  <a:lnTo>
                    <a:pt x="929" y="522"/>
                  </a:lnTo>
                  <a:lnTo>
                    <a:pt x="957" y="502"/>
                  </a:lnTo>
                  <a:lnTo>
                    <a:pt x="966" y="491"/>
                  </a:lnTo>
                  <a:lnTo>
                    <a:pt x="975" y="516"/>
                  </a:lnTo>
                  <a:lnTo>
                    <a:pt x="1007" y="410"/>
                  </a:lnTo>
                  <a:lnTo>
                    <a:pt x="965" y="394"/>
                  </a:lnTo>
                  <a:lnTo>
                    <a:pt x="889" y="410"/>
                  </a:lnTo>
                  <a:lnTo>
                    <a:pt x="849" y="502"/>
                  </a:lnTo>
                  <a:lnTo>
                    <a:pt x="752" y="512"/>
                  </a:lnTo>
                  <a:lnTo>
                    <a:pt x="712" y="489"/>
                  </a:lnTo>
                  <a:lnTo>
                    <a:pt x="647" y="376"/>
                  </a:lnTo>
                  <a:lnTo>
                    <a:pt x="645" y="289"/>
                  </a:lnTo>
                  <a:lnTo>
                    <a:pt x="667" y="247"/>
                  </a:lnTo>
                  <a:lnTo>
                    <a:pt x="601" y="225"/>
                  </a:lnTo>
                  <a:lnTo>
                    <a:pt x="517" y="105"/>
                  </a:lnTo>
                  <a:lnTo>
                    <a:pt x="447" y="131"/>
                  </a:lnTo>
                  <a:lnTo>
                    <a:pt x="355" y="32"/>
                  </a:lnTo>
                  <a:lnTo>
                    <a:pt x="204" y="53"/>
                  </a:lnTo>
                  <a:lnTo>
                    <a:pt x="77" y="0"/>
                  </a:lnTo>
                  <a:lnTo>
                    <a:pt x="0" y="7"/>
                  </a:lnTo>
                  <a:close/>
                </a:path>
              </a:pathLst>
            </a:custGeom>
            <a:grpFill/>
            <a:ln w="3175">
              <a:solidFill>
                <a:schemeClr val="bg1"/>
              </a:solidFill>
              <a:prstDash val="solid"/>
              <a:round/>
            </a:ln>
          </p:spPr>
          <p:txBody>
            <a:bodyPr/>
            <a:lstStyle/>
            <a:p>
              <a:endParaRPr lang="en-US" dirty="0"/>
            </a:p>
          </p:txBody>
        </p:sp>
        <p:sp>
          <p:nvSpPr>
            <p:cNvPr id="99" name="22018291.87553924.87559.3755">
              <a:extLst>
                <a:ext uri="{FF2B5EF4-FFF2-40B4-BE49-F238E27FC236}">
                  <a16:creationId xmlns:a16="http://schemas.microsoft.com/office/drawing/2014/main" id="{460B372E-4280-1EE8-5D58-61AAE9AA6A90}"/>
                </a:ext>
              </a:extLst>
            </p:cNvPr>
            <p:cNvSpPr/>
            <p:nvPr>
              <p:custDataLst>
                <p:tags r:id="rId98"/>
              </p:custDataLst>
            </p:nvPr>
          </p:nvSpPr>
          <p:spPr bwMode="auto">
            <a:xfrm>
              <a:off x="4692" y="2403"/>
              <a:ext cx="343" cy="144"/>
            </a:xfrm>
            <a:custGeom>
              <a:avLst/>
              <a:gdLst>
                <a:gd name="T0" fmla="*/ 0 w 1058"/>
                <a:gd name="T1" fmla="*/ 0 h 444"/>
                <a:gd name="T2" fmla="*/ 0 w 1058"/>
                <a:gd name="T3" fmla="*/ 0 h 444"/>
                <a:gd name="T4" fmla="*/ 0 w 1058"/>
                <a:gd name="T5" fmla="*/ 0 h 444"/>
                <a:gd name="T6" fmla="*/ 0 w 1058"/>
                <a:gd name="T7" fmla="*/ 0 h 444"/>
                <a:gd name="T8" fmla="*/ 0 w 1058"/>
                <a:gd name="T9" fmla="*/ 0 h 444"/>
                <a:gd name="T10" fmla="*/ 0 w 1058"/>
                <a:gd name="T11" fmla="*/ 0 h 444"/>
                <a:gd name="T12" fmla="*/ 0 w 1058"/>
                <a:gd name="T13" fmla="*/ 0 h 444"/>
                <a:gd name="T14" fmla="*/ 0 w 1058"/>
                <a:gd name="T15" fmla="*/ 0 h 444"/>
                <a:gd name="T16" fmla="*/ 0 w 1058"/>
                <a:gd name="T17" fmla="*/ 0 h 444"/>
                <a:gd name="T18" fmla="*/ 0 w 1058"/>
                <a:gd name="T19" fmla="*/ 0 h 444"/>
                <a:gd name="T20" fmla="*/ 0 w 1058"/>
                <a:gd name="T21" fmla="*/ 0 h 444"/>
                <a:gd name="T22" fmla="*/ 0 w 1058"/>
                <a:gd name="T23" fmla="*/ 0 h 444"/>
                <a:gd name="T24" fmla="*/ 0 w 1058"/>
                <a:gd name="T25" fmla="*/ 0 h 444"/>
                <a:gd name="T26" fmla="*/ 0 w 1058"/>
                <a:gd name="T27" fmla="*/ 0 h 444"/>
                <a:gd name="T28" fmla="*/ 0 w 1058"/>
                <a:gd name="T29" fmla="*/ 0 h 444"/>
                <a:gd name="T30" fmla="*/ 0 w 1058"/>
                <a:gd name="T31" fmla="*/ 0 h 444"/>
                <a:gd name="T32" fmla="*/ 0 w 1058"/>
                <a:gd name="T33" fmla="*/ 0 h 444"/>
                <a:gd name="T34" fmla="*/ 0 w 1058"/>
                <a:gd name="T35" fmla="*/ 0 h 444"/>
                <a:gd name="T36" fmla="*/ 0 w 1058"/>
                <a:gd name="T37" fmla="*/ 0 h 444"/>
                <a:gd name="T38" fmla="*/ 0 w 1058"/>
                <a:gd name="T39" fmla="*/ 0 h 444"/>
                <a:gd name="T40" fmla="*/ 0 w 1058"/>
                <a:gd name="T41" fmla="*/ 0 h 444"/>
                <a:gd name="T42" fmla="*/ 0 w 1058"/>
                <a:gd name="T43" fmla="*/ 0 h 444"/>
                <a:gd name="T44" fmla="*/ 0 w 1058"/>
                <a:gd name="T45" fmla="*/ 0 h 444"/>
                <a:gd name="T46" fmla="*/ 0 w 1058"/>
                <a:gd name="T47" fmla="*/ 0 h 444"/>
                <a:gd name="T48" fmla="*/ 0 w 1058"/>
                <a:gd name="T49" fmla="*/ 0 h 444"/>
                <a:gd name="T50" fmla="*/ 0 w 1058"/>
                <a:gd name="T51" fmla="*/ 0 h 444"/>
                <a:gd name="T52" fmla="*/ 0 w 1058"/>
                <a:gd name="T53" fmla="*/ 0 h 444"/>
                <a:gd name="T54" fmla="*/ 0 w 1058"/>
                <a:gd name="T55" fmla="*/ 0 h 4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058" h="443">
                  <a:moveTo>
                    <a:pt x="0" y="139"/>
                  </a:moveTo>
                  <a:lnTo>
                    <a:pt x="34" y="184"/>
                  </a:lnTo>
                  <a:lnTo>
                    <a:pt x="81" y="201"/>
                  </a:lnTo>
                  <a:lnTo>
                    <a:pt x="100" y="296"/>
                  </a:lnTo>
                  <a:lnTo>
                    <a:pt x="247" y="333"/>
                  </a:lnTo>
                  <a:lnTo>
                    <a:pt x="309" y="397"/>
                  </a:lnTo>
                  <a:lnTo>
                    <a:pt x="430" y="393"/>
                  </a:lnTo>
                  <a:lnTo>
                    <a:pt x="567" y="444"/>
                  </a:lnTo>
                  <a:lnTo>
                    <a:pt x="750" y="397"/>
                  </a:lnTo>
                  <a:lnTo>
                    <a:pt x="806" y="360"/>
                  </a:lnTo>
                  <a:lnTo>
                    <a:pt x="806" y="309"/>
                  </a:lnTo>
                  <a:lnTo>
                    <a:pt x="857" y="315"/>
                  </a:lnTo>
                  <a:lnTo>
                    <a:pt x="968" y="241"/>
                  </a:lnTo>
                  <a:lnTo>
                    <a:pt x="1058" y="236"/>
                  </a:lnTo>
                  <a:lnTo>
                    <a:pt x="1015" y="180"/>
                  </a:lnTo>
                  <a:lnTo>
                    <a:pt x="930" y="195"/>
                  </a:lnTo>
                  <a:lnTo>
                    <a:pt x="929" y="132"/>
                  </a:lnTo>
                  <a:lnTo>
                    <a:pt x="951" y="98"/>
                  </a:lnTo>
                  <a:lnTo>
                    <a:pt x="890" y="88"/>
                  </a:lnTo>
                  <a:lnTo>
                    <a:pt x="732" y="126"/>
                  </a:lnTo>
                  <a:lnTo>
                    <a:pt x="593" y="70"/>
                  </a:lnTo>
                  <a:lnTo>
                    <a:pt x="504" y="78"/>
                  </a:lnTo>
                  <a:lnTo>
                    <a:pt x="471" y="32"/>
                  </a:lnTo>
                  <a:lnTo>
                    <a:pt x="383" y="0"/>
                  </a:lnTo>
                  <a:lnTo>
                    <a:pt x="336" y="33"/>
                  </a:lnTo>
                  <a:lnTo>
                    <a:pt x="334" y="96"/>
                  </a:lnTo>
                  <a:lnTo>
                    <a:pt x="133" y="69"/>
                  </a:lnTo>
                  <a:lnTo>
                    <a:pt x="0" y="139"/>
                  </a:lnTo>
                  <a:close/>
                </a:path>
              </a:pathLst>
            </a:custGeom>
            <a:grpFill/>
            <a:ln w="3175">
              <a:solidFill>
                <a:schemeClr val="bg1"/>
              </a:solidFill>
              <a:prstDash val="solid"/>
              <a:round/>
            </a:ln>
          </p:spPr>
          <p:txBody>
            <a:bodyPr/>
            <a:lstStyle/>
            <a:p>
              <a:endParaRPr lang="en-US" dirty="0"/>
            </a:p>
          </p:txBody>
        </p:sp>
        <p:sp>
          <p:nvSpPr>
            <p:cNvPr id="100" name="22019351.62547216.2514.3755">
              <a:extLst>
                <a:ext uri="{FF2B5EF4-FFF2-40B4-BE49-F238E27FC236}">
                  <a16:creationId xmlns:a16="http://schemas.microsoft.com/office/drawing/2014/main" id="{C4715BB1-EF7A-7ACE-412F-29C653711A7B}"/>
                </a:ext>
              </a:extLst>
            </p:cNvPr>
            <p:cNvSpPr/>
            <p:nvPr>
              <p:custDataLst>
                <p:tags r:id="rId99"/>
              </p:custDataLst>
            </p:nvPr>
          </p:nvSpPr>
          <p:spPr bwMode="auto">
            <a:xfrm>
              <a:off x="4304" y="2749"/>
              <a:ext cx="83" cy="94"/>
            </a:xfrm>
            <a:custGeom>
              <a:avLst/>
              <a:gdLst>
                <a:gd name="T0" fmla="*/ 0 w 256"/>
                <a:gd name="T1" fmla="*/ 0 h 288"/>
                <a:gd name="T2" fmla="*/ 0 w 256"/>
                <a:gd name="T3" fmla="*/ 0 h 288"/>
                <a:gd name="T4" fmla="*/ 0 w 256"/>
                <a:gd name="T5" fmla="*/ 0 h 288"/>
                <a:gd name="T6" fmla="*/ 0 w 256"/>
                <a:gd name="T7" fmla="*/ 0 h 288"/>
                <a:gd name="T8" fmla="*/ 0 w 256"/>
                <a:gd name="T9" fmla="*/ 0 h 288"/>
                <a:gd name="T10" fmla="*/ 0 w 256"/>
                <a:gd name="T11" fmla="*/ 0 h 288"/>
                <a:gd name="T12" fmla="*/ 0 w 256"/>
                <a:gd name="T13" fmla="*/ 0 h 288"/>
                <a:gd name="T14" fmla="*/ 0 w 256"/>
                <a:gd name="T15" fmla="*/ 0 h 288"/>
                <a:gd name="T16" fmla="*/ 0 w 256"/>
                <a:gd name="T17" fmla="*/ 0 h 288"/>
                <a:gd name="T18" fmla="*/ 0 w 256"/>
                <a:gd name="T19" fmla="*/ 0 h 288"/>
                <a:gd name="T20" fmla="*/ 0 w 256"/>
                <a:gd name="T21" fmla="*/ 0 h 288"/>
                <a:gd name="T22" fmla="*/ 0 w 256"/>
                <a:gd name="T23" fmla="*/ 0 h 288"/>
                <a:gd name="T24" fmla="*/ 0 w 256"/>
                <a:gd name="T25" fmla="*/ 0 h 288"/>
                <a:gd name="T26" fmla="*/ 0 w 256"/>
                <a:gd name="T27" fmla="*/ 0 h 288"/>
                <a:gd name="T28" fmla="*/ 0 w 256"/>
                <a:gd name="T29" fmla="*/ 0 h 2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6" h="288">
                  <a:moveTo>
                    <a:pt x="0" y="204"/>
                  </a:moveTo>
                  <a:lnTo>
                    <a:pt x="35" y="288"/>
                  </a:lnTo>
                  <a:lnTo>
                    <a:pt x="95" y="275"/>
                  </a:lnTo>
                  <a:lnTo>
                    <a:pt x="191" y="203"/>
                  </a:lnTo>
                  <a:lnTo>
                    <a:pt x="190" y="169"/>
                  </a:lnTo>
                  <a:lnTo>
                    <a:pt x="252" y="105"/>
                  </a:lnTo>
                  <a:lnTo>
                    <a:pt x="256" y="85"/>
                  </a:lnTo>
                  <a:lnTo>
                    <a:pt x="222" y="48"/>
                  </a:lnTo>
                  <a:lnTo>
                    <a:pt x="143" y="0"/>
                  </a:lnTo>
                  <a:lnTo>
                    <a:pt x="123" y="1"/>
                  </a:lnTo>
                  <a:lnTo>
                    <a:pt x="134" y="27"/>
                  </a:lnTo>
                  <a:lnTo>
                    <a:pt x="106" y="77"/>
                  </a:lnTo>
                  <a:lnTo>
                    <a:pt x="123" y="101"/>
                  </a:lnTo>
                  <a:lnTo>
                    <a:pt x="98" y="170"/>
                  </a:lnTo>
                  <a:lnTo>
                    <a:pt x="0" y="204"/>
                  </a:lnTo>
                  <a:close/>
                </a:path>
              </a:pathLst>
            </a:custGeom>
            <a:grpFill/>
            <a:ln w="3175">
              <a:solidFill>
                <a:schemeClr val="bg1"/>
              </a:solidFill>
              <a:prstDash val="solid"/>
              <a:round/>
            </a:ln>
          </p:spPr>
          <p:txBody>
            <a:bodyPr/>
            <a:lstStyle/>
            <a:p>
              <a:endParaRPr lang="en-US" dirty="0"/>
            </a:p>
          </p:txBody>
        </p:sp>
        <p:sp>
          <p:nvSpPr>
            <p:cNvPr id="101" name="22020340.875524.57.7515.1255">
              <a:extLst>
                <a:ext uri="{FF2B5EF4-FFF2-40B4-BE49-F238E27FC236}">
                  <a16:creationId xmlns:a16="http://schemas.microsoft.com/office/drawing/2014/main" id="{1BC2BE8D-D9B9-E45C-1941-7BA2FA0C67EB}"/>
                </a:ext>
              </a:extLst>
            </p:cNvPr>
            <p:cNvSpPr/>
            <p:nvPr>
              <p:custDataLst>
                <p:tags r:id="rId100"/>
              </p:custDataLst>
            </p:nvPr>
          </p:nvSpPr>
          <p:spPr bwMode="auto">
            <a:xfrm>
              <a:off x="4608" y="2687"/>
              <a:ext cx="87" cy="45"/>
            </a:xfrm>
            <a:custGeom>
              <a:avLst/>
              <a:gdLst>
                <a:gd name="T0" fmla="*/ 0 w 268"/>
                <a:gd name="T1" fmla="*/ 0 h 138"/>
                <a:gd name="T2" fmla="*/ 0 w 268"/>
                <a:gd name="T3" fmla="*/ 0 h 138"/>
                <a:gd name="T4" fmla="*/ 0 w 268"/>
                <a:gd name="T5" fmla="*/ 0 h 138"/>
                <a:gd name="T6" fmla="*/ 0 w 268"/>
                <a:gd name="T7" fmla="*/ 0 h 138"/>
                <a:gd name="T8" fmla="*/ 0 w 268"/>
                <a:gd name="T9" fmla="*/ 0 h 138"/>
                <a:gd name="T10" fmla="*/ 0 w 268"/>
                <a:gd name="T11" fmla="*/ 0 h 138"/>
                <a:gd name="T12" fmla="*/ 0 w 268"/>
                <a:gd name="T13" fmla="*/ 0 h 138"/>
                <a:gd name="T14" fmla="*/ 0 w 268"/>
                <a:gd name="T15" fmla="*/ 0 h 1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8" h="138">
                  <a:moveTo>
                    <a:pt x="0" y="54"/>
                  </a:moveTo>
                  <a:lnTo>
                    <a:pt x="33" y="0"/>
                  </a:lnTo>
                  <a:lnTo>
                    <a:pt x="139" y="35"/>
                  </a:lnTo>
                  <a:lnTo>
                    <a:pt x="195" y="87"/>
                  </a:lnTo>
                  <a:lnTo>
                    <a:pt x="268" y="87"/>
                  </a:lnTo>
                  <a:lnTo>
                    <a:pt x="264" y="138"/>
                  </a:lnTo>
                  <a:lnTo>
                    <a:pt x="90" y="105"/>
                  </a:lnTo>
                  <a:lnTo>
                    <a:pt x="0" y="54"/>
                  </a:lnTo>
                  <a:close/>
                </a:path>
              </a:pathLst>
            </a:custGeom>
            <a:grpFill/>
            <a:ln w="3175">
              <a:solidFill>
                <a:schemeClr val="bg1"/>
              </a:solidFill>
              <a:prstDash val="solid"/>
              <a:round/>
            </a:ln>
          </p:spPr>
          <p:txBody>
            <a:bodyPr/>
            <a:lstStyle/>
            <a:p>
              <a:endParaRPr lang="en-US" dirty="0"/>
            </a:p>
          </p:txBody>
        </p:sp>
        <p:sp>
          <p:nvSpPr>
            <p:cNvPr id="102" name="22021289.25381.256.256.6255">
              <a:extLst>
                <a:ext uri="{FF2B5EF4-FFF2-40B4-BE49-F238E27FC236}">
                  <a16:creationId xmlns:a16="http://schemas.microsoft.com/office/drawing/2014/main" id="{FC7F00AB-9264-064C-3891-71188314B585}"/>
                </a:ext>
              </a:extLst>
            </p:cNvPr>
            <p:cNvSpPr/>
            <p:nvPr>
              <p:custDataLst>
                <p:tags r:id="rId101"/>
              </p:custDataLst>
            </p:nvPr>
          </p:nvSpPr>
          <p:spPr bwMode="auto">
            <a:xfrm>
              <a:off x="3779" y="2388"/>
              <a:ext cx="38" cy="36"/>
            </a:xfrm>
            <a:custGeom>
              <a:avLst/>
              <a:gdLst>
                <a:gd name="T0" fmla="*/ 0 w 119"/>
                <a:gd name="T1" fmla="*/ 0 h 112"/>
                <a:gd name="T2" fmla="*/ 0 w 119"/>
                <a:gd name="T3" fmla="*/ 0 h 112"/>
                <a:gd name="T4" fmla="*/ 0 w 119"/>
                <a:gd name="T5" fmla="*/ 0 h 112"/>
                <a:gd name="T6" fmla="*/ 0 w 119"/>
                <a:gd name="T7" fmla="*/ 0 h 112"/>
                <a:gd name="T8" fmla="*/ 0 w 119"/>
                <a:gd name="T9" fmla="*/ 0 h 112"/>
                <a:gd name="T10" fmla="*/ 0 w 119"/>
                <a:gd name="T11" fmla="*/ 0 h 112"/>
                <a:gd name="T12" fmla="*/ 0 w 119"/>
                <a:gd name="T13" fmla="*/ 0 h 112"/>
                <a:gd name="T14" fmla="*/ 0 w 119"/>
                <a:gd name="T15" fmla="*/ 0 h 112"/>
                <a:gd name="T16" fmla="*/ 0 w 119"/>
                <a:gd name="T17" fmla="*/ 0 h 112"/>
                <a:gd name="T18" fmla="*/ 0 w 119"/>
                <a:gd name="T19" fmla="*/ 0 h 112"/>
                <a:gd name="T20" fmla="*/ 0 w 119"/>
                <a:gd name="T21" fmla="*/ 0 h 112"/>
                <a:gd name="T22" fmla="*/ 0 w 119"/>
                <a:gd name="T23" fmla="*/ 0 h 1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112">
                  <a:moveTo>
                    <a:pt x="0" y="84"/>
                  </a:moveTo>
                  <a:lnTo>
                    <a:pt x="47" y="70"/>
                  </a:lnTo>
                  <a:lnTo>
                    <a:pt x="22" y="57"/>
                  </a:lnTo>
                  <a:lnTo>
                    <a:pt x="45" y="18"/>
                  </a:lnTo>
                  <a:lnTo>
                    <a:pt x="63" y="43"/>
                  </a:lnTo>
                  <a:lnTo>
                    <a:pt x="64" y="0"/>
                  </a:lnTo>
                  <a:lnTo>
                    <a:pt x="119" y="0"/>
                  </a:lnTo>
                  <a:lnTo>
                    <a:pt x="114" y="43"/>
                  </a:lnTo>
                  <a:lnTo>
                    <a:pt x="80" y="59"/>
                  </a:lnTo>
                  <a:lnTo>
                    <a:pt x="81" y="112"/>
                  </a:lnTo>
                  <a:lnTo>
                    <a:pt x="48" y="80"/>
                  </a:lnTo>
                  <a:lnTo>
                    <a:pt x="0" y="84"/>
                  </a:lnTo>
                  <a:close/>
                </a:path>
              </a:pathLst>
            </a:custGeom>
            <a:grpFill/>
            <a:ln w="3175">
              <a:solidFill>
                <a:schemeClr val="bg1"/>
              </a:solidFill>
              <a:prstDash val="solid"/>
              <a:round/>
            </a:ln>
          </p:spPr>
          <p:txBody>
            <a:bodyPr/>
            <a:lstStyle/>
            <a:p>
              <a:endParaRPr lang="en-US" dirty="0"/>
            </a:p>
          </p:txBody>
        </p:sp>
        <p:sp>
          <p:nvSpPr>
            <p:cNvPr id="103" name="22022479.125686.513.62514.55">
              <a:extLst>
                <a:ext uri="{FF2B5EF4-FFF2-40B4-BE49-F238E27FC236}">
                  <a16:creationId xmlns:a16="http://schemas.microsoft.com/office/drawing/2014/main" id="{8B9E0C77-C402-8BAC-DA50-2FBDF61AABF7}"/>
                </a:ext>
              </a:extLst>
            </p:cNvPr>
            <p:cNvSpPr/>
            <p:nvPr>
              <p:custDataLst>
                <p:tags r:id="rId102"/>
              </p:custDataLst>
            </p:nvPr>
          </p:nvSpPr>
          <p:spPr bwMode="auto">
            <a:xfrm>
              <a:off x="5545" y="3486"/>
              <a:ext cx="84" cy="79"/>
            </a:xfrm>
            <a:custGeom>
              <a:avLst/>
              <a:gdLst>
                <a:gd name="T0" fmla="*/ 0 w 257"/>
                <a:gd name="T1" fmla="*/ 0 h 243"/>
                <a:gd name="T2" fmla="*/ 0 w 257"/>
                <a:gd name="T3" fmla="*/ 0 h 243"/>
                <a:gd name="T4" fmla="*/ 0 w 257"/>
                <a:gd name="T5" fmla="*/ 0 h 243"/>
                <a:gd name="T6" fmla="*/ 0 w 257"/>
                <a:gd name="T7" fmla="*/ 0 h 243"/>
                <a:gd name="T8" fmla="*/ 0 w 257"/>
                <a:gd name="T9" fmla="*/ 0 h 243"/>
                <a:gd name="T10" fmla="*/ 0 w 257"/>
                <a:gd name="T11" fmla="*/ 0 h 243"/>
                <a:gd name="T12" fmla="*/ 0 w 257"/>
                <a:gd name="T13" fmla="*/ 0 h 243"/>
                <a:gd name="T14" fmla="*/ 0 w 257"/>
                <a:gd name="T15" fmla="*/ 0 h 243"/>
                <a:gd name="T16" fmla="*/ 0 w 257"/>
                <a:gd name="T17" fmla="*/ 0 h 243"/>
                <a:gd name="T18" fmla="*/ 0 w 257"/>
                <a:gd name="T19" fmla="*/ 0 h 243"/>
                <a:gd name="T20" fmla="*/ 0 w 257"/>
                <a:gd name="T21" fmla="*/ 0 h 243"/>
                <a:gd name="T22" fmla="*/ 0 w 257"/>
                <a:gd name="T23" fmla="*/ 0 h 243"/>
                <a:gd name="T24" fmla="*/ 0 w 257"/>
                <a:gd name="T25" fmla="*/ 0 h 2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7" h="243">
                  <a:moveTo>
                    <a:pt x="0" y="212"/>
                  </a:moveTo>
                  <a:lnTo>
                    <a:pt x="54" y="138"/>
                  </a:lnTo>
                  <a:lnTo>
                    <a:pt x="147" y="83"/>
                  </a:lnTo>
                  <a:lnTo>
                    <a:pt x="194" y="0"/>
                  </a:lnTo>
                  <a:lnTo>
                    <a:pt x="223" y="25"/>
                  </a:lnTo>
                  <a:lnTo>
                    <a:pt x="254" y="14"/>
                  </a:lnTo>
                  <a:lnTo>
                    <a:pt x="257" y="43"/>
                  </a:lnTo>
                  <a:lnTo>
                    <a:pt x="209" y="101"/>
                  </a:lnTo>
                  <a:lnTo>
                    <a:pt x="220" y="127"/>
                  </a:lnTo>
                  <a:lnTo>
                    <a:pt x="165" y="137"/>
                  </a:lnTo>
                  <a:lnTo>
                    <a:pt x="139" y="218"/>
                  </a:lnTo>
                  <a:lnTo>
                    <a:pt x="83" y="243"/>
                  </a:lnTo>
                  <a:lnTo>
                    <a:pt x="0" y="212"/>
                  </a:lnTo>
                  <a:close/>
                </a:path>
              </a:pathLst>
            </a:custGeom>
            <a:grpFill/>
            <a:ln w="3175">
              <a:solidFill>
                <a:schemeClr val="bg1"/>
              </a:solidFill>
              <a:prstDash val="solid"/>
              <a:round/>
            </a:ln>
          </p:spPr>
          <p:txBody>
            <a:bodyPr/>
            <a:lstStyle/>
            <a:p>
              <a:endParaRPr lang="en-US" dirty="0"/>
            </a:p>
          </p:txBody>
        </p:sp>
        <p:sp>
          <p:nvSpPr>
            <p:cNvPr id="104" name="22023465.75697.87515115">
              <a:extLst>
                <a:ext uri="{FF2B5EF4-FFF2-40B4-BE49-F238E27FC236}">
                  <a16:creationId xmlns:a16="http://schemas.microsoft.com/office/drawing/2014/main" id="{F42D4F6F-B4BC-BCA8-C9A2-C593E839A607}"/>
                </a:ext>
              </a:extLst>
            </p:cNvPr>
            <p:cNvSpPr/>
            <p:nvPr>
              <p:custDataLst>
                <p:tags r:id="rId103"/>
              </p:custDataLst>
            </p:nvPr>
          </p:nvSpPr>
          <p:spPr bwMode="auto">
            <a:xfrm>
              <a:off x="5611" y="3409"/>
              <a:ext cx="63" cy="87"/>
            </a:xfrm>
            <a:custGeom>
              <a:avLst/>
              <a:gdLst>
                <a:gd name="T0" fmla="*/ 0 w 193"/>
                <a:gd name="T1" fmla="*/ 0 h 266"/>
                <a:gd name="T2" fmla="*/ 0 w 193"/>
                <a:gd name="T3" fmla="*/ 0 h 266"/>
                <a:gd name="T4" fmla="*/ 0 w 193"/>
                <a:gd name="T5" fmla="*/ 0 h 266"/>
                <a:gd name="T6" fmla="*/ 0 w 193"/>
                <a:gd name="T7" fmla="*/ 0 h 266"/>
                <a:gd name="T8" fmla="*/ 0 w 193"/>
                <a:gd name="T9" fmla="*/ 0 h 266"/>
                <a:gd name="T10" fmla="*/ 0 w 193"/>
                <a:gd name="T11" fmla="*/ 0 h 266"/>
                <a:gd name="T12" fmla="*/ 0 w 193"/>
                <a:gd name="T13" fmla="*/ 0 h 266"/>
                <a:gd name="T14" fmla="*/ 0 w 193"/>
                <a:gd name="T15" fmla="*/ 0 h 266"/>
                <a:gd name="T16" fmla="*/ 0 w 193"/>
                <a:gd name="T17" fmla="*/ 0 h 266"/>
                <a:gd name="T18" fmla="*/ 0 w 193"/>
                <a:gd name="T19" fmla="*/ 0 h 266"/>
                <a:gd name="T20" fmla="*/ 0 w 193"/>
                <a:gd name="T21" fmla="*/ 0 h 266"/>
                <a:gd name="T22" fmla="*/ 0 w 193"/>
                <a:gd name="T23" fmla="*/ 0 h 266"/>
                <a:gd name="T24" fmla="*/ 0 w 193"/>
                <a:gd name="T25" fmla="*/ 0 h 266"/>
                <a:gd name="T26" fmla="*/ 0 w 193"/>
                <a:gd name="T27" fmla="*/ 0 h 266"/>
                <a:gd name="T28" fmla="*/ 0 w 193"/>
                <a:gd name="T29" fmla="*/ 0 h 266"/>
                <a:gd name="T30" fmla="*/ 0 w 193"/>
                <a:gd name="T31" fmla="*/ 0 h 2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3" h="266">
                  <a:moveTo>
                    <a:pt x="0" y="0"/>
                  </a:moveTo>
                  <a:lnTo>
                    <a:pt x="53" y="30"/>
                  </a:lnTo>
                  <a:lnTo>
                    <a:pt x="67" y="89"/>
                  </a:lnTo>
                  <a:lnTo>
                    <a:pt x="90" y="105"/>
                  </a:lnTo>
                  <a:lnTo>
                    <a:pt x="104" y="81"/>
                  </a:lnTo>
                  <a:lnTo>
                    <a:pt x="115" y="121"/>
                  </a:lnTo>
                  <a:lnTo>
                    <a:pt x="193" y="121"/>
                  </a:lnTo>
                  <a:lnTo>
                    <a:pt x="177" y="180"/>
                  </a:lnTo>
                  <a:lnTo>
                    <a:pt x="138" y="188"/>
                  </a:lnTo>
                  <a:lnTo>
                    <a:pt x="105" y="265"/>
                  </a:lnTo>
                  <a:lnTo>
                    <a:pt x="68" y="266"/>
                  </a:lnTo>
                  <a:lnTo>
                    <a:pt x="85" y="239"/>
                  </a:lnTo>
                  <a:lnTo>
                    <a:pt x="37" y="184"/>
                  </a:lnTo>
                  <a:lnTo>
                    <a:pt x="75" y="136"/>
                  </a:lnTo>
                  <a:lnTo>
                    <a:pt x="68" y="96"/>
                  </a:lnTo>
                  <a:lnTo>
                    <a:pt x="0" y="0"/>
                  </a:lnTo>
                  <a:close/>
                </a:path>
              </a:pathLst>
            </a:custGeom>
            <a:grpFill/>
            <a:ln w="3175">
              <a:solidFill>
                <a:schemeClr val="bg1"/>
              </a:solidFill>
              <a:prstDash val="solid"/>
              <a:round/>
            </a:ln>
          </p:spPr>
          <p:txBody>
            <a:bodyPr/>
            <a:lstStyle/>
            <a:p>
              <a:endParaRPr lang="en-US" dirty="0"/>
            </a:p>
          </p:txBody>
        </p:sp>
        <p:sp>
          <p:nvSpPr>
            <p:cNvPr id="105" name="22024370.75210.8757.757.6255">
              <a:extLst>
                <a:ext uri="{FF2B5EF4-FFF2-40B4-BE49-F238E27FC236}">
                  <a16:creationId xmlns:a16="http://schemas.microsoft.com/office/drawing/2014/main" id="{6B292F5B-7EEB-2AB1-CB95-AB3BCE77ECEC}"/>
                </a:ext>
              </a:extLst>
            </p:cNvPr>
            <p:cNvSpPr/>
            <p:nvPr>
              <p:custDataLst>
                <p:tags r:id="rId104"/>
              </p:custDataLst>
            </p:nvPr>
          </p:nvSpPr>
          <p:spPr bwMode="auto">
            <a:xfrm>
              <a:off x="2793" y="2860"/>
              <a:ext cx="44" cy="44"/>
            </a:xfrm>
            <a:custGeom>
              <a:avLst/>
              <a:gdLst>
                <a:gd name="T0" fmla="*/ 0 w 134"/>
                <a:gd name="T1" fmla="*/ 0 h 139"/>
                <a:gd name="T2" fmla="*/ 0 w 134"/>
                <a:gd name="T3" fmla="*/ 0 h 139"/>
                <a:gd name="T4" fmla="*/ 0 w 134"/>
                <a:gd name="T5" fmla="*/ 0 h 139"/>
                <a:gd name="T6" fmla="*/ 0 w 134"/>
                <a:gd name="T7" fmla="*/ 0 h 139"/>
                <a:gd name="T8" fmla="*/ 0 w 134"/>
                <a:gd name="T9" fmla="*/ 0 h 139"/>
                <a:gd name="T10" fmla="*/ 0 w 134"/>
                <a:gd name="T11" fmla="*/ 0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139">
                  <a:moveTo>
                    <a:pt x="0" y="70"/>
                  </a:moveTo>
                  <a:lnTo>
                    <a:pt x="54" y="136"/>
                  </a:lnTo>
                  <a:lnTo>
                    <a:pt x="123" y="139"/>
                  </a:lnTo>
                  <a:lnTo>
                    <a:pt x="134" y="0"/>
                  </a:lnTo>
                  <a:lnTo>
                    <a:pt x="86" y="7"/>
                  </a:lnTo>
                  <a:lnTo>
                    <a:pt x="0" y="70"/>
                  </a:lnTo>
                  <a:close/>
                </a:path>
              </a:pathLst>
            </a:custGeom>
            <a:grpFill/>
            <a:ln w="3175">
              <a:solidFill>
                <a:schemeClr val="bg1"/>
              </a:solidFill>
              <a:prstDash val="solid"/>
              <a:round/>
            </a:ln>
          </p:spPr>
          <p:txBody>
            <a:bodyPr/>
            <a:lstStyle/>
            <a:p>
              <a:endParaRPr lang="en-US" dirty="0"/>
            </a:p>
          </p:txBody>
        </p:sp>
        <p:sp>
          <p:nvSpPr>
            <p:cNvPr id="106" name="22025237.3753843948.55">
              <a:extLst>
                <a:ext uri="{FF2B5EF4-FFF2-40B4-BE49-F238E27FC236}">
                  <a16:creationId xmlns:a16="http://schemas.microsoft.com/office/drawing/2014/main" id="{9C9D079A-1CE2-6007-D73C-D2BC69C5EB06}"/>
                </a:ext>
              </a:extLst>
            </p:cNvPr>
            <p:cNvSpPr/>
            <p:nvPr>
              <p:custDataLst>
                <p:tags r:id="rId105"/>
              </p:custDataLst>
            </p:nvPr>
          </p:nvSpPr>
          <p:spPr bwMode="auto">
            <a:xfrm>
              <a:off x="3795" y="2088"/>
              <a:ext cx="280" cy="226"/>
            </a:xfrm>
            <a:custGeom>
              <a:avLst/>
              <a:gdLst>
                <a:gd name="T0" fmla="*/ 0 w 863"/>
                <a:gd name="T1" fmla="*/ 0 h 693"/>
                <a:gd name="T2" fmla="*/ 0 w 863"/>
                <a:gd name="T3" fmla="*/ 0 h 693"/>
                <a:gd name="T4" fmla="*/ 0 w 863"/>
                <a:gd name="T5" fmla="*/ 0 h 693"/>
                <a:gd name="T6" fmla="*/ 0 w 863"/>
                <a:gd name="T7" fmla="*/ 0 h 693"/>
                <a:gd name="T8" fmla="*/ 0 w 863"/>
                <a:gd name="T9" fmla="*/ 0 h 693"/>
                <a:gd name="T10" fmla="*/ 0 w 863"/>
                <a:gd name="T11" fmla="*/ 0 h 693"/>
                <a:gd name="T12" fmla="*/ 0 w 863"/>
                <a:gd name="T13" fmla="*/ 0 h 693"/>
                <a:gd name="T14" fmla="*/ 0 w 863"/>
                <a:gd name="T15" fmla="*/ 0 h 693"/>
                <a:gd name="T16" fmla="*/ 0 w 863"/>
                <a:gd name="T17" fmla="*/ 0 h 693"/>
                <a:gd name="T18" fmla="*/ 0 w 863"/>
                <a:gd name="T19" fmla="*/ 0 h 693"/>
                <a:gd name="T20" fmla="*/ 0 w 863"/>
                <a:gd name="T21" fmla="*/ 0 h 693"/>
                <a:gd name="T22" fmla="*/ 0 w 863"/>
                <a:gd name="T23" fmla="*/ 0 h 693"/>
                <a:gd name="T24" fmla="*/ 0 w 863"/>
                <a:gd name="T25" fmla="*/ 0 h 693"/>
                <a:gd name="T26" fmla="*/ 0 w 863"/>
                <a:gd name="T27" fmla="*/ 0 h 693"/>
                <a:gd name="T28" fmla="*/ 0 w 863"/>
                <a:gd name="T29" fmla="*/ 0 h 693"/>
                <a:gd name="T30" fmla="*/ 0 w 863"/>
                <a:gd name="T31" fmla="*/ 0 h 693"/>
                <a:gd name="T32" fmla="*/ 0 w 863"/>
                <a:gd name="T33" fmla="*/ 0 h 693"/>
                <a:gd name="T34" fmla="*/ 0 w 863"/>
                <a:gd name="T35" fmla="*/ 0 h 693"/>
                <a:gd name="T36" fmla="*/ 0 w 863"/>
                <a:gd name="T37" fmla="*/ 0 h 693"/>
                <a:gd name="T38" fmla="*/ 0 w 863"/>
                <a:gd name="T39" fmla="*/ 0 h 693"/>
                <a:gd name="T40" fmla="*/ 0 w 863"/>
                <a:gd name="T41" fmla="*/ 0 h 693"/>
                <a:gd name="T42" fmla="*/ 0 w 863"/>
                <a:gd name="T43" fmla="*/ 0 h 693"/>
                <a:gd name="T44" fmla="*/ 0 w 863"/>
                <a:gd name="T45" fmla="*/ 0 h 693"/>
                <a:gd name="T46" fmla="*/ 0 w 863"/>
                <a:gd name="T47" fmla="*/ 0 h 693"/>
                <a:gd name="T48" fmla="*/ 0 w 863"/>
                <a:gd name="T49" fmla="*/ 0 h 693"/>
                <a:gd name="T50" fmla="*/ 0 w 863"/>
                <a:gd name="T51" fmla="*/ 0 h 693"/>
                <a:gd name="T52" fmla="*/ 0 w 863"/>
                <a:gd name="T53" fmla="*/ 0 h 693"/>
                <a:gd name="T54" fmla="*/ 0 w 863"/>
                <a:gd name="T55" fmla="*/ 0 h 693"/>
                <a:gd name="T56" fmla="*/ 0 w 863"/>
                <a:gd name="T57" fmla="*/ 0 h 693"/>
                <a:gd name="T58" fmla="*/ 0 w 863"/>
                <a:gd name="T59" fmla="*/ 0 h 693"/>
                <a:gd name="T60" fmla="*/ 0 w 863"/>
                <a:gd name="T61" fmla="*/ 0 h 693"/>
                <a:gd name="T62" fmla="*/ 0 w 863"/>
                <a:gd name="T63" fmla="*/ 0 h 693"/>
                <a:gd name="T64" fmla="*/ 0 w 863"/>
                <a:gd name="T65" fmla="*/ 0 h 693"/>
                <a:gd name="T66" fmla="*/ 0 w 863"/>
                <a:gd name="T67" fmla="*/ 0 h 693"/>
                <a:gd name="T68" fmla="*/ 0 w 863"/>
                <a:gd name="T69" fmla="*/ 0 h 693"/>
                <a:gd name="T70" fmla="*/ 0 w 863"/>
                <a:gd name="T71" fmla="*/ 0 h 693"/>
                <a:gd name="T72" fmla="*/ 0 w 863"/>
                <a:gd name="T73" fmla="*/ 0 h 693"/>
                <a:gd name="T74" fmla="*/ 0 w 863"/>
                <a:gd name="T75" fmla="*/ 0 h 693"/>
                <a:gd name="T76" fmla="*/ 0 w 863"/>
                <a:gd name="T77" fmla="*/ 0 h 693"/>
                <a:gd name="T78" fmla="*/ 0 w 863"/>
                <a:gd name="T79" fmla="*/ 0 h 693"/>
                <a:gd name="T80" fmla="*/ 0 w 863"/>
                <a:gd name="T81" fmla="*/ 0 h 69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863" h="693">
                  <a:moveTo>
                    <a:pt x="0" y="519"/>
                  </a:moveTo>
                  <a:lnTo>
                    <a:pt x="3" y="548"/>
                  </a:lnTo>
                  <a:lnTo>
                    <a:pt x="81" y="528"/>
                  </a:lnTo>
                  <a:lnTo>
                    <a:pt x="84" y="539"/>
                  </a:lnTo>
                  <a:lnTo>
                    <a:pt x="2" y="560"/>
                  </a:lnTo>
                  <a:lnTo>
                    <a:pt x="22" y="571"/>
                  </a:lnTo>
                  <a:lnTo>
                    <a:pt x="14" y="608"/>
                  </a:lnTo>
                  <a:lnTo>
                    <a:pt x="69" y="577"/>
                  </a:lnTo>
                  <a:lnTo>
                    <a:pt x="9" y="629"/>
                  </a:lnTo>
                  <a:lnTo>
                    <a:pt x="43" y="629"/>
                  </a:lnTo>
                  <a:lnTo>
                    <a:pt x="22" y="674"/>
                  </a:lnTo>
                  <a:lnTo>
                    <a:pt x="105" y="693"/>
                  </a:lnTo>
                  <a:lnTo>
                    <a:pt x="171" y="649"/>
                  </a:lnTo>
                  <a:lnTo>
                    <a:pt x="184" y="610"/>
                  </a:lnTo>
                  <a:lnTo>
                    <a:pt x="205" y="649"/>
                  </a:lnTo>
                  <a:lnTo>
                    <a:pt x="244" y="600"/>
                  </a:lnTo>
                  <a:lnTo>
                    <a:pt x="237" y="556"/>
                  </a:lnTo>
                  <a:lnTo>
                    <a:pt x="255" y="537"/>
                  </a:lnTo>
                  <a:lnTo>
                    <a:pt x="237" y="516"/>
                  </a:lnTo>
                  <a:lnTo>
                    <a:pt x="239" y="417"/>
                  </a:lnTo>
                  <a:lnTo>
                    <a:pt x="301" y="394"/>
                  </a:lnTo>
                  <a:lnTo>
                    <a:pt x="289" y="363"/>
                  </a:lnTo>
                  <a:lnTo>
                    <a:pt x="316" y="288"/>
                  </a:lnTo>
                  <a:lnTo>
                    <a:pt x="374" y="233"/>
                  </a:lnTo>
                  <a:lnTo>
                    <a:pt x="386" y="187"/>
                  </a:lnTo>
                  <a:lnTo>
                    <a:pt x="428" y="179"/>
                  </a:lnTo>
                  <a:lnTo>
                    <a:pt x="440" y="150"/>
                  </a:lnTo>
                  <a:lnTo>
                    <a:pt x="502" y="157"/>
                  </a:lnTo>
                  <a:lnTo>
                    <a:pt x="503" y="120"/>
                  </a:lnTo>
                  <a:lnTo>
                    <a:pt x="518" y="120"/>
                  </a:lnTo>
                  <a:lnTo>
                    <a:pt x="542" y="103"/>
                  </a:lnTo>
                  <a:lnTo>
                    <a:pt x="580" y="136"/>
                  </a:lnTo>
                  <a:lnTo>
                    <a:pt x="650" y="142"/>
                  </a:lnTo>
                  <a:lnTo>
                    <a:pt x="690" y="121"/>
                  </a:lnTo>
                  <a:lnTo>
                    <a:pt x="701" y="76"/>
                  </a:lnTo>
                  <a:lnTo>
                    <a:pt x="767" y="63"/>
                  </a:lnTo>
                  <a:lnTo>
                    <a:pt x="803" y="81"/>
                  </a:lnTo>
                  <a:lnTo>
                    <a:pt x="799" y="120"/>
                  </a:lnTo>
                  <a:lnTo>
                    <a:pt x="861" y="76"/>
                  </a:lnTo>
                  <a:lnTo>
                    <a:pt x="819" y="83"/>
                  </a:lnTo>
                  <a:lnTo>
                    <a:pt x="830" y="72"/>
                  </a:lnTo>
                  <a:lnTo>
                    <a:pt x="788" y="59"/>
                  </a:lnTo>
                  <a:lnTo>
                    <a:pt x="863" y="39"/>
                  </a:lnTo>
                  <a:lnTo>
                    <a:pt x="803" y="13"/>
                  </a:lnTo>
                  <a:lnTo>
                    <a:pt x="763" y="39"/>
                  </a:lnTo>
                  <a:lnTo>
                    <a:pt x="784" y="4"/>
                  </a:lnTo>
                  <a:lnTo>
                    <a:pt x="752" y="0"/>
                  </a:lnTo>
                  <a:lnTo>
                    <a:pt x="731" y="39"/>
                  </a:lnTo>
                  <a:lnTo>
                    <a:pt x="720" y="41"/>
                  </a:lnTo>
                  <a:lnTo>
                    <a:pt x="720" y="8"/>
                  </a:lnTo>
                  <a:lnTo>
                    <a:pt x="665" y="63"/>
                  </a:lnTo>
                  <a:lnTo>
                    <a:pt x="694" y="14"/>
                  </a:lnTo>
                  <a:lnTo>
                    <a:pt x="665" y="6"/>
                  </a:lnTo>
                  <a:lnTo>
                    <a:pt x="606" y="66"/>
                  </a:lnTo>
                  <a:lnTo>
                    <a:pt x="550" y="47"/>
                  </a:lnTo>
                  <a:lnTo>
                    <a:pt x="565" y="81"/>
                  </a:lnTo>
                  <a:lnTo>
                    <a:pt x="542" y="63"/>
                  </a:lnTo>
                  <a:lnTo>
                    <a:pt x="503" y="105"/>
                  </a:lnTo>
                  <a:lnTo>
                    <a:pt x="507" y="70"/>
                  </a:lnTo>
                  <a:lnTo>
                    <a:pt x="487" y="99"/>
                  </a:lnTo>
                  <a:lnTo>
                    <a:pt x="469" y="79"/>
                  </a:lnTo>
                  <a:lnTo>
                    <a:pt x="481" y="109"/>
                  </a:lnTo>
                  <a:lnTo>
                    <a:pt x="436" y="96"/>
                  </a:lnTo>
                  <a:lnTo>
                    <a:pt x="424" y="138"/>
                  </a:lnTo>
                  <a:lnTo>
                    <a:pt x="382" y="153"/>
                  </a:lnTo>
                  <a:lnTo>
                    <a:pt x="421" y="156"/>
                  </a:lnTo>
                  <a:lnTo>
                    <a:pt x="352" y="176"/>
                  </a:lnTo>
                  <a:lnTo>
                    <a:pt x="340" y="205"/>
                  </a:lnTo>
                  <a:lnTo>
                    <a:pt x="360" y="205"/>
                  </a:lnTo>
                  <a:lnTo>
                    <a:pt x="277" y="253"/>
                  </a:lnTo>
                  <a:lnTo>
                    <a:pt x="245" y="336"/>
                  </a:lnTo>
                  <a:lnTo>
                    <a:pt x="154" y="405"/>
                  </a:lnTo>
                  <a:lnTo>
                    <a:pt x="171" y="422"/>
                  </a:lnTo>
                  <a:lnTo>
                    <a:pt x="211" y="410"/>
                  </a:lnTo>
                  <a:lnTo>
                    <a:pt x="118" y="431"/>
                  </a:lnTo>
                  <a:lnTo>
                    <a:pt x="69" y="458"/>
                  </a:lnTo>
                  <a:lnTo>
                    <a:pt x="81" y="473"/>
                  </a:lnTo>
                  <a:lnTo>
                    <a:pt x="46" y="473"/>
                  </a:lnTo>
                  <a:lnTo>
                    <a:pt x="48" y="495"/>
                  </a:lnTo>
                  <a:lnTo>
                    <a:pt x="4" y="495"/>
                  </a:lnTo>
                  <a:lnTo>
                    <a:pt x="46" y="506"/>
                  </a:lnTo>
                  <a:lnTo>
                    <a:pt x="0" y="519"/>
                  </a:lnTo>
                  <a:close/>
                </a:path>
              </a:pathLst>
            </a:custGeom>
            <a:grpFill/>
            <a:ln w="3175">
              <a:solidFill>
                <a:schemeClr val="bg1"/>
              </a:solidFill>
              <a:prstDash val="solid"/>
              <a:round/>
            </a:ln>
          </p:spPr>
          <p:txBody>
            <a:bodyPr/>
            <a:lstStyle/>
            <a:p>
              <a:endParaRPr lang="en-US" dirty="0"/>
            </a:p>
          </p:txBody>
        </p:sp>
        <p:sp>
          <p:nvSpPr>
            <p:cNvPr id="107" name="22026380.8752194.7510.6255">
              <a:extLst>
                <a:ext uri="{FF2B5EF4-FFF2-40B4-BE49-F238E27FC236}">
                  <a16:creationId xmlns:a16="http://schemas.microsoft.com/office/drawing/2014/main" id="{7DB3497D-1DAE-7E1C-0171-C653AAD48A64}"/>
                </a:ext>
              </a:extLst>
            </p:cNvPr>
            <p:cNvSpPr/>
            <p:nvPr>
              <p:custDataLst>
                <p:tags r:id="rId106"/>
              </p:custDataLst>
            </p:nvPr>
          </p:nvSpPr>
          <p:spPr bwMode="auto">
            <a:xfrm>
              <a:off x="2840" y="2918"/>
              <a:ext cx="62" cy="28"/>
            </a:xfrm>
            <a:custGeom>
              <a:avLst/>
              <a:gdLst>
                <a:gd name="T0" fmla="*/ 0 w 189"/>
                <a:gd name="T1" fmla="*/ 0 h 84"/>
                <a:gd name="T2" fmla="*/ 0 w 189"/>
                <a:gd name="T3" fmla="*/ 0 h 84"/>
                <a:gd name="T4" fmla="*/ 0 w 189"/>
                <a:gd name="T5" fmla="*/ 0 h 84"/>
                <a:gd name="T6" fmla="*/ 0 w 189"/>
                <a:gd name="T7" fmla="*/ 0 h 84"/>
                <a:gd name="T8" fmla="*/ 0 w 189"/>
                <a:gd name="T9" fmla="*/ 0 h 84"/>
                <a:gd name="T10" fmla="*/ 0 w 189"/>
                <a:gd name="T11" fmla="*/ 0 h 84"/>
                <a:gd name="T12" fmla="*/ 0 w 189"/>
                <a:gd name="T13" fmla="*/ 0 h 84"/>
                <a:gd name="T14" fmla="*/ 0 w 189"/>
                <a:gd name="T15" fmla="*/ 0 h 84"/>
                <a:gd name="T16" fmla="*/ 0 w 189"/>
                <a:gd name="T17" fmla="*/ 0 h 84"/>
                <a:gd name="T18" fmla="*/ 0 w 189"/>
                <a:gd name="T19" fmla="*/ 0 h 84"/>
                <a:gd name="T20" fmla="*/ 0 w 189"/>
                <a:gd name="T21" fmla="*/ 0 h 84"/>
                <a:gd name="T22" fmla="*/ 0 w 189"/>
                <a:gd name="T23" fmla="*/ 0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9" h="84">
                  <a:moveTo>
                    <a:pt x="0" y="45"/>
                  </a:moveTo>
                  <a:lnTo>
                    <a:pt x="15" y="0"/>
                  </a:lnTo>
                  <a:lnTo>
                    <a:pt x="55" y="27"/>
                  </a:lnTo>
                  <a:lnTo>
                    <a:pt x="127" y="1"/>
                  </a:lnTo>
                  <a:lnTo>
                    <a:pt x="189" y="33"/>
                  </a:lnTo>
                  <a:lnTo>
                    <a:pt x="172" y="81"/>
                  </a:lnTo>
                  <a:lnTo>
                    <a:pt x="167" y="41"/>
                  </a:lnTo>
                  <a:lnTo>
                    <a:pt x="127" y="26"/>
                  </a:lnTo>
                  <a:lnTo>
                    <a:pt x="88" y="51"/>
                  </a:lnTo>
                  <a:lnTo>
                    <a:pt x="98" y="73"/>
                  </a:lnTo>
                  <a:lnTo>
                    <a:pt x="81" y="84"/>
                  </a:lnTo>
                  <a:lnTo>
                    <a:pt x="0" y="45"/>
                  </a:lnTo>
                  <a:close/>
                </a:path>
              </a:pathLst>
            </a:custGeom>
            <a:grpFill/>
            <a:ln w="3175">
              <a:solidFill>
                <a:schemeClr val="bg1"/>
              </a:solidFill>
              <a:prstDash val="solid"/>
              <a:round/>
            </a:ln>
          </p:spPr>
          <p:txBody>
            <a:bodyPr/>
            <a:lstStyle/>
            <a:p>
              <a:endParaRPr lang="en-US" dirty="0"/>
            </a:p>
          </p:txBody>
        </p:sp>
        <p:sp>
          <p:nvSpPr>
            <p:cNvPr id="108" name="22027403.87563914.37518.55">
              <a:extLst>
                <a:ext uri="{FF2B5EF4-FFF2-40B4-BE49-F238E27FC236}">
                  <a16:creationId xmlns:a16="http://schemas.microsoft.com/office/drawing/2014/main" id="{F9752EA4-BBEA-96F4-EC92-7E118FE465F6}"/>
                </a:ext>
              </a:extLst>
            </p:cNvPr>
            <p:cNvSpPr/>
            <p:nvPr>
              <p:custDataLst>
                <p:tags r:id="rId107"/>
              </p:custDataLst>
            </p:nvPr>
          </p:nvSpPr>
          <p:spPr bwMode="auto">
            <a:xfrm>
              <a:off x="5270" y="3051"/>
              <a:ext cx="107" cy="83"/>
            </a:xfrm>
            <a:custGeom>
              <a:avLst/>
              <a:gdLst>
                <a:gd name="T0" fmla="*/ 0 w 331"/>
                <a:gd name="T1" fmla="*/ 0 h 259"/>
                <a:gd name="T2" fmla="*/ 0 w 331"/>
                <a:gd name="T3" fmla="*/ 0 h 259"/>
                <a:gd name="T4" fmla="*/ 0 w 331"/>
                <a:gd name="T5" fmla="*/ 0 h 259"/>
                <a:gd name="T6" fmla="*/ 0 w 331"/>
                <a:gd name="T7" fmla="*/ 0 h 259"/>
                <a:gd name="T8" fmla="*/ 0 w 331"/>
                <a:gd name="T9" fmla="*/ 0 h 259"/>
                <a:gd name="T10" fmla="*/ 0 w 331"/>
                <a:gd name="T11" fmla="*/ 0 h 259"/>
                <a:gd name="T12" fmla="*/ 0 w 331"/>
                <a:gd name="T13" fmla="*/ 0 h 259"/>
                <a:gd name="T14" fmla="*/ 0 w 331"/>
                <a:gd name="T15" fmla="*/ 0 h 259"/>
                <a:gd name="T16" fmla="*/ 0 w 331"/>
                <a:gd name="T17" fmla="*/ 0 h 259"/>
                <a:gd name="T18" fmla="*/ 0 w 331"/>
                <a:gd name="T19" fmla="*/ 0 h 259"/>
                <a:gd name="T20" fmla="*/ 0 w 331"/>
                <a:gd name="T21" fmla="*/ 0 h 259"/>
                <a:gd name="T22" fmla="*/ 0 w 331"/>
                <a:gd name="T23" fmla="*/ 0 h 2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31" h="259">
                  <a:moveTo>
                    <a:pt x="0" y="0"/>
                  </a:moveTo>
                  <a:lnTo>
                    <a:pt x="5" y="216"/>
                  </a:lnTo>
                  <a:lnTo>
                    <a:pt x="59" y="223"/>
                  </a:lnTo>
                  <a:lnTo>
                    <a:pt x="112" y="164"/>
                  </a:lnTo>
                  <a:lnTo>
                    <a:pt x="171" y="190"/>
                  </a:lnTo>
                  <a:lnTo>
                    <a:pt x="226" y="248"/>
                  </a:lnTo>
                  <a:lnTo>
                    <a:pt x="331" y="259"/>
                  </a:lnTo>
                  <a:lnTo>
                    <a:pt x="211" y="162"/>
                  </a:lnTo>
                  <a:lnTo>
                    <a:pt x="220" y="116"/>
                  </a:lnTo>
                  <a:lnTo>
                    <a:pt x="163" y="99"/>
                  </a:lnTo>
                  <a:lnTo>
                    <a:pt x="111" y="40"/>
                  </a:lnTo>
                  <a:lnTo>
                    <a:pt x="0" y="0"/>
                  </a:lnTo>
                  <a:close/>
                </a:path>
              </a:pathLst>
            </a:custGeom>
            <a:grpFill/>
            <a:ln w="3175">
              <a:solidFill>
                <a:schemeClr val="bg1"/>
              </a:solidFill>
              <a:prstDash val="solid"/>
              <a:round/>
            </a:ln>
          </p:spPr>
          <p:txBody>
            <a:bodyPr/>
            <a:lstStyle/>
            <a:p>
              <a:endParaRPr lang="en-US" dirty="0"/>
            </a:p>
          </p:txBody>
        </p:sp>
        <p:sp>
          <p:nvSpPr>
            <p:cNvPr id="109" name="22028406.875652.6253.757.6255">
              <a:extLst>
                <a:ext uri="{FF2B5EF4-FFF2-40B4-BE49-F238E27FC236}">
                  <a16:creationId xmlns:a16="http://schemas.microsoft.com/office/drawing/2014/main" id="{DAB3D0CA-C12A-FDFC-3AD9-87EA196CE36F}"/>
                </a:ext>
              </a:extLst>
            </p:cNvPr>
            <p:cNvSpPr/>
            <p:nvPr>
              <p:custDataLst>
                <p:tags r:id="rId108"/>
              </p:custDataLst>
            </p:nvPr>
          </p:nvSpPr>
          <p:spPr bwMode="auto">
            <a:xfrm>
              <a:off x="5349" y="3069"/>
              <a:ext cx="44" cy="21"/>
            </a:xfrm>
            <a:custGeom>
              <a:avLst/>
              <a:gdLst>
                <a:gd name="T0" fmla="*/ 0 w 137"/>
                <a:gd name="T1" fmla="*/ 0 h 67"/>
                <a:gd name="T2" fmla="*/ 0 w 137"/>
                <a:gd name="T3" fmla="*/ 0 h 67"/>
                <a:gd name="T4" fmla="*/ 0 w 137"/>
                <a:gd name="T5" fmla="*/ 0 h 67"/>
                <a:gd name="T6" fmla="*/ 0 w 137"/>
                <a:gd name="T7" fmla="*/ 0 h 67"/>
                <a:gd name="T8" fmla="*/ 0 w 137"/>
                <a:gd name="T9" fmla="*/ 0 h 67"/>
                <a:gd name="T10" fmla="*/ 0 w 137"/>
                <a:gd name="T11" fmla="*/ 0 h 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7" h="67">
                  <a:moveTo>
                    <a:pt x="0" y="44"/>
                  </a:moveTo>
                  <a:lnTo>
                    <a:pt x="81" y="67"/>
                  </a:lnTo>
                  <a:lnTo>
                    <a:pt x="137" y="21"/>
                  </a:lnTo>
                  <a:lnTo>
                    <a:pt x="115" y="0"/>
                  </a:lnTo>
                  <a:lnTo>
                    <a:pt x="97" y="26"/>
                  </a:lnTo>
                  <a:lnTo>
                    <a:pt x="0" y="44"/>
                  </a:lnTo>
                  <a:close/>
                </a:path>
              </a:pathLst>
            </a:custGeom>
            <a:grpFill/>
            <a:ln w="3175">
              <a:solidFill>
                <a:schemeClr val="bg1"/>
              </a:solidFill>
              <a:prstDash val="solid"/>
              <a:round/>
            </a:ln>
          </p:spPr>
          <p:txBody>
            <a:bodyPr/>
            <a:lstStyle/>
            <a:p>
              <a:endParaRPr lang="en-US" dirty="0"/>
            </a:p>
          </p:txBody>
        </p:sp>
        <p:sp>
          <p:nvSpPr>
            <p:cNvPr id="110" name="22029404657.253.754.1255">
              <a:extLst>
                <a:ext uri="{FF2B5EF4-FFF2-40B4-BE49-F238E27FC236}">
                  <a16:creationId xmlns:a16="http://schemas.microsoft.com/office/drawing/2014/main" id="{15318014-EFEB-8091-CDAF-511E5747C879}"/>
                </a:ext>
              </a:extLst>
            </p:cNvPr>
            <p:cNvSpPr/>
            <p:nvPr>
              <p:custDataLst>
                <p:tags r:id="rId109"/>
              </p:custDataLst>
            </p:nvPr>
          </p:nvSpPr>
          <p:spPr bwMode="auto">
            <a:xfrm>
              <a:off x="5376" y="3052"/>
              <a:ext cx="24" cy="22"/>
            </a:xfrm>
            <a:custGeom>
              <a:avLst/>
              <a:gdLst>
                <a:gd name="T0" fmla="*/ 0 w 73"/>
                <a:gd name="T1" fmla="*/ 0 h 66"/>
                <a:gd name="T2" fmla="*/ 0 w 73"/>
                <a:gd name="T3" fmla="*/ 0 h 66"/>
                <a:gd name="T4" fmla="*/ 0 w 73"/>
                <a:gd name="T5" fmla="*/ 0 h 66"/>
                <a:gd name="T6" fmla="*/ 0 w 73"/>
                <a:gd name="T7" fmla="*/ 0 h 66"/>
                <a:gd name="T8" fmla="*/ 0 w 73"/>
                <a:gd name="T9" fmla="*/ 0 h 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 h="66">
                  <a:moveTo>
                    <a:pt x="0" y="0"/>
                  </a:moveTo>
                  <a:lnTo>
                    <a:pt x="55" y="30"/>
                  </a:lnTo>
                  <a:lnTo>
                    <a:pt x="73" y="66"/>
                  </a:lnTo>
                  <a:lnTo>
                    <a:pt x="72" y="40"/>
                  </a:lnTo>
                  <a:lnTo>
                    <a:pt x="0" y="0"/>
                  </a:lnTo>
                  <a:close/>
                </a:path>
              </a:pathLst>
            </a:custGeom>
            <a:grpFill/>
            <a:ln w="3175">
              <a:solidFill>
                <a:schemeClr val="bg1"/>
              </a:solidFill>
              <a:prstDash val="solid"/>
              <a:round/>
            </a:ln>
          </p:spPr>
          <p:txBody>
            <a:bodyPr/>
            <a:lstStyle/>
            <a:p>
              <a:endParaRPr lang="en-US" dirty="0"/>
            </a:p>
          </p:txBody>
        </p:sp>
        <p:sp>
          <p:nvSpPr>
            <p:cNvPr id="111" name="22030435.125257.1251615.3755">
              <a:extLst>
                <a:ext uri="{FF2B5EF4-FFF2-40B4-BE49-F238E27FC236}">
                  <a16:creationId xmlns:a16="http://schemas.microsoft.com/office/drawing/2014/main" id="{D12EC14B-ED91-D4BD-9909-4128EAC90DA6}"/>
                </a:ext>
              </a:extLst>
            </p:cNvPr>
            <p:cNvSpPr/>
            <p:nvPr>
              <p:custDataLst>
                <p:tags r:id="rId110"/>
              </p:custDataLst>
            </p:nvPr>
          </p:nvSpPr>
          <p:spPr bwMode="auto">
            <a:xfrm>
              <a:off x="3061" y="3232"/>
              <a:ext cx="89" cy="93"/>
            </a:xfrm>
            <a:custGeom>
              <a:avLst/>
              <a:gdLst>
                <a:gd name="T0" fmla="*/ 0 w 272"/>
                <a:gd name="T1" fmla="*/ 0 h 283"/>
                <a:gd name="T2" fmla="*/ 0 w 272"/>
                <a:gd name="T3" fmla="*/ 0 h 283"/>
                <a:gd name="T4" fmla="*/ 0 w 272"/>
                <a:gd name="T5" fmla="*/ 0 h 283"/>
                <a:gd name="T6" fmla="*/ 0 w 272"/>
                <a:gd name="T7" fmla="*/ 0 h 283"/>
                <a:gd name="T8" fmla="*/ 0 w 272"/>
                <a:gd name="T9" fmla="*/ 0 h 283"/>
                <a:gd name="T10" fmla="*/ 0 w 272"/>
                <a:gd name="T11" fmla="*/ 0 h 283"/>
                <a:gd name="T12" fmla="*/ 0 w 272"/>
                <a:gd name="T13" fmla="*/ 0 h 283"/>
                <a:gd name="T14" fmla="*/ 0 w 272"/>
                <a:gd name="T15" fmla="*/ 0 h 283"/>
                <a:gd name="T16" fmla="*/ 0 w 272"/>
                <a:gd name="T17" fmla="*/ 0 h 283"/>
                <a:gd name="T18" fmla="*/ 0 w 272"/>
                <a:gd name="T19" fmla="*/ 0 h 283"/>
                <a:gd name="T20" fmla="*/ 0 w 272"/>
                <a:gd name="T21" fmla="*/ 0 h 283"/>
                <a:gd name="T22" fmla="*/ 0 w 272"/>
                <a:gd name="T23" fmla="*/ 0 h 283"/>
                <a:gd name="T24" fmla="*/ 0 w 272"/>
                <a:gd name="T25" fmla="*/ 0 h 2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72" h="283">
                  <a:moveTo>
                    <a:pt x="0" y="106"/>
                  </a:moveTo>
                  <a:lnTo>
                    <a:pt x="21" y="16"/>
                  </a:lnTo>
                  <a:lnTo>
                    <a:pt x="118" y="0"/>
                  </a:lnTo>
                  <a:lnTo>
                    <a:pt x="151" y="30"/>
                  </a:lnTo>
                  <a:lnTo>
                    <a:pt x="159" y="97"/>
                  </a:lnTo>
                  <a:lnTo>
                    <a:pt x="228" y="108"/>
                  </a:lnTo>
                  <a:lnTo>
                    <a:pt x="238" y="155"/>
                  </a:lnTo>
                  <a:lnTo>
                    <a:pt x="272" y="164"/>
                  </a:lnTo>
                  <a:lnTo>
                    <a:pt x="267" y="223"/>
                  </a:lnTo>
                  <a:lnTo>
                    <a:pt x="232" y="283"/>
                  </a:lnTo>
                  <a:lnTo>
                    <a:pt x="142" y="279"/>
                  </a:lnTo>
                  <a:lnTo>
                    <a:pt x="161" y="212"/>
                  </a:lnTo>
                  <a:lnTo>
                    <a:pt x="0" y="106"/>
                  </a:lnTo>
                  <a:close/>
                </a:path>
              </a:pathLst>
            </a:custGeom>
            <a:grpFill/>
            <a:ln w="3175">
              <a:solidFill>
                <a:schemeClr val="bg1"/>
              </a:solidFill>
              <a:prstDash val="solid"/>
              <a:round/>
            </a:ln>
          </p:spPr>
          <p:txBody>
            <a:bodyPr/>
            <a:lstStyle/>
            <a:p>
              <a:endParaRPr lang="en-US" dirty="0"/>
            </a:p>
          </p:txBody>
        </p:sp>
        <p:sp>
          <p:nvSpPr>
            <p:cNvPr id="112" name="22031399.25222.12533.87523.55">
              <a:extLst>
                <a:ext uri="{FF2B5EF4-FFF2-40B4-BE49-F238E27FC236}">
                  <a16:creationId xmlns:a16="http://schemas.microsoft.com/office/drawing/2014/main" id="{BAA43D85-6044-020E-A78E-751AC8296C87}"/>
                </a:ext>
              </a:extLst>
            </p:cNvPr>
            <p:cNvSpPr/>
            <p:nvPr>
              <p:custDataLst>
                <p:tags r:id="rId111"/>
              </p:custDataLst>
            </p:nvPr>
          </p:nvSpPr>
          <p:spPr bwMode="auto">
            <a:xfrm>
              <a:off x="2858" y="3024"/>
              <a:ext cx="136" cy="196"/>
            </a:xfrm>
            <a:custGeom>
              <a:avLst/>
              <a:gdLst>
                <a:gd name="T0" fmla="*/ 0 w 419"/>
                <a:gd name="T1" fmla="*/ 0 h 604"/>
                <a:gd name="T2" fmla="*/ 0 w 419"/>
                <a:gd name="T3" fmla="*/ 0 h 604"/>
                <a:gd name="T4" fmla="*/ 0 w 419"/>
                <a:gd name="T5" fmla="*/ 0 h 604"/>
                <a:gd name="T6" fmla="*/ 0 w 419"/>
                <a:gd name="T7" fmla="*/ 0 h 604"/>
                <a:gd name="T8" fmla="*/ 0 w 419"/>
                <a:gd name="T9" fmla="*/ 0 h 604"/>
                <a:gd name="T10" fmla="*/ 0 w 419"/>
                <a:gd name="T11" fmla="*/ 0 h 604"/>
                <a:gd name="T12" fmla="*/ 0 w 419"/>
                <a:gd name="T13" fmla="*/ 0 h 604"/>
                <a:gd name="T14" fmla="*/ 0 w 419"/>
                <a:gd name="T15" fmla="*/ 0 h 604"/>
                <a:gd name="T16" fmla="*/ 0 w 419"/>
                <a:gd name="T17" fmla="*/ 0 h 604"/>
                <a:gd name="T18" fmla="*/ 0 w 419"/>
                <a:gd name="T19" fmla="*/ 0 h 604"/>
                <a:gd name="T20" fmla="*/ 0 w 419"/>
                <a:gd name="T21" fmla="*/ 0 h 604"/>
                <a:gd name="T22" fmla="*/ 0 w 419"/>
                <a:gd name="T23" fmla="*/ 0 h 604"/>
                <a:gd name="T24" fmla="*/ 0 w 419"/>
                <a:gd name="T25" fmla="*/ 0 h 604"/>
                <a:gd name="T26" fmla="*/ 0 w 419"/>
                <a:gd name="T27" fmla="*/ 0 h 604"/>
                <a:gd name="T28" fmla="*/ 0 w 419"/>
                <a:gd name="T29" fmla="*/ 0 h 604"/>
                <a:gd name="T30" fmla="*/ 0 w 419"/>
                <a:gd name="T31" fmla="*/ 0 h 604"/>
                <a:gd name="T32" fmla="*/ 0 w 419"/>
                <a:gd name="T33" fmla="*/ 0 h 604"/>
                <a:gd name="T34" fmla="*/ 0 w 419"/>
                <a:gd name="T35" fmla="*/ 0 h 604"/>
                <a:gd name="T36" fmla="*/ 0 w 419"/>
                <a:gd name="T37" fmla="*/ 0 h 604"/>
                <a:gd name="T38" fmla="*/ 0 w 419"/>
                <a:gd name="T39" fmla="*/ 0 h 604"/>
                <a:gd name="T40" fmla="*/ 0 w 419"/>
                <a:gd name="T41" fmla="*/ 0 h 604"/>
                <a:gd name="T42" fmla="*/ 0 w 419"/>
                <a:gd name="T43" fmla="*/ 0 h 604"/>
                <a:gd name="T44" fmla="*/ 0 w 419"/>
                <a:gd name="T45" fmla="*/ 0 h 604"/>
                <a:gd name="T46" fmla="*/ 0 w 419"/>
                <a:gd name="T47" fmla="*/ 0 h 604"/>
                <a:gd name="T48" fmla="*/ 0 w 419"/>
                <a:gd name="T49" fmla="*/ 0 h 604"/>
                <a:gd name="T50" fmla="*/ 0 w 419"/>
                <a:gd name="T51" fmla="*/ 0 h 604"/>
                <a:gd name="T52" fmla="*/ 0 w 419"/>
                <a:gd name="T53" fmla="*/ 0 h 604"/>
                <a:gd name="T54" fmla="*/ 0 w 419"/>
                <a:gd name="T55" fmla="*/ 0 h 60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19" h="604">
                  <a:moveTo>
                    <a:pt x="0" y="142"/>
                  </a:moveTo>
                  <a:lnTo>
                    <a:pt x="8" y="190"/>
                  </a:lnTo>
                  <a:lnTo>
                    <a:pt x="83" y="274"/>
                  </a:lnTo>
                  <a:lnTo>
                    <a:pt x="167" y="472"/>
                  </a:lnTo>
                  <a:lnTo>
                    <a:pt x="358" y="604"/>
                  </a:lnTo>
                  <a:lnTo>
                    <a:pt x="391" y="580"/>
                  </a:lnTo>
                  <a:lnTo>
                    <a:pt x="409" y="538"/>
                  </a:lnTo>
                  <a:lnTo>
                    <a:pt x="380" y="523"/>
                  </a:lnTo>
                  <a:lnTo>
                    <a:pt x="398" y="512"/>
                  </a:lnTo>
                  <a:lnTo>
                    <a:pt x="419" y="408"/>
                  </a:lnTo>
                  <a:lnTo>
                    <a:pt x="389" y="360"/>
                  </a:lnTo>
                  <a:lnTo>
                    <a:pt x="360" y="360"/>
                  </a:lnTo>
                  <a:lnTo>
                    <a:pt x="360" y="305"/>
                  </a:lnTo>
                  <a:lnTo>
                    <a:pt x="324" y="329"/>
                  </a:lnTo>
                  <a:lnTo>
                    <a:pt x="279" y="308"/>
                  </a:lnTo>
                  <a:lnTo>
                    <a:pt x="250" y="246"/>
                  </a:lnTo>
                  <a:lnTo>
                    <a:pt x="296" y="169"/>
                  </a:lnTo>
                  <a:lnTo>
                    <a:pt x="380" y="135"/>
                  </a:lnTo>
                  <a:lnTo>
                    <a:pt x="357" y="121"/>
                  </a:lnTo>
                  <a:lnTo>
                    <a:pt x="371" y="81"/>
                  </a:lnTo>
                  <a:lnTo>
                    <a:pt x="276" y="74"/>
                  </a:lnTo>
                  <a:lnTo>
                    <a:pt x="203" y="0"/>
                  </a:lnTo>
                  <a:lnTo>
                    <a:pt x="187" y="55"/>
                  </a:lnTo>
                  <a:lnTo>
                    <a:pt x="111" y="100"/>
                  </a:lnTo>
                  <a:lnTo>
                    <a:pt x="72" y="158"/>
                  </a:lnTo>
                  <a:lnTo>
                    <a:pt x="29" y="148"/>
                  </a:lnTo>
                  <a:lnTo>
                    <a:pt x="34" y="114"/>
                  </a:lnTo>
                  <a:lnTo>
                    <a:pt x="0" y="142"/>
                  </a:lnTo>
                  <a:close/>
                </a:path>
              </a:pathLst>
            </a:custGeom>
            <a:grpFill/>
            <a:ln w="3175">
              <a:solidFill>
                <a:schemeClr val="bg1"/>
              </a:solidFill>
              <a:prstDash val="solid"/>
              <a:round/>
            </a:ln>
          </p:spPr>
          <p:txBody>
            <a:bodyPr/>
            <a:lstStyle/>
            <a:p>
              <a:endParaRPr lang="en-US" dirty="0"/>
            </a:p>
          </p:txBody>
        </p:sp>
        <p:sp>
          <p:nvSpPr>
            <p:cNvPr id="113" name="22032316.25357.2510.37565">
              <a:extLst>
                <a:ext uri="{FF2B5EF4-FFF2-40B4-BE49-F238E27FC236}">
                  <a16:creationId xmlns:a16="http://schemas.microsoft.com/office/drawing/2014/main" id="{001F275D-CA31-706C-9456-35437E20C2C8}"/>
                </a:ext>
              </a:extLst>
            </p:cNvPr>
            <p:cNvSpPr/>
            <p:nvPr>
              <p:custDataLst>
                <p:tags r:id="rId112"/>
              </p:custDataLst>
            </p:nvPr>
          </p:nvSpPr>
          <p:spPr bwMode="auto">
            <a:xfrm>
              <a:off x="3640" y="2544"/>
              <a:ext cx="35" cy="60"/>
            </a:xfrm>
            <a:custGeom>
              <a:avLst/>
              <a:gdLst>
                <a:gd name="T0" fmla="*/ 0 w 104"/>
                <a:gd name="T1" fmla="*/ 0 h 185"/>
                <a:gd name="T2" fmla="*/ 0 w 104"/>
                <a:gd name="T3" fmla="*/ 0 h 185"/>
                <a:gd name="T4" fmla="*/ 0 w 104"/>
                <a:gd name="T5" fmla="*/ 0 h 185"/>
                <a:gd name="T6" fmla="*/ 0 w 104"/>
                <a:gd name="T7" fmla="*/ 0 h 185"/>
                <a:gd name="T8" fmla="*/ 0 w 104"/>
                <a:gd name="T9" fmla="*/ 0 h 185"/>
                <a:gd name="T10" fmla="*/ 0 w 104"/>
                <a:gd name="T11" fmla="*/ 0 h 185"/>
                <a:gd name="T12" fmla="*/ 0 w 104"/>
                <a:gd name="T13" fmla="*/ 0 h 185"/>
                <a:gd name="T14" fmla="*/ 0 w 104"/>
                <a:gd name="T15" fmla="*/ 0 h 18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 h="185">
                  <a:moveTo>
                    <a:pt x="0" y="121"/>
                  </a:moveTo>
                  <a:lnTo>
                    <a:pt x="18" y="0"/>
                  </a:lnTo>
                  <a:lnTo>
                    <a:pt x="104" y="8"/>
                  </a:lnTo>
                  <a:lnTo>
                    <a:pt x="66" y="85"/>
                  </a:lnTo>
                  <a:lnTo>
                    <a:pt x="66" y="180"/>
                  </a:lnTo>
                  <a:lnTo>
                    <a:pt x="15" y="185"/>
                  </a:lnTo>
                  <a:lnTo>
                    <a:pt x="22" y="127"/>
                  </a:lnTo>
                  <a:lnTo>
                    <a:pt x="0" y="121"/>
                  </a:lnTo>
                  <a:close/>
                </a:path>
              </a:pathLst>
            </a:custGeom>
            <a:grpFill/>
            <a:ln w="3175">
              <a:solidFill>
                <a:schemeClr val="bg1"/>
              </a:solidFill>
              <a:prstDash val="solid"/>
              <a:round/>
            </a:ln>
          </p:spPr>
          <p:txBody>
            <a:bodyPr/>
            <a:lstStyle/>
            <a:p>
              <a:endParaRPr lang="en-US" dirty="0"/>
            </a:p>
          </p:txBody>
        </p:sp>
        <p:sp>
          <p:nvSpPr>
            <p:cNvPr id="114" name="22033336.875439.532.7539.3755">
              <a:extLst>
                <a:ext uri="{FF2B5EF4-FFF2-40B4-BE49-F238E27FC236}">
                  <a16:creationId xmlns:a16="http://schemas.microsoft.com/office/drawing/2014/main" id="{4A8B8389-C242-8266-BEC6-AA0D26920F0C}"/>
                </a:ext>
              </a:extLst>
            </p:cNvPr>
            <p:cNvSpPr/>
            <p:nvPr>
              <p:custDataLst>
                <p:tags r:id="rId113"/>
              </p:custDataLst>
            </p:nvPr>
          </p:nvSpPr>
          <p:spPr bwMode="auto">
            <a:xfrm>
              <a:off x="4116" y="2664"/>
              <a:ext cx="228" cy="189"/>
            </a:xfrm>
            <a:custGeom>
              <a:avLst/>
              <a:gdLst>
                <a:gd name="T0" fmla="*/ 0 w 703"/>
                <a:gd name="T1" fmla="*/ 0 h 584"/>
                <a:gd name="T2" fmla="*/ 0 w 703"/>
                <a:gd name="T3" fmla="*/ 0 h 584"/>
                <a:gd name="T4" fmla="*/ 0 w 703"/>
                <a:gd name="T5" fmla="*/ 0 h 584"/>
                <a:gd name="T6" fmla="*/ 0 w 703"/>
                <a:gd name="T7" fmla="*/ 0 h 584"/>
                <a:gd name="T8" fmla="*/ 0 w 703"/>
                <a:gd name="T9" fmla="*/ 0 h 584"/>
                <a:gd name="T10" fmla="*/ 0 w 703"/>
                <a:gd name="T11" fmla="*/ 0 h 584"/>
                <a:gd name="T12" fmla="*/ 0 w 703"/>
                <a:gd name="T13" fmla="*/ 0 h 584"/>
                <a:gd name="T14" fmla="*/ 0 w 703"/>
                <a:gd name="T15" fmla="*/ 0 h 584"/>
                <a:gd name="T16" fmla="*/ 0 w 703"/>
                <a:gd name="T17" fmla="*/ 0 h 584"/>
                <a:gd name="T18" fmla="*/ 0 w 703"/>
                <a:gd name="T19" fmla="*/ 0 h 584"/>
                <a:gd name="T20" fmla="*/ 0 w 703"/>
                <a:gd name="T21" fmla="*/ 0 h 584"/>
                <a:gd name="T22" fmla="*/ 0 w 703"/>
                <a:gd name="T23" fmla="*/ 0 h 584"/>
                <a:gd name="T24" fmla="*/ 0 w 703"/>
                <a:gd name="T25" fmla="*/ 0 h 584"/>
                <a:gd name="T26" fmla="*/ 0 w 703"/>
                <a:gd name="T27" fmla="*/ 0 h 584"/>
                <a:gd name="T28" fmla="*/ 0 w 703"/>
                <a:gd name="T29" fmla="*/ 0 h 584"/>
                <a:gd name="T30" fmla="*/ 0 w 703"/>
                <a:gd name="T31" fmla="*/ 0 h 584"/>
                <a:gd name="T32" fmla="*/ 0 w 703"/>
                <a:gd name="T33" fmla="*/ 0 h 584"/>
                <a:gd name="T34" fmla="*/ 0 w 703"/>
                <a:gd name="T35" fmla="*/ 0 h 584"/>
                <a:gd name="T36" fmla="*/ 0 w 703"/>
                <a:gd name="T37" fmla="*/ 0 h 584"/>
                <a:gd name="T38" fmla="*/ 0 w 703"/>
                <a:gd name="T39" fmla="*/ 0 h 584"/>
                <a:gd name="T40" fmla="*/ 0 w 703"/>
                <a:gd name="T41" fmla="*/ 0 h 584"/>
                <a:gd name="T42" fmla="*/ 0 w 703"/>
                <a:gd name="T43" fmla="*/ 0 h 584"/>
                <a:gd name="T44" fmla="*/ 0 w 703"/>
                <a:gd name="T45" fmla="*/ 0 h 584"/>
                <a:gd name="T46" fmla="*/ 0 w 703"/>
                <a:gd name="T47" fmla="*/ 0 h 584"/>
                <a:gd name="T48" fmla="*/ 0 w 703"/>
                <a:gd name="T49" fmla="*/ 0 h 584"/>
                <a:gd name="T50" fmla="*/ 0 w 703"/>
                <a:gd name="T51" fmla="*/ 0 h 584"/>
                <a:gd name="T52" fmla="*/ 0 w 703"/>
                <a:gd name="T53" fmla="*/ 0 h 584"/>
                <a:gd name="T54" fmla="*/ 0 w 703"/>
                <a:gd name="T55" fmla="*/ 0 h 584"/>
                <a:gd name="T56" fmla="*/ 0 w 703"/>
                <a:gd name="T57" fmla="*/ 0 h 5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03" h="584">
                  <a:moveTo>
                    <a:pt x="0" y="153"/>
                  </a:moveTo>
                  <a:lnTo>
                    <a:pt x="10" y="102"/>
                  </a:lnTo>
                  <a:lnTo>
                    <a:pt x="47" y="113"/>
                  </a:lnTo>
                  <a:lnTo>
                    <a:pt x="92" y="81"/>
                  </a:lnTo>
                  <a:lnTo>
                    <a:pt x="112" y="59"/>
                  </a:lnTo>
                  <a:lnTo>
                    <a:pt x="75" y="25"/>
                  </a:lnTo>
                  <a:lnTo>
                    <a:pt x="150" y="0"/>
                  </a:lnTo>
                  <a:lnTo>
                    <a:pt x="300" y="67"/>
                  </a:lnTo>
                  <a:lnTo>
                    <a:pt x="301" y="92"/>
                  </a:lnTo>
                  <a:lnTo>
                    <a:pt x="337" y="108"/>
                  </a:lnTo>
                  <a:lnTo>
                    <a:pt x="369" y="125"/>
                  </a:lnTo>
                  <a:lnTo>
                    <a:pt x="398" y="113"/>
                  </a:lnTo>
                  <a:lnTo>
                    <a:pt x="458" y="132"/>
                  </a:lnTo>
                  <a:lnTo>
                    <a:pt x="539" y="265"/>
                  </a:lnTo>
                  <a:lnTo>
                    <a:pt x="549" y="275"/>
                  </a:lnTo>
                  <a:lnTo>
                    <a:pt x="580" y="327"/>
                  </a:lnTo>
                  <a:lnTo>
                    <a:pt x="686" y="340"/>
                  </a:lnTo>
                  <a:lnTo>
                    <a:pt x="703" y="364"/>
                  </a:lnTo>
                  <a:lnTo>
                    <a:pt x="678" y="433"/>
                  </a:lnTo>
                  <a:lnTo>
                    <a:pt x="580" y="467"/>
                  </a:lnTo>
                  <a:lnTo>
                    <a:pt x="473" y="491"/>
                  </a:lnTo>
                  <a:lnTo>
                    <a:pt x="388" y="584"/>
                  </a:lnTo>
                  <a:lnTo>
                    <a:pt x="388" y="549"/>
                  </a:lnTo>
                  <a:lnTo>
                    <a:pt x="327" y="525"/>
                  </a:lnTo>
                  <a:lnTo>
                    <a:pt x="267" y="557"/>
                  </a:lnTo>
                  <a:lnTo>
                    <a:pt x="207" y="451"/>
                  </a:lnTo>
                  <a:lnTo>
                    <a:pt x="157" y="410"/>
                  </a:lnTo>
                  <a:lnTo>
                    <a:pt x="125" y="300"/>
                  </a:lnTo>
                  <a:lnTo>
                    <a:pt x="0" y="153"/>
                  </a:lnTo>
                  <a:close/>
                </a:path>
              </a:pathLst>
            </a:custGeom>
            <a:grpFill/>
            <a:ln w="3175">
              <a:solidFill>
                <a:schemeClr val="bg1"/>
              </a:solidFill>
              <a:prstDash val="solid"/>
              <a:round/>
            </a:ln>
          </p:spPr>
          <p:txBody>
            <a:bodyPr/>
            <a:lstStyle/>
            <a:p>
              <a:endParaRPr lang="en-US" dirty="0"/>
            </a:p>
          </p:txBody>
        </p:sp>
        <p:sp>
          <p:nvSpPr>
            <p:cNvPr id="115" name="22034203.125545.1251.87555">
              <a:extLst>
                <a:ext uri="{FF2B5EF4-FFF2-40B4-BE49-F238E27FC236}">
                  <a16:creationId xmlns:a16="http://schemas.microsoft.com/office/drawing/2014/main" id="{A3B256B1-F189-B151-BCF7-588977AB1E86}"/>
                </a:ext>
              </a:extLst>
            </p:cNvPr>
            <p:cNvSpPr/>
            <p:nvPr>
              <p:custDataLst>
                <p:tags r:id="rId114"/>
              </p:custDataLst>
            </p:nvPr>
          </p:nvSpPr>
          <p:spPr bwMode="auto">
            <a:xfrm>
              <a:off x="4727" y="1890"/>
              <a:ext cx="29" cy="11"/>
            </a:xfrm>
            <a:custGeom>
              <a:avLst/>
              <a:gdLst>
                <a:gd name="T0" fmla="*/ 0 w 89"/>
                <a:gd name="T1" fmla="*/ 0 h 33"/>
                <a:gd name="T2" fmla="*/ 0 w 89"/>
                <a:gd name="T3" fmla="*/ 0 h 33"/>
                <a:gd name="T4" fmla="*/ 0 w 89"/>
                <a:gd name="T5" fmla="*/ 0 h 33"/>
                <a:gd name="T6" fmla="*/ 0 w 89"/>
                <a:gd name="T7" fmla="*/ 0 h 33"/>
                <a:gd name="T8" fmla="*/ 0 w 89"/>
                <a:gd name="T9" fmla="*/ 0 h 33"/>
                <a:gd name="T10" fmla="*/ 0 w 89"/>
                <a:gd name="T11" fmla="*/ 0 h 3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9" h="33">
                  <a:moveTo>
                    <a:pt x="0" y="0"/>
                  </a:moveTo>
                  <a:lnTo>
                    <a:pt x="40" y="26"/>
                  </a:lnTo>
                  <a:lnTo>
                    <a:pt x="26" y="33"/>
                  </a:lnTo>
                  <a:lnTo>
                    <a:pt x="62" y="31"/>
                  </a:lnTo>
                  <a:lnTo>
                    <a:pt x="89" y="15"/>
                  </a:lnTo>
                  <a:lnTo>
                    <a:pt x="0" y="0"/>
                  </a:lnTo>
                  <a:close/>
                </a:path>
              </a:pathLst>
            </a:custGeom>
            <a:grpFill/>
            <a:ln w="3175">
              <a:solidFill>
                <a:schemeClr val="bg1"/>
              </a:solidFill>
              <a:prstDash val="solid"/>
              <a:round/>
            </a:ln>
          </p:spPr>
          <p:txBody>
            <a:bodyPr/>
            <a:lstStyle/>
            <a:p>
              <a:endParaRPr lang="en-US" dirty="0"/>
            </a:p>
          </p:txBody>
        </p:sp>
        <p:sp>
          <p:nvSpPr>
            <p:cNvPr id="116" name="22035198.25545.8755.12511.8755">
              <a:extLst>
                <a:ext uri="{FF2B5EF4-FFF2-40B4-BE49-F238E27FC236}">
                  <a16:creationId xmlns:a16="http://schemas.microsoft.com/office/drawing/2014/main" id="{4BC64DC5-9011-1A68-E0D4-951EACDA30FF}"/>
                </a:ext>
              </a:extLst>
            </p:cNvPr>
            <p:cNvSpPr/>
            <p:nvPr>
              <p:custDataLst>
                <p:tags r:id="rId115"/>
              </p:custDataLst>
            </p:nvPr>
          </p:nvSpPr>
          <p:spPr bwMode="auto">
            <a:xfrm>
              <a:off x="4731" y="1862"/>
              <a:ext cx="69" cy="29"/>
            </a:xfrm>
            <a:custGeom>
              <a:avLst/>
              <a:gdLst>
                <a:gd name="T0" fmla="*/ 0 w 212"/>
                <a:gd name="T1" fmla="*/ 0 h 92"/>
                <a:gd name="T2" fmla="*/ 0 w 212"/>
                <a:gd name="T3" fmla="*/ 0 h 92"/>
                <a:gd name="T4" fmla="*/ 0 w 212"/>
                <a:gd name="T5" fmla="*/ 0 h 92"/>
                <a:gd name="T6" fmla="*/ 0 w 212"/>
                <a:gd name="T7" fmla="*/ 0 h 92"/>
                <a:gd name="T8" fmla="*/ 0 w 212"/>
                <a:gd name="T9" fmla="*/ 0 h 92"/>
                <a:gd name="T10" fmla="*/ 0 w 212"/>
                <a:gd name="T11" fmla="*/ 0 h 92"/>
                <a:gd name="T12" fmla="*/ 0 w 212"/>
                <a:gd name="T13" fmla="*/ 0 h 92"/>
                <a:gd name="T14" fmla="*/ 0 w 212"/>
                <a:gd name="T15" fmla="*/ 0 h 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1" h="92">
                  <a:moveTo>
                    <a:pt x="0" y="75"/>
                  </a:moveTo>
                  <a:lnTo>
                    <a:pt x="56" y="25"/>
                  </a:lnTo>
                  <a:lnTo>
                    <a:pt x="136" y="0"/>
                  </a:lnTo>
                  <a:lnTo>
                    <a:pt x="212" y="44"/>
                  </a:lnTo>
                  <a:lnTo>
                    <a:pt x="187" y="52"/>
                  </a:lnTo>
                  <a:lnTo>
                    <a:pt x="194" y="73"/>
                  </a:lnTo>
                  <a:lnTo>
                    <a:pt x="84" y="92"/>
                  </a:lnTo>
                  <a:lnTo>
                    <a:pt x="0" y="75"/>
                  </a:lnTo>
                  <a:close/>
                </a:path>
              </a:pathLst>
            </a:custGeom>
            <a:grpFill/>
            <a:ln w="3175">
              <a:solidFill>
                <a:schemeClr val="bg1"/>
              </a:solidFill>
              <a:prstDash val="solid"/>
              <a:round/>
            </a:ln>
          </p:spPr>
          <p:txBody>
            <a:bodyPr/>
            <a:lstStyle/>
            <a:p>
              <a:endParaRPr lang="en-US" dirty="0"/>
            </a:p>
          </p:txBody>
        </p:sp>
        <p:sp>
          <p:nvSpPr>
            <p:cNvPr id="117" name="22036202.625548.3756.12513.55">
              <a:extLst>
                <a:ext uri="{FF2B5EF4-FFF2-40B4-BE49-F238E27FC236}">
                  <a16:creationId xmlns:a16="http://schemas.microsoft.com/office/drawing/2014/main" id="{AF8FCE6F-E47C-4908-D964-86FB775F6725}"/>
                </a:ext>
              </a:extLst>
            </p:cNvPr>
            <p:cNvSpPr/>
            <p:nvPr>
              <p:custDataLst>
                <p:tags r:id="rId116"/>
              </p:custDataLst>
            </p:nvPr>
          </p:nvSpPr>
          <p:spPr bwMode="auto">
            <a:xfrm>
              <a:off x="4746" y="1887"/>
              <a:ext cx="78" cy="35"/>
            </a:xfrm>
            <a:custGeom>
              <a:avLst/>
              <a:gdLst>
                <a:gd name="T0" fmla="*/ 0 w 239"/>
                <a:gd name="T1" fmla="*/ 0 h 107"/>
                <a:gd name="T2" fmla="*/ 0 w 239"/>
                <a:gd name="T3" fmla="*/ 0 h 107"/>
                <a:gd name="T4" fmla="*/ 0 w 239"/>
                <a:gd name="T5" fmla="*/ 0 h 107"/>
                <a:gd name="T6" fmla="*/ 0 w 239"/>
                <a:gd name="T7" fmla="*/ 0 h 107"/>
                <a:gd name="T8" fmla="*/ 0 w 239"/>
                <a:gd name="T9" fmla="*/ 0 h 107"/>
                <a:gd name="T10" fmla="*/ 0 w 239"/>
                <a:gd name="T11" fmla="*/ 0 h 107"/>
                <a:gd name="T12" fmla="*/ 0 w 239"/>
                <a:gd name="T13" fmla="*/ 0 h 107"/>
                <a:gd name="T14" fmla="*/ 0 w 239"/>
                <a:gd name="T15" fmla="*/ 0 h 107"/>
                <a:gd name="T16" fmla="*/ 0 w 239"/>
                <a:gd name="T17" fmla="*/ 0 h 107"/>
                <a:gd name="T18" fmla="*/ 0 w 239"/>
                <a:gd name="T19" fmla="*/ 0 h 107"/>
                <a:gd name="T20" fmla="*/ 0 w 239"/>
                <a:gd name="T21" fmla="*/ 0 h 107"/>
                <a:gd name="T22" fmla="*/ 0 w 239"/>
                <a:gd name="T23" fmla="*/ 0 h 107"/>
                <a:gd name="T24" fmla="*/ 0 w 239"/>
                <a:gd name="T25" fmla="*/ 0 h 107"/>
                <a:gd name="T26" fmla="*/ 0 w 239"/>
                <a:gd name="T27" fmla="*/ 0 h 107"/>
                <a:gd name="T28" fmla="*/ 0 w 239"/>
                <a:gd name="T29" fmla="*/ 0 h 1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39" h="107">
                  <a:moveTo>
                    <a:pt x="0" y="46"/>
                  </a:moveTo>
                  <a:lnTo>
                    <a:pt x="44" y="52"/>
                  </a:lnTo>
                  <a:lnTo>
                    <a:pt x="74" y="89"/>
                  </a:lnTo>
                  <a:lnTo>
                    <a:pt x="98" y="78"/>
                  </a:lnTo>
                  <a:lnTo>
                    <a:pt x="197" y="107"/>
                  </a:lnTo>
                  <a:lnTo>
                    <a:pt x="230" y="95"/>
                  </a:lnTo>
                  <a:lnTo>
                    <a:pt x="205" y="67"/>
                  </a:lnTo>
                  <a:lnTo>
                    <a:pt x="224" y="74"/>
                  </a:lnTo>
                  <a:lnTo>
                    <a:pt x="239" y="31"/>
                  </a:lnTo>
                  <a:lnTo>
                    <a:pt x="187" y="9"/>
                  </a:lnTo>
                  <a:lnTo>
                    <a:pt x="136" y="39"/>
                  </a:lnTo>
                  <a:lnTo>
                    <a:pt x="178" y="23"/>
                  </a:lnTo>
                  <a:lnTo>
                    <a:pt x="153" y="0"/>
                  </a:lnTo>
                  <a:lnTo>
                    <a:pt x="70" y="8"/>
                  </a:lnTo>
                  <a:lnTo>
                    <a:pt x="0" y="46"/>
                  </a:lnTo>
                  <a:close/>
                </a:path>
              </a:pathLst>
            </a:custGeom>
            <a:grpFill/>
            <a:ln w="3175">
              <a:solidFill>
                <a:schemeClr val="bg1"/>
              </a:solidFill>
              <a:prstDash val="solid"/>
              <a:round/>
            </a:ln>
          </p:spPr>
          <p:txBody>
            <a:bodyPr/>
            <a:lstStyle/>
            <a:p>
              <a:endParaRPr lang="en-US" dirty="0"/>
            </a:p>
          </p:txBody>
        </p:sp>
        <p:sp>
          <p:nvSpPr>
            <p:cNvPr id="118" name="22037205.875560.8756.12511.255">
              <a:extLst>
                <a:ext uri="{FF2B5EF4-FFF2-40B4-BE49-F238E27FC236}">
                  <a16:creationId xmlns:a16="http://schemas.microsoft.com/office/drawing/2014/main" id="{1F463079-EAE0-39C5-5727-7BD7B02D63DA}"/>
                </a:ext>
              </a:extLst>
            </p:cNvPr>
            <p:cNvSpPr/>
            <p:nvPr>
              <p:custDataLst>
                <p:tags r:id="rId117"/>
              </p:custDataLst>
            </p:nvPr>
          </p:nvSpPr>
          <p:spPr bwMode="auto">
            <a:xfrm>
              <a:off x="4818" y="1906"/>
              <a:ext cx="65" cy="35"/>
            </a:xfrm>
            <a:custGeom>
              <a:avLst/>
              <a:gdLst>
                <a:gd name="T0" fmla="*/ 0 w 199"/>
                <a:gd name="T1" fmla="*/ 0 h 109"/>
                <a:gd name="T2" fmla="*/ 0 w 199"/>
                <a:gd name="T3" fmla="*/ 0 h 109"/>
                <a:gd name="T4" fmla="*/ 0 w 199"/>
                <a:gd name="T5" fmla="*/ 0 h 109"/>
                <a:gd name="T6" fmla="*/ 0 w 199"/>
                <a:gd name="T7" fmla="*/ 0 h 109"/>
                <a:gd name="T8" fmla="*/ 0 w 199"/>
                <a:gd name="T9" fmla="*/ 0 h 109"/>
                <a:gd name="T10" fmla="*/ 0 w 199"/>
                <a:gd name="T11" fmla="*/ 0 h 109"/>
                <a:gd name="T12" fmla="*/ 0 w 199"/>
                <a:gd name="T13" fmla="*/ 0 h 109"/>
                <a:gd name="T14" fmla="*/ 0 w 199"/>
                <a:gd name="T15" fmla="*/ 0 h 109"/>
                <a:gd name="T16" fmla="*/ 0 w 199"/>
                <a:gd name="T17" fmla="*/ 0 h 109"/>
                <a:gd name="T18" fmla="*/ 0 w 199"/>
                <a:gd name="T19" fmla="*/ 0 h 10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9" h="109">
                  <a:moveTo>
                    <a:pt x="0" y="92"/>
                  </a:moveTo>
                  <a:lnTo>
                    <a:pt x="15" y="109"/>
                  </a:lnTo>
                  <a:lnTo>
                    <a:pt x="183" y="87"/>
                  </a:lnTo>
                  <a:lnTo>
                    <a:pt x="199" y="51"/>
                  </a:lnTo>
                  <a:lnTo>
                    <a:pt x="152" y="22"/>
                  </a:lnTo>
                  <a:lnTo>
                    <a:pt x="113" y="33"/>
                  </a:lnTo>
                  <a:lnTo>
                    <a:pt x="119" y="10"/>
                  </a:lnTo>
                  <a:lnTo>
                    <a:pt x="96" y="0"/>
                  </a:lnTo>
                  <a:lnTo>
                    <a:pt x="19" y="81"/>
                  </a:lnTo>
                  <a:lnTo>
                    <a:pt x="0" y="92"/>
                  </a:lnTo>
                  <a:close/>
                </a:path>
              </a:pathLst>
            </a:custGeom>
            <a:grpFill/>
            <a:ln w="3175">
              <a:solidFill>
                <a:schemeClr val="bg1"/>
              </a:solidFill>
              <a:prstDash val="solid"/>
              <a:round/>
            </a:ln>
          </p:spPr>
          <p:txBody>
            <a:bodyPr/>
            <a:lstStyle/>
            <a:p>
              <a:endParaRPr lang="en-US" dirty="0"/>
            </a:p>
          </p:txBody>
        </p:sp>
        <p:sp>
          <p:nvSpPr>
            <p:cNvPr id="119" name="22038218.875630.6255.87512.3755">
              <a:extLst>
                <a:ext uri="{FF2B5EF4-FFF2-40B4-BE49-F238E27FC236}">
                  <a16:creationId xmlns:a16="http://schemas.microsoft.com/office/drawing/2014/main" id="{F27F680C-8CD0-0E97-C00D-98F05712952A}"/>
                </a:ext>
              </a:extLst>
            </p:cNvPr>
            <p:cNvSpPr/>
            <p:nvPr>
              <p:custDataLst>
                <p:tags r:id="rId118"/>
              </p:custDataLst>
            </p:nvPr>
          </p:nvSpPr>
          <p:spPr bwMode="auto">
            <a:xfrm>
              <a:off x="5222" y="1981"/>
              <a:ext cx="71" cy="34"/>
            </a:xfrm>
            <a:custGeom>
              <a:avLst/>
              <a:gdLst>
                <a:gd name="T0" fmla="*/ 0 w 223"/>
                <a:gd name="T1" fmla="*/ 0 h 103"/>
                <a:gd name="T2" fmla="*/ 0 w 223"/>
                <a:gd name="T3" fmla="*/ 0 h 103"/>
                <a:gd name="T4" fmla="*/ 0 w 223"/>
                <a:gd name="T5" fmla="*/ 0 h 103"/>
                <a:gd name="T6" fmla="*/ 0 w 223"/>
                <a:gd name="T7" fmla="*/ 0 h 103"/>
                <a:gd name="T8" fmla="*/ 0 w 223"/>
                <a:gd name="T9" fmla="*/ 0 h 103"/>
                <a:gd name="T10" fmla="*/ 0 w 223"/>
                <a:gd name="T11" fmla="*/ 0 h 103"/>
                <a:gd name="T12" fmla="*/ 0 w 223"/>
                <a:gd name="T13" fmla="*/ 0 h 103"/>
                <a:gd name="T14" fmla="*/ 0 w 223"/>
                <a:gd name="T15" fmla="*/ 0 h 103"/>
                <a:gd name="T16" fmla="*/ 0 w 223"/>
                <a:gd name="T17" fmla="*/ 0 h 103"/>
                <a:gd name="T18" fmla="*/ 0 w 223"/>
                <a:gd name="T19" fmla="*/ 0 h 103"/>
                <a:gd name="T20" fmla="*/ 0 w 223"/>
                <a:gd name="T21" fmla="*/ 0 h 103"/>
                <a:gd name="T22" fmla="*/ 0 w 223"/>
                <a:gd name="T23" fmla="*/ 0 h 1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3" h="103">
                  <a:moveTo>
                    <a:pt x="0" y="56"/>
                  </a:moveTo>
                  <a:lnTo>
                    <a:pt x="45" y="4"/>
                  </a:lnTo>
                  <a:lnTo>
                    <a:pt x="77" y="0"/>
                  </a:lnTo>
                  <a:lnTo>
                    <a:pt x="128" y="40"/>
                  </a:lnTo>
                  <a:lnTo>
                    <a:pt x="136" y="11"/>
                  </a:lnTo>
                  <a:lnTo>
                    <a:pt x="192" y="34"/>
                  </a:lnTo>
                  <a:lnTo>
                    <a:pt x="187" y="72"/>
                  </a:lnTo>
                  <a:lnTo>
                    <a:pt x="223" y="85"/>
                  </a:lnTo>
                  <a:lnTo>
                    <a:pt x="106" y="92"/>
                  </a:lnTo>
                  <a:lnTo>
                    <a:pt x="99" y="76"/>
                  </a:lnTo>
                  <a:lnTo>
                    <a:pt x="80" y="103"/>
                  </a:lnTo>
                  <a:lnTo>
                    <a:pt x="0" y="56"/>
                  </a:lnTo>
                  <a:close/>
                </a:path>
              </a:pathLst>
            </a:custGeom>
            <a:grpFill/>
            <a:ln w="3175">
              <a:solidFill>
                <a:schemeClr val="bg1"/>
              </a:solidFill>
              <a:prstDash val="solid"/>
              <a:round/>
            </a:ln>
          </p:spPr>
          <p:txBody>
            <a:bodyPr/>
            <a:lstStyle/>
            <a:p>
              <a:endParaRPr lang="en-US" dirty="0"/>
            </a:p>
          </p:txBody>
        </p:sp>
        <p:sp>
          <p:nvSpPr>
            <p:cNvPr id="120" name="22039219.125639.3753.8757.6255">
              <a:extLst>
                <a:ext uri="{FF2B5EF4-FFF2-40B4-BE49-F238E27FC236}">
                  <a16:creationId xmlns:a16="http://schemas.microsoft.com/office/drawing/2014/main" id="{376B33EC-B363-D770-44FF-F0758E0F2353}"/>
                </a:ext>
              </a:extLst>
            </p:cNvPr>
            <p:cNvSpPr/>
            <p:nvPr>
              <p:custDataLst>
                <p:tags r:id="rId119"/>
              </p:custDataLst>
            </p:nvPr>
          </p:nvSpPr>
          <p:spPr bwMode="auto">
            <a:xfrm>
              <a:off x="5272" y="1982"/>
              <a:ext cx="44" cy="23"/>
            </a:xfrm>
            <a:custGeom>
              <a:avLst/>
              <a:gdLst>
                <a:gd name="T0" fmla="*/ 0 w 138"/>
                <a:gd name="T1" fmla="*/ 0 h 70"/>
                <a:gd name="T2" fmla="*/ 0 w 138"/>
                <a:gd name="T3" fmla="*/ 0 h 70"/>
                <a:gd name="T4" fmla="*/ 0 w 138"/>
                <a:gd name="T5" fmla="*/ 0 h 70"/>
                <a:gd name="T6" fmla="*/ 0 w 138"/>
                <a:gd name="T7" fmla="*/ 0 h 70"/>
                <a:gd name="T8" fmla="*/ 0 w 138"/>
                <a:gd name="T9" fmla="*/ 0 h 70"/>
                <a:gd name="T10" fmla="*/ 0 w 138"/>
                <a:gd name="T11" fmla="*/ 0 h 70"/>
                <a:gd name="T12" fmla="*/ 0 w 138"/>
                <a:gd name="T13" fmla="*/ 0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70">
                  <a:moveTo>
                    <a:pt x="0" y="0"/>
                  </a:moveTo>
                  <a:lnTo>
                    <a:pt x="46" y="26"/>
                  </a:lnTo>
                  <a:lnTo>
                    <a:pt x="33" y="50"/>
                  </a:lnTo>
                  <a:lnTo>
                    <a:pt x="57" y="70"/>
                  </a:lnTo>
                  <a:lnTo>
                    <a:pt x="98" y="70"/>
                  </a:lnTo>
                  <a:lnTo>
                    <a:pt x="138" y="44"/>
                  </a:lnTo>
                  <a:lnTo>
                    <a:pt x="0" y="0"/>
                  </a:lnTo>
                  <a:close/>
                </a:path>
              </a:pathLst>
            </a:custGeom>
            <a:grpFill/>
            <a:ln w="3175">
              <a:solidFill>
                <a:schemeClr val="bg1"/>
              </a:solidFill>
              <a:prstDash val="solid"/>
              <a:round/>
            </a:ln>
          </p:spPr>
          <p:txBody>
            <a:bodyPr/>
            <a:lstStyle/>
            <a:p>
              <a:endParaRPr lang="en-US" dirty="0"/>
            </a:p>
          </p:txBody>
        </p:sp>
        <p:sp>
          <p:nvSpPr>
            <p:cNvPr id="121" name="22040221.375648.52.8758.755">
              <a:extLst>
                <a:ext uri="{FF2B5EF4-FFF2-40B4-BE49-F238E27FC236}">
                  <a16:creationId xmlns:a16="http://schemas.microsoft.com/office/drawing/2014/main" id="{3A51D551-AA26-DBA4-5666-451CC137F2F2}"/>
                </a:ext>
              </a:extLst>
            </p:cNvPr>
            <p:cNvSpPr/>
            <p:nvPr>
              <p:custDataLst>
                <p:tags r:id="rId120"/>
              </p:custDataLst>
            </p:nvPr>
          </p:nvSpPr>
          <p:spPr bwMode="auto">
            <a:xfrm>
              <a:off x="5325" y="1996"/>
              <a:ext cx="51" cy="16"/>
            </a:xfrm>
            <a:custGeom>
              <a:avLst/>
              <a:gdLst>
                <a:gd name="T0" fmla="*/ 0 w 155"/>
                <a:gd name="T1" fmla="*/ 0 h 52"/>
                <a:gd name="T2" fmla="*/ 0 w 155"/>
                <a:gd name="T3" fmla="*/ 0 h 52"/>
                <a:gd name="T4" fmla="*/ 0 w 155"/>
                <a:gd name="T5" fmla="*/ 0 h 52"/>
                <a:gd name="T6" fmla="*/ 0 w 155"/>
                <a:gd name="T7" fmla="*/ 0 h 52"/>
                <a:gd name="T8" fmla="*/ 0 w 155"/>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52">
                  <a:moveTo>
                    <a:pt x="0" y="0"/>
                  </a:moveTo>
                  <a:lnTo>
                    <a:pt x="28" y="36"/>
                  </a:lnTo>
                  <a:lnTo>
                    <a:pt x="99" y="52"/>
                  </a:lnTo>
                  <a:lnTo>
                    <a:pt x="155" y="41"/>
                  </a:lnTo>
                  <a:lnTo>
                    <a:pt x="0" y="0"/>
                  </a:lnTo>
                  <a:close/>
                </a:path>
              </a:pathLst>
            </a:custGeom>
            <a:grpFill/>
            <a:ln w="3175">
              <a:solidFill>
                <a:schemeClr val="bg1"/>
              </a:solidFill>
              <a:prstDash val="solid"/>
              <a:round/>
            </a:ln>
          </p:spPr>
          <p:txBody>
            <a:bodyPr/>
            <a:lstStyle/>
            <a:p>
              <a:endParaRPr lang="en-US" dirty="0"/>
            </a:p>
          </p:txBody>
        </p:sp>
        <p:sp>
          <p:nvSpPr>
            <p:cNvPr id="122" name="22041312.125357.516.62523.1255">
              <a:extLst>
                <a:ext uri="{FF2B5EF4-FFF2-40B4-BE49-F238E27FC236}">
                  <a16:creationId xmlns:a16="http://schemas.microsoft.com/office/drawing/2014/main" id="{75E2738A-6EDE-838F-A16D-1F789A7CEE20}"/>
                </a:ext>
              </a:extLst>
            </p:cNvPr>
            <p:cNvSpPr/>
            <p:nvPr>
              <p:custDataLst>
                <p:tags r:id="rId121"/>
              </p:custDataLst>
            </p:nvPr>
          </p:nvSpPr>
          <p:spPr bwMode="auto">
            <a:xfrm>
              <a:off x="3642" y="2520"/>
              <a:ext cx="133" cy="97"/>
            </a:xfrm>
            <a:custGeom>
              <a:avLst/>
              <a:gdLst>
                <a:gd name="T0" fmla="*/ 0 w 411"/>
                <a:gd name="T1" fmla="*/ 0 h 295"/>
                <a:gd name="T2" fmla="*/ 0 w 411"/>
                <a:gd name="T3" fmla="*/ 0 h 295"/>
                <a:gd name="T4" fmla="*/ 0 w 411"/>
                <a:gd name="T5" fmla="*/ 0 h 295"/>
                <a:gd name="T6" fmla="*/ 0 w 411"/>
                <a:gd name="T7" fmla="*/ 0 h 295"/>
                <a:gd name="T8" fmla="*/ 0 w 411"/>
                <a:gd name="T9" fmla="*/ 0 h 295"/>
                <a:gd name="T10" fmla="*/ 0 w 411"/>
                <a:gd name="T11" fmla="*/ 0 h 295"/>
                <a:gd name="T12" fmla="*/ 0 w 411"/>
                <a:gd name="T13" fmla="*/ 0 h 295"/>
                <a:gd name="T14" fmla="*/ 0 w 411"/>
                <a:gd name="T15" fmla="*/ 0 h 295"/>
                <a:gd name="T16" fmla="*/ 0 w 411"/>
                <a:gd name="T17" fmla="*/ 0 h 295"/>
                <a:gd name="T18" fmla="*/ 0 w 411"/>
                <a:gd name="T19" fmla="*/ 0 h 295"/>
                <a:gd name="T20" fmla="*/ 0 w 411"/>
                <a:gd name="T21" fmla="*/ 0 h 295"/>
                <a:gd name="T22" fmla="*/ 0 w 411"/>
                <a:gd name="T23" fmla="*/ 0 h 295"/>
                <a:gd name="T24" fmla="*/ 0 w 411"/>
                <a:gd name="T25" fmla="*/ 0 h 295"/>
                <a:gd name="T26" fmla="*/ 0 w 411"/>
                <a:gd name="T27" fmla="*/ 0 h 295"/>
                <a:gd name="T28" fmla="*/ 0 w 411"/>
                <a:gd name="T29" fmla="*/ 0 h 295"/>
                <a:gd name="T30" fmla="*/ 0 w 411"/>
                <a:gd name="T31" fmla="*/ 0 h 295"/>
                <a:gd name="T32" fmla="*/ 0 w 411"/>
                <a:gd name="T33" fmla="*/ 0 h 29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11" h="295">
                  <a:moveTo>
                    <a:pt x="0" y="24"/>
                  </a:moveTo>
                  <a:lnTo>
                    <a:pt x="14" y="73"/>
                  </a:lnTo>
                  <a:lnTo>
                    <a:pt x="100" y="81"/>
                  </a:lnTo>
                  <a:lnTo>
                    <a:pt x="62" y="158"/>
                  </a:lnTo>
                  <a:lnTo>
                    <a:pt x="62" y="253"/>
                  </a:lnTo>
                  <a:lnTo>
                    <a:pt x="124" y="295"/>
                  </a:lnTo>
                  <a:lnTo>
                    <a:pt x="243" y="268"/>
                  </a:lnTo>
                  <a:lnTo>
                    <a:pt x="310" y="196"/>
                  </a:lnTo>
                  <a:lnTo>
                    <a:pt x="297" y="167"/>
                  </a:lnTo>
                  <a:lnTo>
                    <a:pt x="332" y="115"/>
                  </a:lnTo>
                  <a:lnTo>
                    <a:pt x="409" y="74"/>
                  </a:lnTo>
                  <a:lnTo>
                    <a:pt x="411" y="51"/>
                  </a:lnTo>
                  <a:lnTo>
                    <a:pt x="361" y="45"/>
                  </a:lnTo>
                  <a:lnTo>
                    <a:pt x="350" y="41"/>
                  </a:lnTo>
                  <a:lnTo>
                    <a:pt x="246" y="11"/>
                  </a:lnTo>
                  <a:lnTo>
                    <a:pt x="36" y="0"/>
                  </a:lnTo>
                  <a:lnTo>
                    <a:pt x="0" y="24"/>
                  </a:lnTo>
                  <a:close/>
                </a:path>
              </a:pathLst>
            </a:custGeom>
            <a:grpFill/>
            <a:ln w="3175">
              <a:solidFill>
                <a:schemeClr val="bg1"/>
              </a:solidFill>
              <a:prstDash val="solid"/>
              <a:round/>
            </a:ln>
          </p:spPr>
          <p:txBody>
            <a:bodyPr/>
            <a:lstStyle/>
            <a:p>
              <a:endParaRPr lang="en-US" dirty="0"/>
            </a:p>
          </p:txBody>
        </p:sp>
        <p:sp>
          <p:nvSpPr>
            <p:cNvPr id="123" name="22042388.125265.757.257.755">
              <a:extLst>
                <a:ext uri="{FF2B5EF4-FFF2-40B4-BE49-F238E27FC236}">
                  <a16:creationId xmlns:a16="http://schemas.microsoft.com/office/drawing/2014/main" id="{CA3D7009-CDB0-DD2C-CA81-CB8A7D5B98D5}"/>
                </a:ext>
              </a:extLst>
            </p:cNvPr>
            <p:cNvSpPr/>
            <p:nvPr>
              <p:custDataLst>
                <p:tags r:id="rId122"/>
              </p:custDataLst>
            </p:nvPr>
          </p:nvSpPr>
          <p:spPr bwMode="auto">
            <a:xfrm>
              <a:off x="3111" y="2960"/>
              <a:ext cx="45" cy="42"/>
            </a:xfrm>
            <a:custGeom>
              <a:avLst/>
              <a:gdLst>
                <a:gd name="T0" fmla="*/ 0 w 138"/>
                <a:gd name="T1" fmla="*/ 0 h 130"/>
                <a:gd name="T2" fmla="*/ 0 w 138"/>
                <a:gd name="T3" fmla="*/ 0 h 130"/>
                <a:gd name="T4" fmla="*/ 0 w 138"/>
                <a:gd name="T5" fmla="*/ 0 h 130"/>
                <a:gd name="T6" fmla="*/ 0 w 138"/>
                <a:gd name="T7" fmla="*/ 0 h 130"/>
                <a:gd name="T8" fmla="*/ 0 w 138"/>
                <a:gd name="T9" fmla="*/ 0 h 130"/>
                <a:gd name="T10" fmla="*/ 0 w 138"/>
                <a:gd name="T11" fmla="*/ 0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0">
                  <a:moveTo>
                    <a:pt x="0" y="60"/>
                  </a:moveTo>
                  <a:lnTo>
                    <a:pt x="37" y="0"/>
                  </a:lnTo>
                  <a:lnTo>
                    <a:pt x="138" y="11"/>
                  </a:lnTo>
                  <a:lnTo>
                    <a:pt x="124" y="121"/>
                  </a:lnTo>
                  <a:lnTo>
                    <a:pt x="54" y="130"/>
                  </a:lnTo>
                  <a:lnTo>
                    <a:pt x="0" y="60"/>
                  </a:lnTo>
                  <a:close/>
                </a:path>
              </a:pathLst>
            </a:custGeom>
            <a:grpFill/>
            <a:ln w="3175">
              <a:solidFill>
                <a:schemeClr val="bg1"/>
              </a:solidFill>
              <a:prstDash val="solid"/>
              <a:round/>
            </a:ln>
          </p:spPr>
          <p:txBody>
            <a:bodyPr/>
            <a:lstStyle/>
            <a:p>
              <a:endParaRPr lang="en-US" dirty="0"/>
            </a:p>
          </p:txBody>
        </p:sp>
        <p:sp>
          <p:nvSpPr>
            <p:cNvPr id="124" name="22043203.125394.7514.12519.755">
              <a:extLst>
                <a:ext uri="{FF2B5EF4-FFF2-40B4-BE49-F238E27FC236}">
                  <a16:creationId xmlns:a16="http://schemas.microsoft.com/office/drawing/2014/main" id="{4D97C78C-26AB-A2A0-C5C7-4803ED2D3D47}"/>
                </a:ext>
              </a:extLst>
            </p:cNvPr>
            <p:cNvSpPr/>
            <p:nvPr>
              <p:custDataLst>
                <p:tags r:id="rId123"/>
              </p:custDataLst>
            </p:nvPr>
          </p:nvSpPr>
          <p:spPr bwMode="auto">
            <a:xfrm>
              <a:off x="3857" y="1890"/>
              <a:ext cx="114" cy="82"/>
            </a:xfrm>
            <a:custGeom>
              <a:avLst/>
              <a:gdLst>
                <a:gd name="T0" fmla="*/ 0 w 354"/>
                <a:gd name="T1" fmla="*/ 0 h 252"/>
                <a:gd name="T2" fmla="*/ 0 w 354"/>
                <a:gd name="T3" fmla="*/ 0 h 252"/>
                <a:gd name="T4" fmla="*/ 0 w 354"/>
                <a:gd name="T5" fmla="*/ 0 h 252"/>
                <a:gd name="T6" fmla="*/ 0 w 354"/>
                <a:gd name="T7" fmla="*/ 0 h 252"/>
                <a:gd name="T8" fmla="*/ 0 w 354"/>
                <a:gd name="T9" fmla="*/ 0 h 252"/>
                <a:gd name="T10" fmla="*/ 0 w 354"/>
                <a:gd name="T11" fmla="*/ 0 h 252"/>
                <a:gd name="T12" fmla="*/ 0 w 354"/>
                <a:gd name="T13" fmla="*/ 0 h 252"/>
                <a:gd name="T14" fmla="*/ 0 w 354"/>
                <a:gd name="T15" fmla="*/ 0 h 252"/>
                <a:gd name="T16" fmla="*/ 0 w 354"/>
                <a:gd name="T17" fmla="*/ 0 h 252"/>
                <a:gd name="T18" fmla="*/ 0 w 354"/>
                <a:gd name="T19" fmla="*/ 0 h 252"/>
                <a:gd name="T20" fmla="*/ 0 w 354"/>
                <a:gd name="T21" fmla="*/ 0 h 252"/>
                <a:gd name="T22" fmla="*/ 0 w 354"/>
                <a:gd name="T23" fmla="*/ 0 h 252"/>
                <a:gd name="T24" fmla="*/ 0 w 354"/>
                <a:gd name="T25" fmla="*/ 0 h 252"/>
                <a:gd name="T26" fmla="*/ 0 w 354"/>
                <a:gd name="T27" fmla="*/ 0 h 252"/>
                <a:gd name="T28" fmla="*/ 0 w 354"/>
                <a:gd name="T29" fmla="*/ 0 h 252"/>
                <a:gd name="T30" fmla="*/ 0 w 354"/>
                <a:gd name="T31" fmla="*/ 0 h 252"/>
                <a:gd name="T32" fmla="*/ 0 w 354"/>
                <a:gd name="T33" fmla="*/ 0 h 252"/>
                <a:gd name="T34" fmla="*/ 0 w 354"/>
                <a:gd name="T35" fmla="*/ 0 h 252"/>
                <a:gd name="T36" fmla="*/ 0 w 354"/>
                <a:gd name="T37" fmla="*/ 0 h 252"/>
                <a:gd name="T38" fmla="*/ 0 w 354"/>
                <a:gd name="T39" fmla="*/ 0 h 252"/>
                <a:gd name="T40" fmla="*/ 0 w 354"/>
                <a:gd name="T41" fmla="*/ 0 h 252"/>
                <a:gd name="T42" fmla="*/ 0 w 354"/>
                <a:gd name="T43" fmla="*/ 0 h 252"/>
                <a:gd name="T44" fmla="*/ 0 w 354"/>
                <a:gd name="T45" fmla="*/ 0 h 252"/>
                <a:gd name="T46" fmla="*/ 0 w 354"/>
                <a:gd name="T47" fmla="*/ 0 h 252"/>
                <a:gd name="T48" fmla="*/ 0 w 354"/>
                <a:gd name="T49" fmla="*/ 0 h 252"/>
                <a:gd name="T50" fmla="*/ 0 w 354"/>
                <a:gd name="T51" fmla="*/ 0 h 252"/>
                <a:gd name="T52" fmla="*/ 0 w 354"/>
                <a:gd name="T53" fmla="*/ 0 h 252"/>
                <a:gd name="T54" fmla="*/ 0 w 354"/>
                <a:gd name="T55" fmla="*/ 0 h 252"/>
                <a:gd name="T56" fmla="*/ 0 w 354"/>
                <a:gd name="T57" fmla="*/ 0 h 252"/>
                <a:gd name="T58" fmla="*/ 0 w 354"/>
                <a:gd name="T59" fmla="*/ 0 h 252"/>
                <a:gd name="T60" fmla="*/ 0 w 354"/>
                <a:gd name="T61" fmla="*/ 0 h 252"/>
                <a:gd name="T62" fmla="*/ 0 w 354"/>
                <a:gd name="T63" fmla="*/ 0 h 252"/>
                <a:gd name="T64" fmla="*/ 0 w 354"/>
                <a:gd name="T65" fmla="*/ 0 h 252"/>
                <a:gd name="T66" fmla="*/ 0 w 354"/>
                <a:gd name="T67" fmla="*/ 0 h 252"/>
                <a:gd name="T68" fmla="*/ 0 w 354"/>
                <a:gd name="T69" fmla="*/ 0 h 252"/>
                <a:gd name="T70" fmla="*/ 0 w 354"/>
                <a:gd name="T71" fmla="*/ 0 h 252"/>
                <a:gd name="T72" fmla="*/ 0 w 354"/>
                <a:gd name="T73" fmla="*/ 0 h 252"/>
                <a:gd name="T74" fmla="*/ 0 w 354"/>
                <a:gd name="T75" fmla="*/ 0 h 25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54" h="251">
                  <a:moveTo>
                    <a:pt x="0" y="31"/>
                  </a:moveTo>
                  <a:lnTo>
                    <a:pt x="3" y="62"/>
                  </a:lnTo>
                  <a:lnTo>
                    <a:pt x="39" y="62"/>
                  </a:lnTo>
                  <a:lnTo>
                    <a:pt x="28" y="77"/>
                  </a:lnTo>
                  <a:lnTo>
                    <a:pt x="54" y="87"/>
                  </a:lnTo>
                  <a:lnTo>
                    <a:pt x="20" y="85"/>
                  </a:lnTo>
                  <a:lnTo>
                    <a:pt x="83" y="111"/>
                  </a:lnTo>
                  <a:lnTo>
                    <a:pt x="55" y="121"/>
                  </a:lnTo>
                  <a:lnTo>
                    <a:pt x="75" y="140"/>
                  </a:lnTo>
                  <a:lnTo>
                    <a:pt x="129" y="129"/>
                  </a:lnTo>
                  <a:lnTo>
                    <a:pt x="128" y="103"/>
                  </a:lnTo>
                  <a:lnTo>
                    <a:pt x="157" y="93"/>
                  </a:lnTo>
                  <a:lnTo>
                    <a:pt x="161" y="122"/>
                  </a:lnTo>
                  <a:lnTo>
                    <a:pt x="195" y="103"/>
                  </a:lnTo>
                  <a:lnTo>
                    <a:pt x="189" y="122"/>
                  </a:lnTo>
                  <a:lnTo>
                    <a:pt x="220" y="124"/>
                  </a:lnTo>
                  <a:lnTo>
                    <a:pt x="98" y="153"/>
                  </a:lnTo>
                  <a:lnTo>
                    <a:pt x="103" y="175"/>
                  </a:lnTo>
                  <a:lnTo>
                    <a:pt x="204" y="158"/>
                  </a:lnTo>
                  <a:lnTo>
                    <a:pt x="135" y="179"/>
                  </a:lnTo>
                  <a:lnTo>
                    <a:pt x="175" y="191"/>
                  </a:lnTo>
                  <a:lnTo>
                    <a:pt x="106" y="201"/>
                  </a:lnTo>
                  <a:lnTo>
                    <a:pt x="209" y="252"/>
                  </a:lnTo>
                  <a:lnTo>
                    <a:pt x="275" y="122"/>
                  </a:lnTo>
                  <a:lnTo>
                    <a:pt x="354" y="92"/>
                  </a:lnTo>
                  <a:lnTo>
                    <a:pt x="267" y="70"/>
                  </a:lnTo>
                  <a:lnTo>
                    <a:pt x="255" y="37"/>
                  </a:lnTo>
                  <a:lnTo>
                    <a:pt x="230" y="56"/>
                  </a:lnTo>
                  <a:lnTo>
                    <a:pt x="241" y="26"/>
                  </a:lnTo>
                  <a:lnTo>
                    <a:pt x="182" y="0"/>
                  </a:lnTo>
                  <a:lnTo>
                    <a:pt x="162" y="26"/>
                  </a:lnTo>
                  <a:lnTo>
                    <a:pt x="190" y="87"/>
                  </a:lnTo>
                  <a:lnTo>
                    <a:pt x="124" y="25"/>
                  </a:lnTo>
                  <a:lnTo>
                    <a:pt x="103" y="37"/>
                  </a:lnTo>
                  <a:lnTo>
                    <a:pt x="117" y="69"/>
                  </a:lnTo>
                  <a:lnTo>
                    <a:pt x="53" y="40"/>
                  </a:lnTo>
                  <a:lnTo>
                    <a:pt x="98" y="22"/>
                  </a:lnTo>
                  <a:lnTo>
                    <a:pt x="0" y="31"/>
                  </a:lnTo>
                  <a:close/>
                </a:path>
              </a:pathLst>
            </a:custGeom>
            <a:grpFill/>
            <a:ln w="3175">
              <a:solidFill>
                <a:schemeClr val="bg1"/>
              </a:solidFill>
              <a:prstDash val="solid"/>
              <a:round/>
            </a:ln>
          </p:spPr>
          <p:txBody>
            <a:bodyPr/>
            <a:lstStyle/>
            <a:p>
              <a:endParaRPr lang="en-US" dirty="0"/>
            </a:p>
          </p:txBody>
        </p:sp>
        <p:sp>
          <p:nvSpPr>
            <p:cNvPr id="125" name="22044201.25407.55.87517.8755">
              <a:extLst>
                <a:ext uri="{FF2B5EF4-FFF2-40B4-BE49-F238E27FC236}">
                  <a16:creationId xmlns:a16="http://schemas.microsoft.com/office/drawing/2014/main" id="{7CCF6D39-9678-2980-F21D-53869E7E798E}"/>
                </a:ext>
              </a:extLst>
            </p:cNvPr>
            <p:cNvSpPr/>
            <p:nvPr>
              <p:custDataLst>
                <p:tags r:id="rId124"/>
              </p:custDataLst>
            </p:nvPr>
          </p:nvSpPr>
          <p:spPr bwMode="auto">
            <a:xfrm>
              <a:off x="3931" y="1879"/>
              <a:ext cx="103" cy="34"/>
            </a:xfrm>
            <a:custGeom>
              <a:avLst/>
              <a:gdLst>
                <a:gd name="T0" fmla="*/ 0 w 320"/>
                <a:gd name="T1" fmla="*/ 0 h 106"/>
                <a:gd name="T2" fmla="*/ 0 w 320"/>
                <a:gd name="T3" fmla="*/ 0 h 106"/>
                <a:gd name="T4" fmla="*/ 0 w 320"/>
                <a:gd name="T5" fmla="*/ 0 h 106"/>
                <a:gd name="T6" fmla="*/ 0 w 320"/>
                <a:gd name="T7" fmla="*/ 0 h 106"/>
                <a:gd name="T8" fmla="*/ 0 w 320"/>
                <a:gd name="T9" fmla="*/ 0 h 106"/>
                <a:gd name="T10" fmla="*/ 0 w 320"/>
                <a:gd name="T11" fmla="*/ 0 h 106"/>
                <a:gd name="T12" fmla="*/ 0 w 320"/>
                <a:gd name="T13" fmla="*/ 0 h 106"/>
                <a:gd name="T14" fmla="*/ 0 w 320"/>
                <a:gd name="T15" fmla="*/ 0 h 106"/>
                <a:gd name="T16" fmla="*/ 0 w 320"/>
                <a:gd name="T17" fmla="*/ 0 h 106"/>
                <a:gd name="T18" fmla="*/ 0 w 320"/>
                <a:gd name="T19" fmla="*/ 0 h 106"/>
                <a:gd name="T20" fmla="*/ 0 w 320"/>
                <a:gd name="T21" fmla="*/ 0 h 106"/>
                <a:gd name="T22" fmla="*/ 0 w 320"/>
                <a:gd name="T23" fmla="*/ 0 h 106"/>
                <a:gd name="T24" fmla="*/ 0 w 320"/>
                <a:gd name="T25" fmla="*/ 0 h 106"/>
                <a:gd name="T26" fmla="*/ 0 w 320"/>
                <a:gd name="T27" fmla="*/ 0 h 106"/>
                <a:gd name="T28" fmla="*/ 0 w 320"/>
                <a:gd name="T29" fmla="*/ 0 h 106"/>
                <a:gd name="T30" fmla="*/ 0 w 320"/>
                <a:gd name="T31" fmla="*/ 0 h 106"/>
                <a:gd name="T32" fmla="*/ 0 w 320"/>
                <a:gd name="T33" fmla="*/ 0 h 106"/>
                <a:gd name="T34" fmla="*/ 0 w 320"/>
                <a:gd name="T35" fmla="*/ 0 h 106"/>
                <a:gd name="T36" fmla="*/ 0 w 320"/>
                <a:gd name="T37" fmla="*/ 0 h 106"/>
                <a:gd name="T38" fmla="*/ 0 w 320"/>
                <a:gd name="T39" fmla="*/ 0 h 10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20" h="105">
                  <a:moveTo>
                    <a:pt x="0" y="29"/>
                  </a:moveTo>
                  <a:lnTo>
                    <a:pt x="47" y="38"/>
                  </a:lnTo>
                  <a:lnTo>
                    <a:pt x="17" y="50"/>
                  </a:lnTo>
                  <a:lnTo>
                    <a:pt x="29" y="60"/>
                  </a:lnTo>
                  <a:lnTo>
                    <a:pt x="147" y="58"/>
                  </a:lnTo>
                  <a:lnTo>
                    <a:pt x="73" y="73"/>
                  </a:lnTo>
                  <a:lnTo>
                    <a:pt x="191" y="106"/>
                  </a:lnTo>
                  <a:lnTo>
                    <a:pt x="269" y="87"/>
                  </a:lnTo>
                  <a:lnTo>
                    <a:pt x="320" y="50"/>
                  </a:lnTo>
                  <a:lnTo>
                    <a:pt x="307" y="32"/>
                  </a:lnTo>
                  <a:lnTo>
                    <a:pt x="231" y="33"/>
                  </a:lnTo>
                  <a:lnTo>
                    <a:pt x="243" y="14"/>
                  </a:lnTo>
                  <a:lnTo>
                    <a:pt x="181" y="33"/>
                  </a:lnTo>
                  <a:lnTo>
                    <a:pt x="173" y="0"/>
                  </a:lnTo>
                  <a:lnTo>
                    <a:pt x="158" y="43"/>
                  </a:lnTo>
                  <a:lnTo>
                    <a:pt x="73" y="0"/>
                  </a:lnTo>
                  <a:lnTo>
                    <a:pt x="76" y="27"/>
                  </a:lnTo>
                  <a:lnTo>
                    <a:pt x="50" y="14"/>
                  </a:lnTo>
                  <a:lnTo>
                    <a:pt x="61" y="39"/>
                  </a:lnTo>
                  <a:lnTo>
                    <a:pt x="0" y="29"/>
                  </a:lnTo>
                  <a:close/>
                </a:path>
              </a:pathLst>
            </a:custGeom>
            <a:grpFill/>
            <a:ln w="3175">
              <a:solidFill>
                <a:schemeClr val="bg1"/>
              </a:solidFill>
              <a:prstDash val="solid"/>
              <a:round/>
            </a:ln>
          </p:spPr>
          <p:txBody>
            <a:bodyPr/>
            <a:lstStyle/>
            <a:p>
              <a:endParaRPr lang="en-US" dirty="0"/>
            </a:p>
          </p:txBody>
        </p:sp>
        <p:sp>
          <p:nvSpPr>
            <p:cNvPr id="126" name="22045210.875413.62547.755">
              <a:extLst>
                <a:ext uri="{FF2B5EF4-FFF2-40B4-BE49-F238E27FC236}">
                  <a16:creationId xmlns:a16="http://schemas.microsoft.com/office/drawing/2014/main" id="{1D52A0A6-9541-7244-1A34-022656A55EC3}"/>
                </a:ext>
              </a:extLst>
            </p:cNvPr>
            <p:cNvSpPr/>
            <p:nvPr>
              <p:custDataLst>
                <p:tags r:id="rId125"/>
              </p:custDataLst>
            </p:nvPr>
          </p:nvSpPr>
          <p:spPr bwMode="auto">
            <a:xfrm>
              <a:off x="3966" y="1935"/>
              <a:ext cx="45" cy="23"/>
            </a:xfrm>
            <a:custGeom>
              <a:avLst/>
              <a:gdLst>
                <a:gd name="T0" fmla="*/ 0 w 137"/>
                <a:gd name="T1" fmla="*/ 0 h 69"/>
                <a:gd name="T2" fmla="*/ 0 w 137"/>
                <a:gd name="T3" fmla="*/ 0 h 69"/>
                <a:gd name="T4" fmla="*/ 0 w 137"/>
                <a:gd name="T5" fmla="*/ 0 h 69"/>
                <a:gd name="T6" fmla="*/ 0 w 137"/>
                <a:gd name="T7" fmla="*/ 0 h 69"/>
                <a:gd name="T8" fmla="*/ 0 w 137"/>
                <a:gd name="T9" fmla="*/ 0 h 69"/>
                <a:gd name="T10" fmla="*/ 0 w 137"/>
                <a:gd name="T11" fmla="*/ 0 h 69"/>
                <a:gd name="T12" fmla="*/ 0 w 137"/>
                <a:gd name="T13" fmla="*/ 0 h 69"/>
                <a:gd name="T14" fmla="*/ 0 w 137"/>
                <a:gd name="T15" fmla="*/ 0 h 6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7" h="69">
                  <a:moveTo>
                    <a:pt x="0" y="55"/>
                  </a:moveTo>
                  <a:lnTo>
                    <a:pt x="11" y="20"/>
                  </a:lnTo>
                  <a:lnTo>
                    <a:pt x="67" y="0"/>
                  </a:lnTo>
                  <a:lnTo>
                    <a:pt x="77" y="20"/>
                  </a:lnTo>
                  <a:lnTo>
                    <a:pt x="137" y="36"/>
                  </a:lnTo>
                  <a:lnTo>
                    <a:pt x="54" y="69"/>
                  </a:lnTo>
                  <a:lnTo>
                    <a:pt x="67" y="51"/>
                  </a:lnTo>
                  <a:lnTo>
                    <a:pt x="0" y="55"/>
                  </a:lnTo>
                  <a:close/>
                </a:path>
              </a:pathLst>
            </a:custGeom>
            <a:grpFill/>
            <a:ln w="3175">
              <a:solidFill>
                <a:schemeClr val="bg1"/>
              </a:solidFill>
              <a:prstDash val="solid"/>
              <a:round/>
            </a:ln>
          </p:spPr>
          <p:txBody>
            <a:bodyPr/>
            <a:lstStyle/>
            <a:p>
              <a:endParaRPr lang="en-US" dirty="0"/>
            </a:p>
          </p:txBody>
        </p:sp>
        <p:sp>
          <p:nvSpPr>
            <p:cNvPr id="127" name="22046244.125395.62539.5245">
              <a:extLst>
                <a:ext uri="{FF2B5EF4-FFF2-40B4-BE49-F238E27FC236}">
                  <a16:creationId xmlns:a16="http://schemas.microsoft.com/office/drawing/2014/main" id="{2021DA4D-1075-C8D6-6D70-6F0594E0AADE}"/>
                </a:ext>
              </a:extLst>
            </p:cNvPr>
            <p:cNvSpPr/>
            <p:nvPr>
              <p:custDataLst>
                <p:tags r:id="rId126"/>
              </p:custDataLst>
            </p:nvPr>
          </p:nvSpPr>
          <p:spPr bwMode="auto">
            <a:xfrm>
              <a:off x="3862" y="2127"/>
              <a:ext cx="139" cy="229"/>
            </a:xfrm>
            <a:custGeom>
              <a:avLst/>
              <a:gdLst>
                <a:gd name="T0" fmla="*/ 0 w 429"/>
                <a:gd name="T1" fmla="*/ 0 h 704"/>
                <a:gd name="T2" fmla="*/ 0 w 429"/>
                <a:gd name="T3" fmla="*/ 0 h 704"/>
                <a:gd name="T4" fmla="*/ 0 w 429"/>
                <a:gd name="T5" fmla="*/ 0 h 704"/>
                <a:gd name="T6" fmla="*/ 0 w 429"/>
                <a:gd name="T7" fmla="*/ 0 h 704"/>
                <a:gd name="T8" fmla="*/ 0 w 429"/>
                <a:gd name="T9" fmla="*/ 0 h 704"/>
                <a:gd name="T10" fmla="*/ 0 w 429"/>
                <a:gd name="T11" fmla="*/ 0 h 704"/>
                <a:gd name="T12" fmla="*/ 0 w 429"/>
                <a:gd name="T13" fmla="*/ 0 h 704"/>
                <a:gd name="T14" fmla="*/ 0 w 429"/>
                <a:gd name="T15" fmla="*/ 0 h 704"/>
                <a:gd name="T16" fmla="*/ 0 w 429"/>
                <a:gd name="T17" fmla="*/ 0 h 704"/>
                <a:gd name="T18" fmla="*/ 0 w 429"/>
                <a:gd name="T19" fmla="*/ 0 h 704"/>
                <a:gd name="T20" fmla="*/ 0 w 429"/>
                <a:gd name="T21" fmla="*/ 0 h 704"/>
                <a:gd name="T22" fmla="*/ 0 w 429"/>
                <a:gd name="T23" fmla="*/ 0 h 704"/>
                <a:gd name="T24" fmla="*/ 0 w 429"/>
                <a:gd name="T25" fmla="*/ 0 h 704"/>
                <a:gd name="T26" fmla="*/ 0 w 429"/>
                <a:gd name="T27" fmla="*/ 0 h 704"/>
                <a:gd name="T28" fmla="*/ 0 w 429"/>
                <a:gd name="T29" fmla="*/ 0 h 704"/>
                <a:gd name="T30" fmla="*/ 0 w 429"/>
                <a:gd name="T31" fmla="*/ 0 h 704"/>
                <a:gd name="T32" fmla="*/ 0 w 429"/>
                <a:gd name="T33" fmla="*/ 0 h 704"/>
                <a:gd name="T34" fmla="*/ 0 w 429"/>
                <a:gd name="T35" fmla="*/ 0 h 704"/>
                <a:gd name="T36" fmla="*/ 0 w 429"/>
                <a:gd name="T37" fmla="*/ 0 h 704"/>
                <a:gd name="T38" fmla="*/ 0 w 429"/>
                <a:gd name="T39" fmla="*/ 0 h 704"/>
                <a:gd name="T40" fmla="*/ 0 w 429"/>
                <a:gd name="T41" fmla="*/ 0 h 704"/>
                <a:gd name="T42" fmla="*/ 0 w 429"/>
                <a:gd name="T43" fmla="*/ 0 h 704"/>
                <a:gd name="T44" fmla="*/ 0 w 429"/>
                <a:gd name="T45" fmla="*/ 0 h 704"/>
                <a:gd name="T46" fmla="*/ 0 w 429"/>
                <a:gd name="T47" fmla="*/ 0 h 704"/>
                <a:gd name="T48" fmla="*/ 0 w 429"/>
                <a:gd name="T49" fmla="*/ 0 h 704"/>
                <a:gd name="T50" fmla="*/ 0 w 429"/>
                <a:gd name="T51" fmla="*/ 0 h 704"/>
                <a:gd name="T52" fmla="*/ 0 w 429"/>
                <a:gd name="T53" fmla="*/ 0 h 704"/>
                <a:gd name="T54" fmla="*/ 0 w 429"/>
                <a:gd name="T55" fmla="*/ 0 h 704"/>
                <a:gd name="T56" fmla="*/ 0 w 429"/>
                <a:gd name="T57" fmla="*/ 0 h 704"/>
                <a:gd name="T58" fmla="*/ 0 w 429"/>
                <a:gd name="T59" fmla="*/ 0 h 704"/>
                <a:gd name="T60" fmla="*/ 0 w 429"/>
                <a:gd name="T61" fmla="*/ 0 h 704"/>
                <a:gd name="T62" fmla="*/ 0 w 429"/>
                <a:gd name="T63" fmla="*/ 0 h 704"/>
                <a:gd name="T64" fmla="*/ 0 w 429"/>
                <a:gd name="T65" fmla="*/ 0 h 704"/>
                <a:gd name="T66" fmla="*/ 0 w 429"/>
                <a:gd name="T67" fmla="*/ 0 h 704"/>
                <a:gd name="T68" fmla="*/ 0 w 429"/>
                <a:gd name="T69" fmla="*/ 0 h 704"/>
                <a:gd name="T70" fmla="*/ 0 w 429"/>
                <a:gd name="T71" fmla="*/ 0 h 70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29" h="704">
                  <a:moveTo>
                    <a:pt x="0" y="529"/>
                  </a:moveTo>
                  <a:lnTo>
                    <a:pt x="18" y="611"/>
                  </a:lnTo>
                  <a:lnTo>
                    <a:pt x="55" y="649"/>
                  </a:lnTo>
                  <a:lnTo>
                    <a:pt x="51" y="704"/>
                  </a:lnTo>
                  <a:lnTo>
                    <a:pt x="155" y="667"/>
                  </a:lnTo>
                  <a:lnTo>
                    <a:pt x="183" y="556"/>
                  </a:lnTo>
                  <a:lnTo>
                    <a:pt x="162" y="551"/>
                  </a:lnTo>
                  <a:lnTo>
                    <a:pt x="241" y="517"/>
                  </a:lnTo>
                  <a:lnTo>
                    <a:pt x="166" y="509"/>
                  </a:lnTo>
                  <a:lnTo>
                    <a:pt x="223" y="517"/>
                  </a:lnTo>
                  <a:lnTo>
                    <a:pt x="253" y="488"/>
                  </a:lnTo>
                  <a:lnTo>
                    <a:pt x="208" y="452"/>
                  </a:lnTo>
                  <a:lnTo>
                    <a:pt x="165" y="477"/>
                  </a:lnTo>
                  <a:lnTo>
                    <a:pt x="199" y="455"/>
                  </a:lnTo>
                  <a:lnTo>
                    <a:pt x="201" y="353"/>
                  </a:lnTo>
                  <a:lnTo>
                    <a:pt x="345" y="257"/>
                  </a:lnTo>
                  <a:lnTo>
                    <a:pt x="334" y="236"/>
                  </a:lnTo>
                  <a:lnTo>
                    <a:pt x="359" y="188"/>
                  </a:lnTo>
                  <a:lnTo>
                    <a:pt x="429" y="173"/>
                  </a:lnTo>
                  <a:lnTo>
                    <a:pt x="411" y="59"/>
                  </a:lnTo>
                  <a:lnTo>
                    <a:pt x="313" y="0"/>
                  </a:lnTo>
                  <a:lnTo>
                    <a:pt x="298" y="0"/>
                  </a:lnTo>
                  <a:lnTo>
                    <a:pt x="297" y="37"/>
                  </a:lnTo>
                  <a:lnTo>
                    <a:pt x="235" y="30"/>
                  </a:lnTo>
                  <a:lnTo>
                    <a:pt x="223" y="59"/>
                  </a:lnTo>
                  <a:lnTo>
                    <a:pt x="181" y="67"/>
                  </a:lnTo>
                  <a:lnTo>
                    <a:pt x="169" y="113"/>
                  </a:lnTo>
                  <a:lnTo>
                    <a:pt x="111" y="168"/>
                  </a:lnTo>
                  <a:lnTo>
                    <a:pt x="84" y="243"/>
                  </a:lnTo>
                  <a:lnTo>
                    <a:pt x="96" y="274"/>
                  </a:lnTo>
                  <a:lnTo>
                    <a:pt x="34" y="297"/>
                  </a:lnTo>
                  <a:lnTo>
                    <a:pt x="32" y="396"/>
                  </a:lnTo>
                  <a:lnTo>
                    <a:pt x="50" y="417"/>
                  </a:lnTo>
                  <a:lnTo>
                    <a:pt x="32" y="436"/>
                  </a:lnTo>
                  <a:lnTo>
                    <a:pt x="39" y="480"/>
                  </a:lnTo>
                  <a:lnTo>
                    <a:pt x="0" y="529"/>
                  </a:lnTo>
                  <a:close/>
                </a:path>
              </a:pathLst>
            </a:custGeom>
            <a:grpFill/>
            <a:ln w="3175">
              <a:solidFill>
                <a:schemeClr val="bg1"/>
              </a:solidFill>
              <a:prstDash val="solid"/>
              <a:round/>
            </a:ln>
          </p:spPr>
          <p:txBody>
            <a:bodyPr/>
            <a:lstStyle/>
            <a:p>
              <a:endParaRPr lang="en-US" dirty="0"/>
            </a:p>
          </p:txBody>
        </p:sp>
        <p:sp>
          <p:nvSpPr>
            <p:cNvPr id="128" name="22047302.875385.7548.255">
              <a:extLst>
                <a:ext uri="{FF2B5EF4-FFF2-40B4-BE49-F238E27FC236}">
                  <a16:creationId xmlns:a16="http://schemas.microsoft.com/office/drawing/2014/main" id="{F3A885A5-EEA7-7B5B-2002-8122F1DD59B0}"/>
                </a:ext>
              </a:extLst>
            </p:cNvPr>
            <p:cNvSpPr/>
            <p:nvPr>
              <p:custDataLst>
                <p:tags r:id="rId127"/>
              </p:custDataLst>
            </p:nvPr>
          </p:nvSpPr>
          <p:spPr bwMode="auto">
            <a:xfrm>
              <a:off x="3805" y="2467"/>
              <a:ext cx="48" cy="23"/>
            </a:xfrm>
            <a:custGeom>
              <a:avLst/>
              <a:gdLst>
                <a:gd name="T0" fmla="*/ 0 w 147"/>
                <a:gd name="T1" fmla="*/ 0 h 73"/>
                <a:gd name="T2" fmla="*/ 0 w 147"/>
                <a:gd name="T3" fmla="*/ 0 h 73"/>
                <a:gd name="T4" fmla="*/ 0 w 147"/>
                <a:gd name="T5" fmla="*/ 0 h 73"/>
                <a:gd name="T6" fmla="*/ 0 w 147"/>
                <a:gd name="T7" fmla="*/ 0 h 73"/>
                <a:gd name="T8" fmla="*/ 0 w 147"/>
                <a:gd name="T9" fmla="*/ 0 h 73"/>
                <a:gd name="T10" fmla="*/ 0 w 147"/>
                <a:gd name="T11" fmla="*/ 0 h 73"/>
                <a:gd name="T12" fmla="*/ 0 w 147"/>
                <a:gd name="T13" fmla="*/ 0 h 73"/>
                <a:gd name="T14" fmla="*/ 0 w 147"/>
                <a:gd name="T15" fmla="*/ 0 h 73"/>
                <a:gd name="T16" fmla="*/ 0 w 147"/>
                <a:gd name="T17" fmla="*/ 0 h 73"/>
                <a:gd name="T18" fmla="*/ 0 w 147"/>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47" h="73">
                  <a:moveTo>
                    <a:pt x="0" y="50"/>
                  </a:moveTo>
                  <a:lnTo>
                    <a:pt x="33" y="73"/>
                  </a:lnTo>
                  <a:lnTo>
                    <a:pt x="80" y="53"/>
                  </a:lnTo>
                  <a:lnTo>
                    <a:pt x="100" y="72"/>
                  </a:lnTo>
                  <a:lnTo>
                    <a:pt x="147" y="33"/>
                  </a:lnTo>
                  <a:lnTo>
                    <a:pt x="119" y="29"/>
                  </a:lnTo>
                  <a:lnTo>
                    <a:pt x="118" y="11"/>
                  </a:lnTo>
                  <a:lnTo>
                    <a:pt x="114" y="7"/>
                  </a:lnTo>
                  <a:lnTo>
                    <a:pt x="49" y="0"/>
                  </a:lnTo>
                  <a:lnTo>
                    <a:pt x="0" y="50"/>
                  </a:lnTo>
                  <a:close/>
                </a:path>
              </a:pathLst>
            </a:custGeom>
            <a:grpFill/>
            <a:ln w="3175">
              <a:solidFill>
                <a:schemeClr val="bg1"/>
              </a:solidFill>
              <a:prstDash val="solid"/>
              <a:round/>
            </a:ln>
          </p:spPr>
          <p:txBody>
            <a:bodyPr/>
            <a:lstStyle/>
            <a:p>
              <a:endParaRPr lang="en-US" dirty="0"/>
            </a:p>
          </p:txBody>
        </p:sp>
        <p:sp>
          <p:nvSpPr>
            <p:cNvPr id="129" name="22048326.375440.87510.2513.3755">
              <a:extLst>
                <a:ext uri="{FF2B5EF4-FFF2-40B4-BE49-F238E27FC236}">
                  <a16:creationId xmlns:a16="http://schemas.microsoft.com/office/drawing/2014/main" id="{6A16C822-95E3-93F2-7AD9-1731FD0944CA}"/>
                </a:ext>
              </a:extLst>
            </p:cNvPr>
            <p:cNvSpPr/>
            <p:nvPr>
              <p:custDataLst>
                <p:tags r:id="rId128"/>
              </p:custDataLst>
            </p:nvPr>
          </p:nvSpPr>
          <p:spPr bwMode="auto">
            <a:xfrm>
              <a:off x="4124" y="2603"/>
              <a:ext cx="77" cy="59"/>
            </a:xfrm>
            <a:custGeom>
              <a:avLst/>
              <a:gdLst>
                <a:gd name="T0" fmla="*/ 0 w 237"/>
                <a:gd name="T1" fmla="*/ 0 h 183"/>
                <a:gd name="T2" fmla="*/ 0 w 237"/>
                <a:gd name="T3" fmla="*/ 0 h 183"/>
                <a:gd name="T4" fmla="*/ 0 w 237"/>
                <a:gd name="T5" fmla="*/ 0 h 183"/>
                <a:gd name="T6" fmla="*/ 0 w 237"/>
                <a:gd name="T7" fmla="*/ 0 h 183"/>
                <a:gd name="T8" fmla="*/ 0 w 237"/>
                <a:gd name="T9" fmla="*/ 0 h 183"/>
                <a:gd name="T10" fmla="*/ 0 w 237"/>
                <a:gd name="T11" fmla="*/ 0 h 183"/>
                <a:gd name="T12" fmla="*/ 0 w 237"/>
                <a:gd name="T13" fmla="*/ 0 h 183"/>
                <a:gd name="T14" fmla="*/ 0 w 237"/>
                <a:gd name="T15" fmla="*/ 0 h 183"/>
                <a:gd name="T16" fmla="*/ 0 w 237"/>
                <a:gd name="T17" fmla="*/ 0 h 183"/>
                <a:gd name="T18" fmla="*/ 0 w 237"/>
                <a:gd name="T19" fmla="*/ 0 h 183"/>
                <a:gd name="T20" fmla="*/ 0 w 237"/>
                <a:gd name="T21" fmla="*/ 0 h 183"/>
                <a:gd name="T22" fmla="*/ 0 w 237"/>
                <a:gd name="T23" fmla="*/ 0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6" h="183">
                  <a:moveTo>
                    <a:pt x="0" y="169"/>
                  </a:moveTo>
                  <a:lnTo>
                    <a:pt x="4" y="150"/>
                  </a:lnTo>
                  <a:lnTo>
                    <a:pt x="38" y="111"/>
                  </a:lnTo>
                  <a:lnTo>
                    <a:pt x="19" y="93"/>
                  </a:lnTo>
                  <a:lnTo>
                    <a:pt x="17" y="47"/>
                  </a:lnTo>
                  <a:lnTo>
                    <a:pt x="38" y="9"/>
                  </a:lnTo>
                  <a:lnTo>
                    <a:pt x="237" y="0"/>
                  </a:lnTo>
                  <a:lnTo>
                    <a:pt x="200" y="27"/>
                  </a:lnTo>
                  <a:lnTo>
                    <a:pt x="188" y="100"/>
                  </a:lnTo>
                  <a:lnTo>
                    <a:pt x="107" y="144"/>
                  </a:lnTo>
                  <a:lnTo>
                    <a:pt x="35" y="183"/>
                  </a:lnTo>
                  <a:lnTo>
                    <a:pt x="0" y="169"/>
                  </a:lnTo>
                  <a:close/>
                </a:path>
              </a:pathLst>
            </a:custGeom>
            <a:grpFill/>
            <a:ln w="3175">
              <a:solidFill>
                <a:schemeClr val="bg1"/>
              </a:solidFill>
              <a:prstDash val="solid"/>
              <a:round/>
            </a:ln>
          </p:spPr>
          <p:txBody>
            <a:bodyPr/>
            <a:lstStyle/>
            <a:p>
              <a:endParaRPr lang="en-US" dirty="0"/>
            </a:p>
          </p:txBody>
        </p:sp>
        <p:sp>
          <p:nvSpPr>
            <p:cNvPr id="130" name="22049378.875258.3751.3751.8755">
              <a:extLst>
                <a:ext uri="{FF2B5EF4-FFF2-40B4-BE49-F238E27FC236}">
                  <a16:creationId xmlns:a16="http://schemas.microsoft.com/office/drawing/2014/main" id="{FD58F69E-6C58-4E5B-E285-8E5E853D08B4}"/>
                </a:ext>
              </a:extLst>
            </p:cNvPr>
            <p:cNvSpPr/>
            <p:nvPr>
              <p:custDataLst>
                <p:tags r:id="rId129"/>
              </p:custDataLst>
            </p:nvPr>
          </p:nvSpPr>
          <p:spPr bwMode="auto">
            <a:xfrm>
              <a:off x="3068" y="2907"/>
              <a:ext cx="11" cy="8"/>
            </a:xfrm>
            <a:custGeom>
              <a:avLst/>
              <a:gdLst>
                <a:gd name="T0" fmla="*/ 0 w 33"/>
                <a:gd name="T1" fmla="*/ 0 h 23"/>
                <a:gd name="T2" fmla="*/ 0 w 33"/>
                <a:gd name="T3" fmla="*/ 0 h 23"/>
                <a:gd name="T4" fmla="*/ 0 w 33"/>
                <a:gd name="T5" fmla="*/ 0 h 23"/>
                <a:gd name="T6" fmla="*/ 0 w 33"/>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 h="23">
                  <a:moveTo>
                    <a:pt x="0" y="23"/>
                  </a:moveTo>
                  <a:lnTo>
                    <a:pt x="31" y="19"/>
                  </a:lnTo>
                  <a:lnTo>
                    <a:pt x="33" y="0"/>
                  </a:lnTo>
                  <a:lnTo>
                    <a:pt x="0" y="23"/>
                  </a:lnTo>
                  <a:close/>
                </a:path>
              </a:pathLst>
            </a:custGeom>
            <a:grpFill/>
            <a:ln w="3175">
              <a:solidFill>
                <a:schemeClr val="bg1"/>
              </a:solidFill>
              <a:prstDash val="solid"/>
              <a:round/>
            </a:ln>
          </p:spPr>
          <p:txBody>
            <a:bodyPr/>
            <a:lstStyle/>
            <a:p>
              <a:endParaRPr lang="en-US" dirty="0"/>
            </a:p>
          </p:txBody>
        </p:sp>
        <p:sp>
          <p:nvSpPr>
            <p:cNvPr id="131" name="22050349.25470.256.759.8755">
              <a:extLst>
                <a:ext uri="{FF2B5EF4-FFF2-40B4-BE49-F238E27FC236}">
                  <a16:creationId xmlns:a16="http://schemas.microsoft.com/office/drawing/2014/main" id="{08B9545A-05EF-2EF9-E6FC-9BD0F817C0BE}"/>
                </a:ext>
              </a:extLst>
            </p:cNvPr>
            <p:cNvSpPr/>
            <p:nvPr>
              <p:custDataLst>
                <p:tags r:id="rId130"/>
              </p:custDataLst>
            </p:nvPr>
          </p:nvSpPr>
          <p:spPr bwMode="auto">
            <a:xfrm>
              <a:off x="4294" y="2735"/>
              <a:ext cx="57" cy="39"/>
            </a:xfrm>
            <a:custGeom>
              <a:avLst/>
              <a:gdLst>
                <a:gd name="T0" fmla="*/ 0 w 174"/>
                <a:gd name="T1" fmla="*/ 0 h 120"/>
                <a:gd name="T2" fmla="*/ 0 w 174"/>
                <a:gd name="T3" fmla="*/ 0 h 120"/>
                <a:gd name="T4" fmla="*/ 0 w 174"/>
                <a:gd name="T5" fmla="*/ 0 h 120"/>
                <a:gd name="T6" fmla="*/ 0 w 174"/>
                <a:gd name="T7" fmla="*/ 0 h 120"/>
                <a:gd name="T8" fmla="*/ 0 w 174"/>
                <a:gd name="T9" fmla="*/ 0 h 120"/>
                <a:gd name="T10" fmla="*/ 0 w 174"/>
                <a:gd name="T11" fmla="*/ 0 h 120"/>
                <a:gd name="T12" fmla="*/ 0 w 174"/>
                <a:gd name="T13" fmla="*/ 0 h 120"/>
                <a:gd name="T14" fmla="*/ 0 w 174"/>
                <a:gd name="T15" fmla="*/ 0 h 120"/>
                <a:gd name="T16" fmla="*/ 0 w 174"/>
                <a:gd name="T17" fmla="*/ 0 h 120"/>
                <a:gd name="T18" fmla="*/ 0 w 174"/>
                <a:gd name="T19" fmla="*/ 0 h 120"/>
                <a:gd name="T20" fmla="*/ 0 w 174"/>
                <a:gd name="T21" fmla="*/ 0 h 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4" h="120">
                  <a:moveTo>
                    <a:pt x="0" y="55"/>
                  </a:moveTo>
                  <a:lnTo>
                    <a:pt x="9" y="52"/>
                  </a:lnTo>
                  <a:lnTo>
                    <a:pt x="23" y="71"/>
                  </a:lnTo>
                  <a:lnTo>
                    <a:pt x="97" y="70"/>
                  </a:lnTo>
                  <a:lnTo>
                    <a:pt x="165" y="0"/>
                  </a:lnTo>
                  <a:lnTo>
                    <a:pt x="174" y="43"/>
                  </a:lnTo>
                  <a:lnTo>
                    <a:pt x="154" y="44"/>
                  </a:lnTo>
                  <a:lnTo>
                    <a:pt x="165" y="70"/>
                  </a:lnTo>
                  <a:lnTo>
                    <a:pt x="137" y="120"/>
                  </a:lnTo>
                  <a:lnTo>
                    <a:pt x="31" y="107"/>
                  </a:lnTo>
                  <a:lnTo>
                    <a:pt x="0" y="55"/>
                  </a:lnTo>
                  <a:close/>
                </a:path>
              </a:pathLst>
            </a:custGeom>
            <a:grpFill/>
            <a:ln w="3175">
              <a:solidFill>
                <a:schemeClr val="bg1"/>
              </a:solidFill>
              <a:prstDash val="solid"/>
              <a:round/>
            </a:ln>
          </p:spPr>
          <p:txBody>
            <a:bodyPr/>
            <a:lstStyle/>
            <a:p>
              <a:endParaRPr lang="en-US" dirty="0"/>
            </a:p>
          </p:txBody>
        </p:sp>
        <p:sp>
          <p:nvSpPr>
            <p:cNvPr id="132" name="22051326.625388.37514.257.3755">
              <a:extLst>
                <a:ext uri="{FF2B5EF4-FFF2-40B4-BE49-F238E27FC236}">
                  <a16:creationId xmlns:a16="http://schemas.microsoft.com/office/drawing/2014/main" id="{EE72AABF-42BB-72CF-FF73-E6E686080286}"/>
                </a:ext>
              </a:extLst>
            </p:cNvPr>
            <p:cNvSpPr/>
            <p:nvPr>
              <p:custDataLst>
                <p:tags r:id="rId131"/>
              </p:custDataLst>
            </p:nvPr>
          </p:nvSpPr>
          <p:spPr bwMode="auto">
            <a:xfrm>
              <a:off x="3820" y="2604"/>
              <a:ext cx="43" cy="83"/>
            </a:xfrm>
            <a:custGeom>
              <a:avLst/>
              <a:gdLst>
                <a:gd name="T0" fmla="*/ 0 w 132"/>
                <a:gd name="T1" fmla="*/ 0 h 252"/>
                <a:gd name="T2" fmla="*/ 0 w 132"/>
                <a:gd name="T3" fmla="*/ 0 h 252"/>
                <a:gd name="T4" fmla="*/ 0 w 132"/>
                <a:gd name="T5" fmla="*/ 0 h 252"/>
                <a:gd name="T6" fmla="*/ 0 w 132"/>
                <a:gd name="T7" fmla="*/ 0 h 252"/>
                <a:gd name="T8" fmla="*/ 0 w 132"/>
                <a:gd name="T9" fmla="*/ 0 h 252"/>
                <a:gd name="T10" fmla="*/ 0 w 132"/>
                <a:gd name="T11" fmla="*/ 0 h 252"/>
                <a:gd name="T12" fmla="*/ 0 w 132"/>
                <a:gd name="T13" fmla="*/ 0 h 252"/>
                <a:gd name="T14" fmla="*/ 0 w 132"/>
                <a:gd name="T15" fmla="*/ 0 h 252"/>
                <a:gd name="T16" fmla="*/ 0 w 132"/>
                <a:gd name="T17" fmla="*/ 0 h 252"/>
                <a:gd name="T18" fmla="*/ 0 w 132"/>
                <a:gd name="T19" fmla="*/ 0 h 252"/>
                <a:gd name="T20" fmla="*/ 0 w 132"/>
                <a:gd name="T21" fmla="*/ 0 h 2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2" h="251">
                  <a:moveTo>
                    <a:pt x="0" y="117"/>
                  </a:moveTo>
                  <a:lnTo>
                    <a:pt x="28" y="94"/>
                  </a:lnTo>
                  <a:lnTo>
                    <a:pt x="42" y="3"/>
                  </a:lnTo>
                  <a:lnTo>
                    <a:pt x="123" y="0"/>
                  </a:lnTo>
                  <a:lnTo>
                    <a:pt x="103" y="31"/>
                  </a:lnTo>
                  <a:lnTo>
                    <a:pt x="126" y="69"/>
                  </a:lnTo>
                  <a:lnTo>
                    <a:pt x="79" y="117"/>
                  </a:lnTo>
                  <a:lnTo>
                    <a:pt x="132" y="147"/>
                  </a:lnTo>
                  <a:lnTo>
                    <a:pt x="66" y="252"/>
                  </a:lnTo>
                  <a:lnTo>
                    <a:pt x="56" y="185"/>
                  </a:lnTo>
                  <a:lnTo>
                    <a:pt x="0" y="117"/>
                  </a:lnTo>
                  <a:close/>
                </a:path>
              </a:pathLst>
            </a:custGeom>
            <a:grpFill/>
            <a:ln w="3175">
              <a:solidFill>
                <a:schemeClr val="bg1"/>
              </a:solidFill>
              <a:prstDash val="solid"/>
              <a:round/>
            </a:ln>
          </p:spPr>
          <p:txBody>
            <a:bodyPr/>
            <a:lstStyle/>
            <a:p>
              <a:endParaRPr lang="en-US" dirty="0"/>
            </a:p>
          </p:txBody>
        </p:sp>
        <p:sp>
          <p:nvSpPr>
            <p:cNvPr id="133" name="22052316.125423.3753.8755.255">
              <a:extLst>
                <a:ext uri="{FF2B5EF4-FFF2-40B4-BE49-F238E27FC236}">
                  <a16:creationId xmlns:a16="http://schemas.microsoft.com/office/drawing/2014/main" id="{25CE29D6-6CC0-FA8B-ED07-EA8B63801DCE}"/>
                </a:ext>
              </a:extLst>
            </p:cNvPr>
            <p:cNvSpPr/>
            <p:nvPr>
              <p:custDataLst>
                <p:tags r:id="rId132"/>
              </p:custDataLst>
            </p:nvPr>
          </p:nvSpPr>
          <p:spPr bwMode="auto">
            <a:xfrm>
              <a:off x="4023" y="2544"/>
              <a:ext cx="30" cy="22"/>
            </a:xfrm>
            <a:custGeom>
              <a:avLst/>
              <a:gdLst>
                <a:gd name="T0" fmla="*/ 0 w 93"/>
                <a:gd name="T1" fmla="*/ 0 h 70"/>
                <a:gd name="T2" fmla="*/ 0 w 93"/>
                <a:gd name="T3" fmla="*/ 0 h 70"/>
                <a:gd name="T4" fmla="*/ 0 w 93"/>
                <a:gd name="T5" fmla="*/ 0 h 70"/>
                <a:gd name="T6" fmla="*/ 0 w 93"/>
                <a:gd name="T7" fmla="*/ 0 h 70"/>
                <a:gd name="T8" fmla="*/ 0 w 93"/>
                <a:gd name="T9" fmla="*/ 0 h 70"/>
                <a:gd name="T10" fmla="*/ 0 w 93"/>
                <a:gd name="T11" fmla="*/ 0 h 70"/>
                <a:gd name="T12" fmla="*/ 0 w 93"/>
                <a:gd name="T13" fmla="*/ 0 h 70"/>
                <a:gd name="T14" fmla="*/ 0 w 93"/>
                <a:gd name="T15" fmla="*/ 0 h 7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3" h="70">
                  <a:moveTo>
                    <a:pt x="0" y="47"/>
                  </a:moveTo>
                  <a:lnTo>
                    <a:pt x="11" y="3"/>
                  </a:lnTo>
                  <a:lnTo>
                    <a:pt x="63" y="0"/>
                  </a:lnTo>
                  <a:lnTo>
                    <a:pt x="93" y="34"/>
                  </a:lnTo>
                  <a:lnTo>
                    <a:pt x="50" y="36"/>
                  </a:lnTo>
                  <a:lnTo>
                    <a:pt x="4" y="70"/>
                  </a:lnTo>
                  <a:lnTo>
                    <a:pt x="24" y="49"/>
                  </a:lnTo>
                  <a:lnTo>
                    <a:pt x="0" y="47"/>
                  </a:lnTo>
                  <a:close/>
                </a:path>
              </a:pathLst>
            </a:custGeom>
            <a:grpFill/>
            <a:ln w="3175">
              <a:solidFill>
                <a:schemeClr val="bg1"/>
              </a:solidFill>
              <a:prstDash val="solid"/>
              <a:round/>
            </a:ln>
          </p:spPr>
          <p:txBody>
            <a:bodyPr/>
            <a:lstStyle/>
            <a:p>
              <a:endParaRPr lang="en-US" dirty="0"/>
            </a:p>
          </p:txBody>
        </p:sp>
        <p:sp>
          <p:nvSpPr>
            <p:cNvPr id="134" name="22053315.62542413.37534.3755">
              <a:extLst>
                <a:ext uri="{FF2B5EF4-FFF2-40B4-BE49-F238E27FC236}">
                  <a16:creationId xmlns:a16="http://schemas.microsoft.com/office/drawing/2014/main" id="{C63F105B-E77B-B093-318A-417B8CA96954}"/>
                </a:ext>
              </a:extLst>
            </p:cNvPr>
            <p:cNvSpPr/>
            <p:nvPr>
              <p:custDataLst>
                <p:tags r:id="rId133"/>
              </p:custDataLst>
            </p:nvPr>
          </p:nvSpPr>
          <p:spPr bwMode="auto">
            <a:xfrm>
              <a:off x="4026" y="2541"/>
              <a:ext cx="199" cy="77"/>
            </a:xfrm>
            <a:custGeom>
              <a:avLst/>
              <a:gdLst>
                <a:gd name="T0" fmla="*/ 0 w 614"/>
                <a:gd name="T1" fmla="*/ 0 h 238"/>
                <a:gd name="T2" fmla="*/ 0 w 614"/>
                <a:gd name="T3" fmla="*/ 0 h 238"/>
                <a:gd name="T4" fmla="*/ 0 w 614"/>
                <a:gd name="T5" fmla="*/ 0 h 238"/>
                <a:gd name="T6" fmla="*/ 0 w 614"/>
                <a:gd name="T7" fmla="*/ 0 h 238"/>
                <a:gd name="T8" fmla="*/ 0 w 614"/>
                <a:gd name="T9" fmla="*/ 0 h 238"/>
                <a:gd name="T10" fmla="*/ 0 w 614"/>
                <a:gd name="T11" fmla="*/ 0 h 238"/>
                <a:gd name="T12" fmla="*/ 0 w 614"/>
                <a:gd name="T13" fmla="*/ 0 h 238"/>
                <a:gd name="T14" fmla="*/ 0 w 614"/>
                <a:gd name="T15" fmla="*/ 0 h 238"/>
                <a:gd name="T16" fmla="*/ 0 w 614"/>
                <a:gd name="T17" fmla="*/ 0 h 238"/>
                <a:gd name="T18" fmla="*/ 0 w 614"/>
                <a:gd name="T19" fmla="*/ 0 h 238"/>
                <a:gd name="T20" fmla="*/ 0 w 614"/>
                <a:gd name="T21" fmla="*/ 0 h 238"/>
                <a:gd name="T22" fmla="*/ 0 w 614"/>
                <a:gd name="T23" fmla="*/ 0 h 238"/>
                <a:gd name="T24" fmla="*/ 0 w 614"/>
                <a:gd name="T25" fmla="*/ 0 h 238"/>
                <a:gd name="T26" fmla="*/ 0 w 614"/>
                <a:gd name="T27" fmla="*/ 0 h 238"/>
                <a:gd name="T28" fmla="*/ 0 w 614"/>
                <a:gd name="T29" fmla="*/ 0 h 238"/>
                <a:gd name="T30" fmla="*/ 0 w 614"/>
                <a:gd name="T31" fmla="*/ 0 h 238"/>
                <a:gd name="T32" fmla="*/ 0 w 614"/>
                <a:gd name="T33" fmla="*/ 0 h 238"/>
                <a:gd name="T34" fmla="*/ 0 w 614"/>
                <a:gd name="T35" fmla="*/ 0 h 238"/>
                <a:gd name="T36" fmla="*/ 0 w 614"/>
                <a:gd name="T37" fmla="*/ 0 h 238"/>
                <a:gd name="T38" fmla="*/ 0 w 614"/>
                <a:gd name="T39" fmla="*/ 0 h 238"/>
                <a:gd name="T40" fmla="*/ 0 w 614"/>
                <a:gd name="T41" fmla="*/ 0 h 238"/>
                <a:gd name="T42" fmla="*/ 0 w 614"/>
                <a:gd name="T43" fmla="*/ 0 h 238"/>
                <a:gd name="T44" fmla="*/ 0 w 614"/>
                <a:gd name="T45" fmla="*/ 0 h 238"/>
                <a:gd name="T46" fmla="*/ 0 w 614"/>
                <a:gd name="T47" fmla="*/ 0 h 238"/>
                <a:gd name="T48" fmla="*/ 0 w 614"/>
                <a:gd name="T49" fmla="*/ 0 h 238"/>
                <a:gd name="T50" fmla="*/ 0 w 614"/>
                <a:gd name="T51" fmla="*/ 0 h 238"/>
                <a:gd name="T52" fmla="*/ 0 w 614"/>
                <a:gd name="T53" fmla="*/ 0 h 23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14" h="238">
                  <a:moveTo>
                    <a:pt x="0" y="79"/>
                  </a:moveTo>
                  <a:lnTo>
                    <a:pt x="26" y="141"/>
                  </a:lnTo>
                  <a:lnTo>
                    <a:pt x="2" y="148"/>
                  </a:lnTo>
                  <a:lnTo>
                    <a:pt x="26" y="158"/>
                  </a:lnTo>
                  <a:lnTo>
                    <a:pt x="36" y="196"/>
                  </a:lnTo>
                  <a:lnTo>
                    <a:pt x="70" y="192"/>
                  </a:lnTo>
                  <a:lnTo>
                    <a:pt x="36" y="209"/>
                  </a:lnTo>
                  <a:lnTo>
                    <a:pt x="76" y="202"/>
                  </a:lnTo>
                  <a:lnTo>
                    <a:pt x="118" y="227"/>
                  </a:lnTo>
                  <a:lnTo>
                    <a:pt x="157" y="200"/>
                  </a:lnTo>
                  <a:lnTo>
                    <a:pt x="217" y="235"/>
                  </a:lnTo>
                  <a:lnTo>
                    <a:pt x="323" y="200"/>
                  </a:lnTo>
                  <a:lnTo>
                    <a:pt x="320" y="238"/>
                  </a:lnTo>
                  <a:lnTo>
                    <a:pt x="341" y="200"/>
                  </a:lnTo>
                  <a:lnTo>
                    <a:pt x="540" y="191"/>
                  </a:lnTo>
                  <a:lnTo>
                    <a:pt x="614" y="188"/>
                  </a:lnTo>
                  <a:lnTo>
                    <a:pt x="592" y="104"/>
                  </a:lnTo>
                  <a:lnTo>
                    <a:pt x="609" y="86"/>
                  </a:lnTo>
                  <a:lnTo>
                    <a:pt x="546" y="16"/>
                  </a:lnTo>
                  <a:lnTo>
                    <a:pt x="505" y="16"/>
                  </a:lnTo>
                  <a:lnTo>
                    <a:pt x="393" y="45"/>
                  </a:lnTo>
                  <a:lnTo>
                    <a:pt x="296" y="0"/>
                  </a:lnTo>
                  <a:lnTo>
                    <a:pt x="235" y="1"/>
                  </a:lnTo>
                  <a:lnTo>
                    <a:pt x="158" y="42"/>
                  </a:lnTo>
                  <a:lnTo>
                    <a:pt x="96" y="31"/>
                  </a:lnTo>
                  <a:lnTo>
                    <a:pt x="116" y="53"/>
                  </a:lnTo>
                  <a:lnTo>
                    <a:pt x="0" y="79"/>
                  </a:lnTo>
                  <a:close/>
                </a:path>
              </a:pathLst>
            </a:custGeom>
            <a:grpFill/>
            <a:ln w="3175">
              <a:solidFill>
                <a:schemeClr val="bg1"/>
              </a:solidFill>
              <a:prstDash val="solid"/>
              <a:round/>
            </a:ln>
          </p:spPr>
          <p:txBody>
            <a:bodyPr/>
            <a:lstStyle/>
            <a:p>
              <a:endParaRPr lang="en-US" dirty="0"/>
            </a:p>
          </p:txBody>
        </p:sp>
        <p:sp>
          <p:nvSpPr>
            <p:cNvPr id="135" name="22054284.5355.6258.8757.6255">
              <a:extLst>
                <a:ext uri="{FF2B5EF4-FFF2-40B4-BE49-F238E27FC236}">
                  <a16:creationId xmlns:a16="http://schemas.microsoft.com/office/drawing/2014/main" id="{C680AFC8-39F7-9D74-D853-431394169792}"/>
                </a:ext>
              </a:extLst>
            </p:cNvPr>
            <p:cNvSpPr/>
            <p:nvPr>
              <p:custDataLst>
                <p:tags r:id="rId134"/>
              </p:custDataLst>
            </p:nvPr>
          </p:nvSpPr>
          <p:spPr bwMode="auto">
            <a:xfrm>
              <a:off x="3631" y="2361"/>
              <a:ext cx="44" cy="51"/>
            </a:xfrm>
            <a:custGeom>
              <a:avLst/>
              <a:gdLst>
                <a:gd name="T0" fmla="*/ 0 w 136"/>
                <a:gd name="T1" fmla="*/ 0 h 158"/>
                <a:gd name="T2" fmla="*/ 0 w 136"/>
                <a:gd name="T3" fmla="*/ 0 h 158"/>
                <a:gd name="T4" fmla="*/ 0 w 136"/>
                <a:gd name="T5" fmla="*/ 0 h 158"/>
                <a:gd name="T6" fmla="*/ 0 w 136"/>
                <a:gd name="T7" fmla="*/ 0 h 158"/>
                <a:gd name="T8" fmla="*/ 0 w 136"/>
                <a:gd name="T9" fmla="*/ 0 h 158"/>
                <a:gd name="T10" fmla="*/ 0 w 136"/>
                <a:gd name="T11" fmla="*/ 0 h 158"/>
                <a:gd name="T12" fmla="*/ 0 w 136"/>
                <a:gd name="T13" fmla="*/ 0 h 158"/>
                <a:gd name="T14" fmla="*/ 0 w 136"/>
                <a:gd name="T15" fmla="*/ 0 h 158"/>
                <a:gd name="T16" fmla="*/ 0 w 136"/>
                <a:gd name="T17" fmla="*/ 0 h 158"/>
                <a:gd name="T18" fmla="*/ 0 w 136"/>
                <a:gd name="T19" fmla="*/ 0 h 158"/>
                <a:gd name="T20" fmla="*/ 0 w 136"/>
                <a:gd name="T21" fmla="*/ 0 h 158"/>
                <a:gd name="T22" fmla="*/ 0 w 136"/>
                <a:gd name="T23" fmla="*/ 0 h 158"/>
                <a:gd name="T24" fmla="*/ 0 w 136"/>
                <a:gd name="T25" fmla="*/ 0 h 158"/>
                <a:gd name="T26" fmla="*/ 0 w 136"/>
                <a:gd name="T27" fmla="*/ 0 h 158"/>
                <a:gd name="T28" fmla="*/ 0 w 136"/>
                <a:gd name="T29" fmla="*/ 0 h 158"/>
                <a:gd name="T30" fmla="*/ 0 w 136"/>
                <a:gd name="T31" fmla="*/ 0 h 158"/>
                <a:gd name="T32" fmla="*/ 0 w 136"/>
                <a:gd name="T33" fmla="*/ 0 h 158"/>
                <a:gd name="T34" fmla="*/ 0 w 136"/>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36" h="158">
                  <a:moveTo>
                    <a:pt x="0" y="132"/>
                  </a:moveTo>
                  <a:lnTo>
                    <a:pt x="18" y="146"/>
                  </a:lnTo>
                  <a:lnTo>
                    <a:pt x="4" y="158"/>
                  </a:lnTo>
                  <a:lnTo>
                    <a:pt x="127" y="133"/>
                  </a:lnTo>
                  <a:lnTo>
                    <a:pt x="136" y="51"/>
                  </a:lnTo>
                  <a:lnTo>
                    <a:pt x="120" y="32"/>
                  </a:lnTo>
                  <a:lnTo>
                    <a:pt x="84" y="41"/>
                  </a:lnTo>
                  <a:lnTo>
                    <a:pt x="72" y="29"/>
                  </a:lnTo>
                  <a:lnTo>
                    <a:pt x="87" y="9"/>
                  </a:lnTo>
                  <a:lnTo>
                    <a:pt x="72" y="0"/>
                  </a:lnTo>
                  <a:lnTo>
                    <a:pt x="57" y="40"/>
                  </a:lnTo>
                  <a:lnTo>
                    <a:pt x="4" y="51"/>
                  </a:lnTo>
                  <a:lnTo>
                    <a:pt x="21" y="60"/>
                  </a:lnTo>
                  <a:lnTo>
                    <a:pt x="11" y="82"/>
                  </a:lnTo>
                  <a:lnTo>
                    <a:pt x="44" y="88"/>
                  </a:lnTo>
                  <a:lnTo>
                    <a:pt x="14" y="118"/>
                  </a:lnTo>
                  <a:lnTo>
                    <a:pt x="50" y="111"/>
                  </a:lnTo>
                  <a:lnTo>
                    <a:pt x="0" y="132"/>
                  </a:lnTo>
                  <a:close/>
                </a:path>
              </a:pathLst>
            </a:custGeom>
            <a:grpFill/>
            <a:ln w="3175">
              <a:solidFill>
                <a:schemeClr val="bg1"/>
              </a:solidFill>
              <a:prstDash val="solid"/>
              <a:round/>
            </a:ln>
          </p:spPr>
          <p:txBody>
            <a:bodyPr/>
            <a:lstStyle/>
            <a:p>
              <a:endParaRPr lang="en-US" dirty="0"/>
            </a:p>
          </p:txBody>
        </p:sp>
        <p:grpSp>
          <p:nvGrpSpPr>
            <p:cNvPr id="136" name="22059275.25359.522.12518.3756">
              <a:extLst>
                <a:ext uri="{FF2B5EF4-FFF2-40B4-BE49-F238E27FC236}">
                  <a16:creationId xmlns:a16="http://schemas.microsoft.com/office/drawing/2014/main" id="{4E700347-FCA4-171D-4E86-1E389D23CBDD}"/>
                </a:ext>
              </a:extLst>
            </p:cNvPr>
            <p:cNvGrpSpPr/>
            <p:nvPr/>
          </p:nvGrpSpPr>
          <p:grpSpPr>
            <a:xfrm>
              <a:off x="3653" y="2307"/>
              <a:ext cx="106" cy="128"/>
              <a:chOff x="2876" y="2202"/>
              <a:chExt cx="147" cy="177"/>
            </a:xfrm>
            <a:grpFill/>
          </p:grpSpPr>
          <p:sp>
            <p:nvSpPr>
              <p:cNvPr id="283" name="22055283.75359.53.54.8755">
                <a:extLst>
                  <a:ext uri="{FF2B5EF4-FFF2-40B4-BE49-F238E27FC236}">
                    <a16:creationId xmlns:a16="http://schemas.microsoft.com/office/drawing/2014/main" id="{5098A13A-9589-694B-DCB1-6050D9AE3A9E}"/>
                  </a:ext>
                </a:extLst>
              </p:cNvPr>
              <p:cNvSpPr/>
              <p:nvPr>
                <p:custDataLst>
                  <p:tags r:id="rId277"/>
                </p:custDataLst>
              </p:nvPr>
            </p:nvSpPr>
            <p:spPr bwMode="auto">
              <a:xfrm>
                <a:off x="2876" y="2270"/>
                <a:ext cx="39" cy="28"/>
              </a:xfrm>
              <a:custGeom>
                <a:avLst/>
                <a:gdLst>
                  <a:gd name="T0" fmla="*/ 0 w 85"/>
                  <a:gd name="T1" fmla="*/ 0 h 62"/>
                  <a:gd name="T2" fmla="*/ 0 w 85"/>
                  <a:gd name="T3" fmla="*/ 0 h 62"/>
                  <a:gd name="T4" fmla="*/ 0 w 85"/>
                  <a:gd name="T5" fmla="*/ 0 h 62"/>
                  <a:gd name="T6" fmla="*/ 0 w 85"/>
                  <a:gd name="T7" fmla="*/ 0 h 62"/>
                  <a:gd name="T8" fmla="*/ 0 w 85"/>
                  <a:gd name="T9" fmla="*/ 0 h 62"/>
                  <a:gd name="T10" fmla="*/ 0 w 85"/>
                  <a:gd name="T11" fmla="*/ 0 h 62"/>
                  <a:gd name="T12" fmla="*/ 0 w 85"/>
                  <a:gd name="T13" fmla="*/ 0 h 62"/>
                  <a:gd name="T14" fmla="*/ 0 w 85"/>
                  <a:gd name="T15" fmla="*/ 0 h 62"/>
                  <a:gd name="T16" fmla="*/ 0 w 85"/>
                  <a:gd name="T17" fmla="*/ 0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62">
                    <a:moveTo>
                      <a:pt x="0" y="40"/>
                    </a:moveTo>
                    <a:lnTo>
                      <a:pt x="12" y="52"/>
                    </a:lnTo>
                    <a:lnTo>
                      <a:pt x="48" y="43"/>
                    </a:lnTo>
                    <a:lnTo>
                      <a:pt x="64" y="62"/>
                    </a:lnTo>
                    <a:lnTo>
                      <a:pt x="85" y="40"/>
                    </a:lnTo>
                    <a:lnTo>
                      <a:pt x="66" y="9"/>
                    </a:lnTo>
                    <a:lnTo>
                      <a:pt x="24" y="0"/>
                    </a:lnTo>
                    <a:lnTo>
                      <a:pt x="15" y="20"/>
                    </a:lnTo>
                    <a:lnTo>
                      <a:pt x="0" y="40"/>
                    </a:lnTo>
                    <a:close/>
                  </a:path>
                </a:pathLst>
              </a:custGeom>
              <a:grpFill/>
              <a:ln w="3175">
                <a:solidFill>
                  <a:schemeClr val="bg1"/>
                </a:solidFill>
                <a:prstDash val="solid"/>
                <a:round/>
              </a:ln>
            </p:spPr>
            <p:txBody>
              <a:bodyPr/>
              <a:lstStyle/>
              <a:p>
                <a:endParaRPr lang="en-US" dirty="0"/>
              </a:p>
            </p:txBody>
          </p:sp>
          <p:sp>
            <p:nvSpPr>
              <p:cNvPr id="284" name="22056276361.6251.6251.255">
                <a:extLst>
                  <a:ext uri="{FF2B5EF4-FFF2-40B4-BE49-F238E27FC236}">
                    <a16:creationId xmlns:a16="http://schemas.microsoft.com/office/drawing/2014/main" id="{D33AEF30-B269-1BF5-2C29-6C2BEA64D8A5}"/>
                  </a:ext>
                </a:extLst>
              </p:cNvPr>
              <p:cNvSpPr/>
              <p:nvPr>
                <p:custDataLst>
                  <p:tags r:id="rId278"/>
                </p:custDataLst>
              </p:nvPr>
            </p:nvSpPr>
            <p:spPr bwMode="auto">
              <a:xfrm>
                <a:off x="2893" y="2208"/>
                <a:ext cx="10" cy="13"/>
              </a:xfrm>
              <a:custGeom>
                <a:avLst/>
                <a:gdLst>
                  <a:gd name="T0" fmla="*/ 0 w 22"/>
                  <a:gd name="T1" fmla="*/ 0 h 27"/>
                  <a:gd name="T2" fmla="*/ 0 w 22"/>
                  <a:gd name="T3" fmla="*/ 0 h 27"/>
                  <a:gd name="T4" fmla="*/ 0 w 22"/>
                  <a:gd name="T5" fmla="*/ 0 h 27"/>
                  <a:gd name="T6" fmla="*/ 0 w 22"/>
                  <a:gd name="T7" fmla="*/ 0 h 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27">
                    <a:moveTo>
                      <a:pt x="0" y="27"/>
                    </a:moveTo>
                    <a:lnTo>
                      <a:pt x="0" y="5"/>
                    </a:lnTo>
                    <a:lnTo>
                      <a:pt x="22" y="0"/>
                    </a:lnTo>
                    <a:lnTo>
                      <a:pt x="0" y="27"/>
                    </a:lnTo>
                    <a:close/>
                  </a:path>
                </a:pathLst>
              </a:custGeom>
              <a:grpFill/>
              <a:ln w="3175">
                <a:solidFill>
                  <a:schemeClr val="bg1"/>
                </a:solidFill>
                <a:prstDash val="solid"/>
                <a:round/>
              </a:ln>
            </p:spPr>
            <p:txBody>
              <a:bodyPr/>
              <a:lstStyle/>
              <a:p>
                <a:endParaRPr lang="en-US" dirty="0"/>
              </a:p>
            </p:txBody>
          </p:sp>
          <p:sp>
            <p:nvSpPr>
              <p:cNvPr id="285" name="22057277.625362.2511.1255">
                <a:extLst>
                  <a:ext uri="{FF2B5EF4-FFF2-40B4-BE49-F238E27FC236}">
                    <a16:creationId xmlns:a16="http://schemas.microsoft.com/office/drawing/2014/main" id="{193436E8-C90C-46EA-2342-1568DB9CF734}"/>
                  </a:ext>
                </a:extLst>
              </p:cNvPr>
              <p:cNvSpPr/>
              <p:nvPr>
                <p:custDataLst>
                  <p:tags r:id="rId279"/>
                </p:custDataLst>
              </p:nvPr>
            </p:nvSpPr>
            <p:spPr bwMode="auto">
              <a:xfrm>
                <a:off x="2898" y="2221"/>
                <a:ext cx="9" cy="8"/>
              </a:xfrm>
              <a:custGeom>
                <a:avLst/>
                <a:gdLst>
                  <a:gd name="T0" fmla="*/ 0 w 21"/>
                  <a:gd name="T1" fmla="*/ 0 h 18"/>
                  <a:gd name="T2" fmla="*/ 0 w 21"/>
                  <a:gd name="T3" fmla="*/ 0 h 18"/>
                  <a:gd name="T4" fmla="*/ 0 w 21"/>
                  <a:gd name="T5" fmla="*/ 0 h 18"/>
                  <a:gd name="T6" fmla="*/ 0 w 21"/>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 h="18">
                    <a:moveTo>
                      <a:pt x="0" y="14"/>
                    </a:moveTo>
                    <a:lnTo>
                      <a:pt x="11" y="0"/>
                    </a:lnTo>
                    <a:lnTo>
                      <a:pt x="21" y="18"/>
                    </a:lnTo>
                    <a:lnTo>
                      <a:pt x="0" y="14"/>
                    </a:lnTo>
                    <a:close/>
                  </a:path>
                </a:pathLst>
              </a:custGeom>
              <a:grpFill/>
              <a:ln w="3175">
                <a:solidFill>
                  <a:schemeClr val="bg1"/>
                </a:solidFill>
                <a:prstDash val="solid"/>
                <a:round/>
              </a:ln>
            </p:spPr>
            <p:txBody>
              <a:bodyPr/>
              <a:lstStyle/>
              <a:p>
                <a:endParaRPr lang="en-US" dirty="0"/>
              </a:p>
            </p:txBody>
          </p:sp>
          <p:sp>
            <p:nvSpPr>
              <p:cNvPr id="286" name="22058275.25363.37522.12514.55">
                <a:extLst>
                  <a:ext uri="{FF2B5EF4-FFF2-40B4-BE49-F238E27FC236}">
                    <a16:creationId xmlns:a16="http://schemas.microsoft.com/office/drawing/2014/main" id="{9F6E5E29-A7C0-4F71-7979-20DACEEC1B0D}"/>
                  </a:ext>
                </a:extLst>
              </p:cNvPr>
              <p:cNvSpPr/>
              <p:nvPr>
                <p:custDataLst>
                  <p:tags r:id="rId280"/>
                </p:custDataLst>
              </p:nvPr>
            </p:nvSpPr>
            <p:spPr bwMode="auto">
              <a:xfrm>
                <a:off x="2907" y="2202"/>
                <a:ext cx="116" cy="177"/>
              </a:xfrm>
              <a:custGeom>
                <a:avLst/>
                <a:gdLst>
                  <a:gd name="T0" fmla="*/ 0 w 258"/>
                  <a:gd name="T1" fmla="*/ 0 h 394"/>
                  <a:gd name="T2" fmla="*/ 0 w 258"/>
                  <a:gd name="T3" fmla="*/ 0 h 394"/>
                  <a:gd name="T4" fmla="*/ 0 w 258"/>
                  <a:gd name="T5" fmla="*/ 0 h 394"/>
                  <a:gd name="T6" fmla="*/ 0 w 258"/>
                  <a:gd name="T7" fmla="*/ 0 h 394"/>
                  <a:gd name="T8" fmla="*/ 0 w 258"/>
                  <a:gd name="T9" fmla="*/ 0 h 394"/>
                  <a:gd name="T10" fmla="*/ 0 w 258"/>
                  <a:gd name="T11" fmla="*/ 0 h 394"/>
                  <a:gd name="T12" fmla="*/ 0 w 258"/>
                  <a:gd name="T13" fmla="*/ 0 h 394"/>
                  <a:gd name="T14" fmla="*/ 0 w 258"/>
                  <a:gd name="T15" fmla="*/ 0 h 394"/>
                  <a:gd name="T16" fmla="*/ 0 w 258"/>
                  <a:gd name="T17" fmla="*/ 0 h 394"/>
                  <a:gd name="T18" fmla="*/ 0 w 258"/>
                  <a:gd name="T19" fmla="*/ 0 h 394"/>
                  <a:gd name="T20" fmla="*/ 0 w 258"/>
                  <a:gd name="T21" fmla="*/ 0 h 394"/>
                  <a:gd name="T22" fmla="*/ 0 w 258"/>
                  <a:gd name="T23" fmla="*/ 0 h 394"/>
                  <a:gd name="T24" fmla="*/ 0 w 258"/>
                  <a:gd name="T25" fmla="*/ 0 h 394"/>
                  <a:gd name="T26" fmla="*/ 0 w 258"/>
                  <a:gd name="T27" fmla="*/ 0 h 394"/>
                  <a:gd name="T28" fmla="*/ 0 w 258"/>
                  <a:gd name="T29" fmla="*/ 0 h 394"/>
                  <a:gd name="T30" fmla="*/ 0 w 258"/>
                  <a:gd name="T31" fmla="*/ 0 h 394"/>
                  <a:gd name="T32" fmla="*/ 0 w 258"/>
                  <a:gd name="T33" fmla="*/ 0 h 394"/>
                  <a:gd name="T34" fmla="*/ 0 w 258"/>
                  <a:gd name="T35" fmla="*/ 0 h 394"/>
                  <a:gd name="T36" fmla="*/ 0 w 258"/>
                  <a:gd name="T37" fmla="*/ 0 h 394"/>
                  <a:gd name="T38" fmla="*/ 0 w 258"/>
                  <a:gd name="T39" fmla="*/ 0 h 394"/>
                  <a:gd name="T40" fmla="*/ 0 w 258"/>
                  <a:gd name="T41" fmla="*/ 0 h 394"/>
                  <a:gd name="T42" fmla="*/ 0 w 258"/>
                  <a:gd name="T43" fmla="*/ 0 h 394"/>
                  <a:gd name="T44" fmla="*/ 0 w 258"/>
                  <a:gd name="T45" fmla="*/ 0 h 394"/>
                  <a:gd name="T46" fmla="*/ 0 w 258"/>
                  <a:gd name="T47" fmla="*/ 0 h 394"/>
                  <a:gd name="T48" fmla="*/ 0 w 258"/>
                  <a:gd name="T49" fmla="*/ 0 h 394"/>
                  <a:gd name="T50" fmla="*/ 0 w 258"/>
                  <a:gd name="T51" fmla="*/ 0 h 394"/>
                  <a:gd name="T52" fmla="*/ 0 w 258"/>
                  <a:gd name="T53" fmla="*/ 0 h 394"/>
                  <a:gd name="T54" fmla="*/ 0 w 258"/>
                  <a:gd name="T55" fmla="*/ 0 h 394"/>
                  <a:gd name="T56" fmla="*/ 0 w 258"/>
                  <a:gd name="T57" fmla="*/ 0 h 394"/>
                  <a:gd name="T58" fmla="*/ 0 w 258"/>
                  <a:gd name="T59" fmla="*/ 0 h 3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58" h="394">
                    <a:moveTo>
                      <a:pt x="0" y="92"/>
                    </a:moveTo>
                    <a:lnTo>
                      <a:pt x="10" y="39"/>
                    </a:lnTo>
                    <a:lnTo>
                      <a:pt x="38" y="0"/>
                    </a:lnTo>
                    <a:lnTo>
                      <a:pt x="98" y="0"/>
                    </a:lnTo>
                    <a:lnTo>
                      <a:pt x="63" y="47"/>
                    </a:lnTo>
                    <a:lnTo>
                      <a:pt x="142" y="57"/>
                    </a:lnTo>
                    <a:lnTo>
                      <a:pt x="92" y="121"/>
                    </a:lnTo>
                    <a:lnTo>
                      <a:pt x="151" y="143"/>
                    </a:lnTo>
                    <a:lnTo>
                      <a:pt x="207" y="224"/>
                    </a:lnTo>
                    <a:lnTo>
                      <a:pt x="191" y="230"/>
                    </a:lnTo>
                    <a:lnTo>
                      <a:pt x="216" y="249"/>
                    </a:lnTo>
                    <a:lnTo>
                      <a:pt x="202" y="270"/>
                    </a:lnTo>
                    <a:lnTo>
                      <a:pt x="258" y="274"/>
                    </a:lnTo>
                    <a:lnTo>
                      <a:pt x="224" y="328"/>
                    </a:lnTo>
                    <a:lnTo>
                      <a:pt x="247" y="343"/>
                    </a:lnTo>
                    <a:lnTo>
                      <a:pt x="15" y="394"/>
                    </a:lnTo>
                    <a:lnTo>
                      <a:pt x="118" y="321"/>
                    </a:lnTo>
                    <a:lnTo>
                      <a:pt x="88" y="332"/>
                    </a:lnTo>
                    <a:lnTo>
                      <a:pt x="29" y="310"/>
                    </a:lnTo>
                    <a:lnTo>
                      <a:pt x="73" y="282"/>
                    </a:lnTo>
                    <a:lnTo>
                      <a:pt x="45" y="270"/>
                    </a:lnTo>
                    <a:lnTo>
                      <a:pt x="104" y="241"/>
                    </a:lnTo>
                    <a:lnTo>
                      <a:pt x="111" y="205"/>
                    </a:lnTo>
                    <a:lnTo>
                      <a:pt x="81" y="194"/>
                    </a:lnTo>
                    <a:lnTo>
                      <a:pt x="98" y="173"/>
                    </a:lnTo>
                    <a:lnTo>
                      <a:pt x="37" y="183"/>
                    </a:lnTo>
                    <a:lnTo>
                      <a:pt x="38" y="127"/>
                    </a:lnTo>
                    <a:lnTo>
                      <a:pt x="10" y="153"/>
                    </a:lnTo>
                    <a:lnTo>
                      <a:pt x="26" y="95"/>
                    </a:lnTo>
                    <a:lnTo>
                      <a:pt x="0" y="92"/>
                    </a:lnTo>
                    <a:close/>
                  </a:path>
                </a:pathLst>
              </a:custGeom>
              <a:grpFill/>
              <a:ln w="3175">
                <a:solidFill>
                  <a:schemeClr val="bg1"/>
                </a:solidFill>
                <a:prstDash val="solid"/>
                <a:round/>
              </a:ln>
            </p:spPr>
            <p:txBody>
              <a:bodyPr/>
              <a:lstStyle/>
              <a:p>
                <a:endParaRPr lang="en-US" dirty="0"/>
              </a:p>
            </p:txBody>
          </p:sp>
        </p:grpSp>
        <p:sp>
          <p:nvSpPr>
            <p:cNvPr id="137" name="22060260.875726.751.755.755">
              <a:extLst>
                <a:ext uri="{FF2B5EF4-FFF2-40B4-BE49-F238E27FC236}">
                  <a16:creationId xmlns:a16="http://schemas.microsoft.com/office/drawing/2014/main" id="{CCA4FB95-103F-0BAA-C29F-8927D3D0ADEA}"/>
                </a:ext>
              </a:extLst>
            </p:cNvPr>
            <p:cNvSpPr/>
            <p:nvPr>
              <p:custDataLst>
                <p:tags r:id="rId135"/>
              </p:custDataLst>
            </p:nvPr>
          </p:nvSpPr>
          <p:spPr bwMode="auto">
            <a:xfrm>
              <a:off x="5778" y="2224"/>
              <a:ext cx="33" cy="10"/>
            </a:xfrm>
            <a:custGeom>
              <a:avLst/>
              <a:gdLst>
                <a:gd name="T0" fmla="*/ 0 w 101"/>
                <a:gd name="T1" fmla="*/ 0 h 32"/>
                <a:gd name="T2" fmla="*/ 0 w 101"/>
                <a:gd name="T3" fmla="*/ 0 h 32"/>
                <a:gd name="T4" fmla="*/ 0 w 101"/>
                <a:gd name="T5" fmla="*/ 0 h 32"/>
                <a:gd name="T6" fmla="*/ 0 w 101"/>
                <a:gd name="T7" fmla="*/ 0 h 32"/>
                <a:gd name="T8" fmla="*/ 0 w 101"/>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 h="32">
                  <a:moveTo>
                    <a:pt x="0" y="10"/>
                  </a:moveTo>
                  <a:lnTo>
                    <a:pt x="61" y="0"/>
                  </a:lnTo>
                  <a:lnTo>
                    <a:pt x="101" y="15"/>
                  </a:lnTo>
                  <a:lnTo>
                    <a:pt x="81" y="32"/>
                  </a:lnTo>
                  <a:lnTo>
                    <a:pt x="0" y="10"/>
                  </a:lnTo>
                  <a:close/>
                </a:path>
              </a:pathLst>
            </a:custGeom>
            <a:grpFill/>
            <a:ln w="3175">
              <a:solidFill>
                <a:schemeClr val="bg1"/>
              </a:solidFill>
              <a:prstDash val="solid"/>
              <a:round/>
            </a:ln>
          </p:spPr>
          <p:txBody>
            <a:bodyPr/>
            <a:lstStyle/>
            <a:p>
              <a:endParaRPr lang="en-US" dirty="0"/>
            </a:p>
          </p:txBody>
        </p:sp>
        <p:sp>
          <p:nvSpPr>
            <p:cNvPr id="138" name="22061456.625265109.755">
              <a:extLst>
                <a:ext uri="{FF2B5EF4-FFF2-40B4-BE49-F238E27FC236}">
                  <a16:creationId xmlns:a16="http://schemas.microsoft.com/office/drawing/2014/main" id="{9EAC1728-B1D4-80F3-68A6-0FB3E13BA385}"/>
                </a:ext>
              </a:extLst>
            </p:cNvPr>
            <p:cNvSpPr/>
            <p:nvPr>
              <p:custDataLst>
                <p:tags r:id="rId136"/>
              </p:custDataLst>
            </p:nvPr>
          </p:nvSpPr>
          <p:spPr bwMode="auto">
            <a:xfrm>
              <a:off x="3106" y="3356"/>
              <a:ext cx="57" cy="58"/>
            </a:xfrm>
            <a:custGeom>
              <a:avLst/>
              <a:gdLst>
                <a:gd name="T0" fmla="*/ 0 w 174"/>
                <a:gd name="T1" fmla="*/ 0 h 179"/>
                <a:gd name="T2" fmla="*/ 0 w 174"/>
                <a:gd name="T3" fmla="*/ 0 h 179"/>
                <a:gd name="T4" fmla="*/ 0 w 174"/>
                <a:gd name="T5" fmla="*/ 0 h 179"/>
                <a:gd name="T6" fmla="*/ 0 w 174"/>
                <a:gd name="T7" fmla="*/ 0 h 179"/>
                <a:gd name="T8" fmla="*/ 0 w 174"/>
                <a:gd name="T9" fmla="*/ 0 h 179"/>
                <a:gd name="T10" fmla="*/ 0 w 174"/>
                <a:gd name="T11" fmla="*/ 0 h 179"/>
                <a:gd name="T12" fmla="*/ 0 w 174"/>
                <a:gd name="T13" fmla="*/ 0 h 179"/>
                <a:gd name="T14" fmla="*/ 0 w 174"/>
                <a:gd name="T15" fmla="*/ 0 h 17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4" h="179">
                  <a:moveTo>
                    <a:pt x="0" y="144"/>
                  </a:moveTo>
                  <a:lnTo>
                    <a:pt x="29" y="7"/>
                  </a:lnTo>
                  <a:lnTo>
                    <a:pt x="53" y="0"/>
                  </a:lnTo>
                  <a:lnTo>
                    <a:pt x="154" y="70"/>
                  </a:lnTo>
                  <a:lnTo>
                    <a:pt x="174" y="99"/>
                  </a:lnTo>
                  <a:lnTo>
                    <a:pt x="166" y="135"/>
                  </a:lnTo>
                  <a:lnTo>
                    <a:pt x="119" y="179"/>
                  </a:lnTo>
                  <a:lnTo>
                    <a:pt x="0" y="144"/>
                  </a:lnTo>
                  <a:close/>
                </a:path>
              </a:pathLst>
            </a:custGeom>
            <a:grpFill/>
            <a:ln w="3175">
              <a:solidFill>
                <a:schemeClr val="bg1"/>
              </a:solidFill>
              <a:prstDash val="solid"/>
              <a:round/>
            </a:ln>
          </p:spPr>
          <p:txBody>
            <a:bodyPr/>
            <a:lstStyle/>
            <a:p>
              <a:endParaRPr lang="en-US" dirty="0"/>
            </a:p>
          </p:txBody>
        </p:sp>
        <p:sp>
          <p:nvSpPr>
            <p:cNvPr id="139" name="22062389.5236.12574.62573.1255">
              <a:extLst>
                <a:ext uri="{FF2B5EF4-FFF2-40B4-BE49-F238E27FC236}">
                  <a16:creationId xmlns:a16="http://schemas.microsoft.com/office/drawing/2014/main" id="{96E35229-3556-E78A-30E5-E0DD878A2AA4}"/>
                </a:ext>
              </a:extLst>
            </p:cNvPr>
            <p:cNvSpPr/>
            <p:nvPr>
              <p:custDataLst>
                <p:tags r:id="rId137"/>
              </p:custDataLst>
            </p:nvPr>
          </p:nvSpPr>
          <p:spPr bwMode="auto">
            <a:xfrm>
              <a:off x="2939" y="2968"/>
              <a:ext cx="423" cy="432"/>
            </a:xfrm>
            <a:custGeom>
              <a:avLst/>
              <a:gdLst>
                <a:gd name="T0" fmla="*/ 0 w 1303"/>
                <a:gd name="T1" fmla="*/ 0 h 1332"/>
                <a:gd name="T2" fmla="*/ 0 w 1303"/>
                <a:gd name="T3" fmla="*/ 0 h 1332"/>
                <a:gd name="T4" fmla="*/ 0 w 1303"/>
                <a:gd name="T5" fmla="*/ 0 h 1332"/>
                <a:gd name="T6" fmla="*/ 0 w 1303"/>
                <a:gd name="T7" fmla="*/ 0 h 1332"/>
                <a:gd name="T8" fmla="*/ 0 w 1303"/>
                <a:gd name="T9" fmla="*/ 0 h 1332"/>
                <a:gd name="T10" fmla="*/ 0 w 1303"/>
                <a:gd name="T11" fmla="*/ 0 h 1332"/>
                <a:gd name="T12" fmla="*/ 0 w 1303"/>
                <a:gd name="T13" fmla="*/ 0 h 1332"/>
                <a:gd name="T14" fmla="*/ 0 w 1303"/>
                <a:gd name="T15" fmla="*/ 0 h 1332"/>
                <a:gd name="T16" fmla="*/ 0 w 1303"/>
                <a:gd name="T17" fmla="*/ 0 h 1332"/>
                <a:gd name="T18" fmla="*/ 0 w 1303"/>
                <a:gd name="T19" fmla="*/ 0 h 1332"/>
                <a:gd name="T20" fmla="*/ 0 w 1303"/>
                <a:gd name="T21" fmla="*/ 0 h 1332"/>
                <a:gd name="T22" fmla="*/ 0 w 1303"/>
                <a:gd name="T23" fmla="*/ 0 h 1332"/>
                <a:gd name="T24" fmla="*/ 0 w 1303"/>
                <a:gd name="T25" fmla="*/ 0 h 1332"/>
                <a:gd name="T26" fmla="*/ 0 w 1303"/>
                <a:gd name="T27" fmla="*/ 0 h 1332"/>
                <a:gd name="T28" fmla="*/ 0 w 1303"/>
                <a:gd name="T29" fmla="*/ 0 h 1332"/>
                <a:gd name="T30" fmla="*/ 0 w 1303"/>
                <a:gd name="T31" fmla="*/ 0 h 1332"/>
                <a:gd name="T32" fmla="*/ 0 w 1303"/>
                <a:gd name="T33" fmla="*/ 0 h 1332"/>
                <a:gd name="T34" fmla="*/ 0 w 1303"/>
                <a:gd name="T35" fmla="*/ 0 h 1332"/>
                <a:gd name="T36" fmla="*/ 0 w 1303"/>
                <a:gd name="T37" fmla="*/ 0 h 1332"/>
                <a:gd name="T38" fmla="*/ 0 w 1303"/>
                <a:gd name="T39" fmla="*/ 0 h 1332"/>
                <a:gd name="T40" fmla="*/ 0 w 1303"/>
                <a:gd name="T41" fmla="*/ 0 h 1332"/>
                <a:gd name="T42" fmla="*/ 0 w 1303"/>
                <a:gd name="T43" fmla="*/ 0 h 1332"/>
                <a:gd name="T44" fmla="*/ 0 w 1303"/>
                <a:gd name="T45" fmla="*/ 0 h 1332"/>
                <a:gd name="T46" fmla="*/ 0 w 1303"/>
                <a:gd name="T47" fmla="*/ 0 h 1332"/>
                <a:gd name="T48" fmla="*/ 0 w 1303"/>
                <a:gd name="T49" fmla="*/ 0 h 1332"/>
                <a:gd name="T50" fmla="*/ 0 w 1303"/>
                <a:gd name="T51" fmla="*/ 0 h 1332"/>
                <a:gd name="T52" fmla="*/ 0 w 1303"/>
                <a:gd name="T53" fmla="*/ 0 h 1332"/>
                <a:gd name="T54" fmla="*/ 0 w 1303"/>
                <a:gd name="T55" fmla="*/ 0 h 1332"/>
                <a:gd name="T56" fmla="*/ 0 w 1303"/>
                <a:gd name="T57" fmla="*/ 0 h 1332"/>
                <a:gd name="T58" fmla="*/ 0 w 1303"/>
                <a:gd name="T59" fmla="*/ 0 h 1332"/>
                <a:gd name="T60" fmla="*/ 0 w 1303"/>
                <a:gd name="T61" fmla="*/ 0 h 1332"/>
                <a:gd name="T62" fmla="*/ 0 w 1303"/>
                <a:gd name="T63" fmla="*/ 0 h 1332"/>
                <a:gd name="T64" fmla="*/ 0 w 1303"/>
                <a:gd name="T65" fmla="*/ 0 h 1332"/>
                <a:gd name="T66" fmla="*/ 0 w 1303"/>
                <a:gd name="T67" fmla="*/ 0 h 1332"/>
                <a:gd name="T68" fmla="*/ 0 w 1303"/>
                <a:gd name="T69" fmla="*/ 0 h 13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303" h="1332">
                  <a:moveTo>
                    <a:pt x="0" y="421"/>
                  </a:moveTo>
                  <a:lnTo>
                    <a:pt x="29" y="483"/>
                  </a:lnTo>
                  <a:lnTo>
                    <a:pt x="74" y="504"/>
                  </a:lnTo>
                  <a:lnTo>
                    <a:pt x="110" y="480"/>
                  </a:lnTo>
                  <a:lnTo>
                    <a:pt x="110" y="535"/>
                  </a:lnTo>
                  <a:lnTo>
                    <a:pt x="139" y="535"/>
                  </a:lnTo>
                  <a:lnTo>
                    <a:pt x="180" y="538"/>
                  </a:lnTo>
                  <a:lnTo>
                    <a:pt x="280" y="490"/>
                  </a:lnTo>
                  <a:lnTo>
                    <a:pt x="288" y="565"/>
                  </a:lnTo>
                  <a:lnTo>
                    <a:pt x="437" y="625"/>
                  </a:lnTo>
                  <a:lnTo>
                    <a:pt x="460" y="714"/>
                  </a:lnTo>
                  <a:lnTo>
                    <a:pt x="517" y="718"/>
                  </a:lnTo>
                  <a:lnTo>
                    <a:pt x="538" y="777"/>
                  </a:lnTo>
                  <a:lnTo>
                    <a:pt x="526" y="846"/>
                  </a:lnTo>
                  <a:lnTo>
                    <a:pt x="534" y="913"/>
                  </a:lnTo>
                  <a:lnTo>
                    <a:pt x="603" y="924"/>
                  </a:lnTo>
                  <a:lnTo>
                    <a:pt x="613" y="971"/>
                  </a:lnTo>
                  <a:lnTo>
                    <a:pt x="647" y="980"/>
                  </a:lnTo>
                  <a:lnTo>
                    <a:pt x="642" y="1039"/>
                  </a:lnTo>
                  <a:lnTo>
                    <a:pt x="668" y="1040"/>
                  </a:lnTo>
                  <a:lnTo>
                    <a:pt x="673" y="1091"/>
                  </a:lnTo>
                  <a:lnTo>
                    <a:pt x="543" y="1204"/>
                  </a:lnTo>
                  <a:lnTo>
                    <a:pt x="567" y="1197"/>
                  </a:lnTo>
                  <a:lnTo>
                    <a:pt x="668" y="1267"/>
                  </a:lnTo>
                  <a:lnTo>
                    <a:pt x="688" y="1296"/>
                  </a:lnTo>
                  <a:lnTo>
                    <a:pt x="680" y="1332"/>
                  </a:lnTo>
                  <a:lnTo>
                    <a:pt x="839" y="1134"/>
                  </a:lnTo>
                  <a:lnTo>
                    <a:pt x="849" y="1033"/>
                  </a:lnTo>
                  <a:lnTo>
                    <a:pt x="977" y="942"/>
                  </a:lnTo>
                  <a:lnTo>
                    <a:pt x="1057" y="942"/>
                  </a:lnTo>
                  <a:lnTo>
                    <a:pt x="1090" y="911"/>
                  </a:lnTo>
                  <a:lnTo>
                    <a:pt x="1156" y="759"/>
                  </a:lnTo>
                  <a:lnTo>
                    <a:pt x="1164" y="611"/>
                  </a:lnTo>
                  <a:lnTo>
                    <a:pt x="1290" y="469"/>
                  </a:lnTo>
                  <a:lnTo>
                    <a:pt x="1303" y="407"/>
                  </a:lnTo>
                  <a:lnTo>
                    <a:pt x="1282" y="345"/>
                  </a:lnTo>
                  <a:lnTo>
                    <a:pt x="1230" y="337"/>
                  </a:lnTo>
                  <a:lnTo>
                    <a:pt x="1146" y="274"/>
                  </a:lnTo>
                  <a:lnTo>
                    <a:pt x="982" y="260"/>
                  </a:lnTo>
                  <a:lnTo>
                    <a:pt x="967" y="222"/>
                  </a:lnTo>
                  <a:lnTo>
                    <a:pt x="893" y="193"/>
                  </a:lnTo>
                  <a:lnTo>
                    <a:pt x="863" y="194"/>
                  </a:lnTo>
                  <a:lnTo>
                    <a:pt x="819" y="252"/>
                  </a:lnTo>
                  <a:lnTo>
                    <a:pt x="817" y="231"/>
                  </a:lnTo>
                  <a:lnTo>
                    <a:pt x="747" y="241"/>
                  </a:lnTo>
                  <a:lnTo>
                    <a:pt x="776" y="230"/>
                  </a:lnTo>
                  <a:lnTo>
                    <a:pt x="749" y="184"/>
                  </a:lnTo>
                  <a:lnTo>
                    <a:pt x="801" y="120"/>
                  </a:lnTo>
                  <a:lnTo>
                    <a:pt x="746" y="37"/>
                  </a:lnTo>
                  <a:lnTo>
                    <a:pt x="697" y="102"/>
                  </a:lnTo>
                  <a:lnTo>
                    <a:pt x="650" y="98"/>
                  </a:lnTo>
                  <a:lnTo>
                    <a:pt x="580" y="107"/>
                  </a:lnTo>
                  <a:lnTo>
                    <a:pt x="485" y="121"/>
                  </a:lnTo>
                  <a:lnTo>
                    <a:pt x="467" y="87"/>
                  </a:lnTo>
                  <a:lnTo>
                    <a:pt x="474" y="24"/>
                  </a:lnTo>
                  <a:lnTo>
                    <a:pt x="444" y="0"/>
                  </a:lnTo>
                  <a:lnTo>
                    <a:pt x="361" y="40"/>
                  </a:lnTo>
                  <a:lnTo>
                    <a:pt x="303" y="28"/>
                  </a:lnTo>
                  <a:lnTo>
                    <a:pt x="320" y="91"/>
                  </a:lnTo>
                  <a:lnTo>
                    <a:pt x="352" y="99"/>
                  </a:lnTo>
                  <a:lnTo>
                    <a:pt x="272" y="145"/>
                  </a:lnTo>
                  <a:lnTo>
                    <a:pt x="233" y="128"/>
                  </a:lnTo>
                  <a:lnTo>
                    <a:pt x="214" y="105"/>
                  </a:lnTo>
                  <a:lnTo>
                    <a:pt x="134" y="117"/>
                  </a:lnTo>
                  <a:lnTo>
                    <a:pt x="159" y="151"/>
                  </a:lnTo>
                  <a:lnTo>
                    <a:pt x="128" y="154"/>
                  </a:lnTo>
                  <a:lnTo>
                    <a:pt x="145" y="213"/>
                  </a:lnTo>
                  <a:lnTo>
                    <a:pt x="130" y="310"/>
                  </a:lnTo>
                  <a:lnTo>
                    <a:pt x="46" y="344"/>
                  </a:lnTo>
                  <a:lnTo>
                    <a:pt x="0" y="421"/>
                  </a:lnTo>
                  <a:close/>
                </a:path>
              </a:pathLst>
            </a:custGeom>
            <a:grpFill/>
            <a:ln w="3175">
              <a:solidFill>
                <a:schemeClr val="bg1"/>
              </a:solidFill>
              <a:prstDash val="solid"/>
              <a:round/>
            </a:ln>
          </p:spPr>
          <p:txBody>
            <a:bodyPr/>
            <a:lstStyle/>
            <a:p>
              <a:endParaRPr lang="en-US" dirty="0"/>
            </a:p>
          </p:txBody>
        </p:sp>
        <p:grpSp>
          <p:nvGrpSpPr>
            <p:cNvPr id="140" name="22071431.75232.87583.2515.6256">
              <a:extLst>
                <a:ext uri="{FF2B5EF4-FFF2-40B4-BE49-F238E27FC236}">
                  <a16:creationId xmlns:a16="http://schemas.microsoft.com/office/drawing/2014/main" id="{29BED43C-F768-43BA-B5B4-642CA1D54C52}"/>
                </a:ext>
              </a:extLst>
            </p:cNvPr>
            <p:cNvGrpSpPr/>
            <p:nvPr/>
          </p:nvGrpSpPr>
          <p:grpSpPr>
            <a:xfrm>
              <a:off x="2921" y="3212"/>
              <a:ext cx="90" cy="482"/>
              <a:chOff x="1863" y="3454"/>
              <a:chExt cx="125" cy="666"/>
            </a:xfrm>
            <a:grpFill/>
          </p:grpSpPr>
          <p:sp>
            <p:nvSpPr>
              <p:cNvPr id="275" name="22063431.75232.87578.37515.6255">
                <a:extLst>
                  <a:ext uri="{FF2B5EF4-FFF2-40B4-BE49-F238E27FC236}">
                    <a16:creationId xmlns:a16="http://schemas.microsoft.com/office/drawing/2014/main" id="{00843EB3-F94D-31C2-08C0-2C335BB92FC7}"/>
                  </a:ext>
                </a:extLst>
              </p:cNvPr>
              <p:cNvSpPr/>
              <p:nvPr>
                <p:custDataLst>
                  <p:tags r:id="rId269"/>
                </p:custDataLst>
              </p:nvPr>
            </p:nvSpPr>
            <p:spPr bwMode="auto">
              <a:xfrm>
                <a:off x="1863" y="3454"/>
                <a:ext cx="125" cy="627"/>
              </a:xfrm>
              <a:custGeom>
                <a:avLst/>
                <a:gdLst>
                  <a:gd name="T0" fmla="*/ 0 w 278"/>
                  <a:gd name="T1" fmla="*/ 0 h 1395"/>
                  <a:gd name="T2" fmla="*/ 0 w 278"/>
                  <a:gd name="T3" fmla="*/ 0 h 1395"/>
                  <a:gd name="T4" fmla="*/ 0 w 278"/>
                  <a:gd name="T5" fmla="*/ 0 h 1395"/>
                  <a:gd name="T6" fmla="*/ 0 w 278"/>
                  <a:gd name="T7" fmla="*/ 0 h 1395"/>
                  <a:gd name="T8" fmla="*/ 0 w 278"/>
                  <a:gd name="T9" fmla="*/ 0 h 1395"/>
                  <a:gd name="T10" fmla="*/ 0 w 278"/>
                  <a:gd name="T11" fmla="*/ 0 h 1395"/>
                  <a:gd name="T12" fmla="*/ 0 w 278"/>
                  <a:gd name="T13" fmla="*/ 0 h 1395"/>
                  <a:gd name="T14" fmla="*/ 0 w 278"/>
                  <a:gd name="T15" fmla="*/ 0 h 1395"/>
                  <a:gd name="T16" fmla="*/ 0 w 278"/>
                  <a:gd name="T17" fmla="*/ 0 h 1395"/>
                  <a:gd name="T18" fmla="*/ 0 w 278"/>
                  <a:gd name="T19" fmla="*/ 0 h 1395"/>
                  <a:gd name="T20" fmla="*/ 0 w 278"/>
                  <a:gd name="T21" fmla="*/ 0 h 1395"/>
                  <a:gd name="T22" fmla="*/ 0 w 278"/>
                  <a:gd name="T23" fmla="*/ 0 h 1395"/>
                  <a:gd name="T24" fmla="*/ 0 w 278"/>
                  <a:gd name="T25" fmla="*/ 0 h 1395"/>
                  <a:gd name="T26" fmla="*/ 0 w 278"/>
                  <a:gd name="T27" fmla="*/ 0 h 1395"/>
                  <a:gd name="T28" fmla="*/ 0 w 278"/>
                  <a:gd name="T29" fmla="*/ 0 h 1395"/>
                  <a:gd name="T30" fmla="*/ 0 w 278"/>
                  <a:gd name="T31" fmla="*/ 0 h 1395"/>
                  <a:gd name="T32" fmla="*/ 0 w 278"/>
                  <a:gd name="T33" fmla="*/ 0 h 1395"/>
                  <a:gd name="T34" fmla="*/ 0 w 278"/>
                  <a:gd name="T35" fmla="*/ 0 h 1395"/>
                  <a:gd name="T36" fmla="*/ 0 w 278"/>
                  <a:gd name="T37" fmla="*/ 0 h 1395"/>
                  <a:gd name="T38" fmla="*/ 0 w 278"/>
                  <a:gd name="T39" fmla="*/ 0 h 1395"/>
                  <a:gd name="T40" fmla="*/ 0 w 278"/>
                  <a:gd name="T41" fmla="*/ 0 h 1395"/>
                  <a:gd name="T42" fmla="*/ 0 w 278"/>
                  <a:gd name="T43" fmla="*/ 0 h 1395"/>
                  <a:gd name="T44" fmla="*/ 0 w 278"/>
                  <a:gd name="T45" fmla="*/ 0 h 1395"/>
                  <a:gd name="T46" fmla="*/ 0 w 278"/>
                  <a:gd name="T47" fmla="*/ 0 h 1395"/>
                  <a:gd name="T48" fmla="*/ 0 w 278"/>
                  <a:gd name="T49" fmla="*/ 0 h 1395"/>
                  <a:gd name="T50" fmla="*/ 0 w 278"/>
                  <a:gd name="T51" fmla="*/ 0 h 1395"/>
                  <a:gd name="T52" fmla="*/ 0 w 278"/>
                  <a:gd name="T53" fmla="*/ 0 h 1395"/>
                  <a:gd name="T54" fmla="*/ 0 w 278"/>
                  <a:gd name="T55" fmla="*/ 0 h 1395"/>
                  <a:gd name="T56" fmla="*/ 0 w 278"/>
                  <a:gd name="T57" fmla="*/ 0 h 1395"/>
                  <a:gd name="T58" fmla="*/ 0 w 278"/>
                  <a:gd name="T59" fmla="*/ 0 h 1395"/>
                  <a:gd name="T60" fmla="*/ 0 w 278"/>
                  <a:gd name="T61" fmla="*/ 0 h 1395"/>
                  <a:gd name="T62" fmla="*/ 0 w 278"/>
                  <a:gd name="T63" fmla="*/ 0 h 1395"/>
                  <a:gd name="T64" fmla="*/ 0 w 278"/>
                  <a:gd name="T65" fmla="*/ 0 h 1395"/>
                  <a:gd name="T66" fmla="*/ 0 w 278"/>
                  <a:gd name="T67" fmla="*/ 0 h 1395"/>
                  <a:gd name="T68" fmla="*/ 0 w 278"/>
                  <a:gd name="T69" fmla="*/ 0 h 1395"/>
                  <a:gd name="T70" fmla="*/ 0 w 278"/>
                  <a:gd name="T71" fmla="*/ 0 h 1395"/>
                  <a:gd name="T72" fmla="*/ 0 w 278"/>
                  <a:gd name="T73" fmla="*/ 0 h 1395"/>
                  <a:gd name="T74" fmla="*/ 0 w 278"/>
                  <a:gd name="T75" fmla="*/ 0 h 1395"/>
                  <a:gd name="T76" fmla="*/ 0 w 278"/>
                  <a:gd name="T77" fmla="*/ 0 h 1395"/>
                  <a:gd name="T78" fmla="*/ 0 w 278"/>
                  <a:gd name="T79" fmla="*/ 0 h 1395"/>
                  <a:gd name="T80" fmla="*/ 0 w 278"/>
                  <a:gd name="T81" fmla="*/ 0 h 1395"/>
                  <a:gd name="T82" fmla="*/ 0 w 278"/>
                  <a:gd name="T83" fmla="*/ 0 h 1395"/>
                  <a:gd name="T84" fmla="*/ 0 w 278"/>
                  <a:gd name="T85" fmla="*/ 0 h 1395"/>
                  <a:gd name="T86" fmla="*/ 0 w 278"/>
                  <a:gd name="T87" fmla="*/ 0 h 1395"/>
                  <a:gd name="T88" fmla="*/ 0 w 278"/>
                  <a:gd name="T89" fmla="*/ 0 h 1395"/>
                  <a:gd name="T90" fmla="*/ 0 w 278"/>
                  <a:gd name="T91" fmla="*/ 0 h 1395"/>
                  <a:gd name="T92" fmla="*/ 0 w 278"/>
                  <a:gd name="T93" fmla="*/ 0 h 1395"/>
                  <a:gd name="T94" fmla="*/ 0 w 278"/>
                  <a:gd name="T95" fmla="*/ 0 h 139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78" h="1395">
                    <a:moveTo>
                      <a:pt x="0" y="1091"/>
                    </a:moveTo>
                    <a:lnTo>
                      <a:pt x="22" y="1053"/>
                    </a:lnTo>
                    <a:lnTo>
                      <a:pt x="59" y="1080"/>
                    </a:lnTo>
                    <a:lnTo>
                      <a:pt x="95" y="1009"/>
                    </a:lnTo>
                    <a:lnTo>
                      <a:pt x="81" y="981"/>
                    </a:lnTo>
                    <a:lnTo>
                      <a:pt x="110" y="882"/>
                    </a:lnTo>
                    <a:lnTo>
                      <a:pt x="58" y="874"/>
                    </a:lnTo>
                    <a:lnTo>
                      <a:pt x="66" y="714"/>
                    </a:lnTo>
                    <a:lnTo>
                      <a:pt x="135" y="548"/>
                    </a:lnTo>
                    <a:lnTo>
                      <a:pt x="133" y="407"/>
                    </a:lnTo>
                    <a:lnTo>
                      <a:pt x="181" y="142"/>
                    </a:lnTo>
                    <a:lnTo>
                      <a:pt x="166" y="24"/>
                    </a:lnTo>
                    <a:lnTo>
                      <a:pt x="199" y="0"/>
                    </a:lnTo>
                    <a:lnTo>
                      <a:pt x="234" y="61"/>
                    </a:lnTo>
                    <a:lnTo>
                      <a:pt x="254" y="185"/>
                    </a:lnTo>
                    <a:lnTo>
                      <a:pt x="278" y="187"/>
                    </a:lnTo>
                    <a:lnTo>
                      <a:pt x="275" y="229"/>
                    </a:lnTo>
                    <a:lnTo>
                      <a:pt x="238" y="247"/>
                    </a:lnTo>
                    <a:lnTo>
                      <a:pt x="239" y="328"/>
                    </a:lnTo>
                    <a:lnTo>
                      <a:pt x="199" y="373"/>
                    </a:lnTo>
                    <a:lnTo>
                      <a:pt x="168" y="487"/>
                    </a:lnTo>
                    <a:lnTo>
                      <a:pt x="191" y="596"/>
                    </a:lnTo>
                    <a:lnTo>
                      <a:pt x="148" y="688"/>
                    </a:lnTo>
                    <a:lnTo>
                      <a:pt x="118" y="918"/>
                    </a:lnTo>
                    <a:lnTo>
                      <a:pt x="142" y="1002"/>
                    </a:lnTo>
                    <a:lnTo>
                      <a:pt x="120" y="1009"/>
                    </a:lnTo>
                    <a:lnTo>
                      <a:pt x="131" y="1083"/>
                    </a:lnTo>
                    <a:lnTo>
                      <a:pt x="74" y="1238"/>
                    </a:lnTo>
                    <a:lnTo>
                      <a:pt x="80" y="1263"/>
                    </a:lnTo>
                    <a:lnTo>
                      <a:pt x="107" y="1255"/>
                    </a:lnTo>
                    <a:lnTo>
                      <a:pt x="118" y="1314"/>
                    </a:lnTo>
                    <a:lnTo>
                      <a:pt x="239" y="1326"/>
                    </a:lnTo>
                    <a:lnTo>
                      <a:pt x="158" y="1350"/>
                    </a:lnTo>
                    <a:lnTo>
                      <a:pt x="148" y="1395"/>
                    </a:lnTo>
                    <a:lnTo>
                      <a:pt x="113" y="1383"/>
                    </a:lnTo>
                    <a:lnTo>
                      <a:pt x="153" y="1354"/>
                    </a:lnTo>
                    <a:lnTo>
                      <a:pt x="94" y="1341"/>
                    </a:lnTo>
                    <a:lnTo>
                      <a:pt x="87" y="1292"/>
                    </a:lnTo>
                    <a:lnTo>
                      <a:pt x="72" y="1315"/>
                    </a:lnTo>
                    <a:lnTo>
                      <a:pt x="50" y="1270"/>
                    </a:lnTo>
                    <a:lnTo>
                      <a:pt x="61" y="1256"/>
                    </a:lnTo>
                    <a:lnTo>
                      <a:pt x="34" y="1236"/>
                    </a:lnTo>
                    <a:lnTo>
                      <a:pt x="58" y="1209"/>
                    </a:lnTo>
                    <a:lnTo>
                      <a:pt x="36" y="1142"/>
                    </a:lnTo>
                    <a:lnTo>
                      <a:pt x="78" y="1149"/>
                    </a:lnTo>
                    <a:lnTo>
                      <a:pt x="36" y="1114"/>
                    </a:lnTo>
                    <a:lnTo>
                      <a:pt x="45" y="1088"/>
                    </a:lnTo>
                    <a:lnTo>
                      <a:pt x="0" y="1091"/>
                    </a:lnTo>
                    <a:close/>
                  </a:path>
                </a:pathLst>
              </a:custGeom>
              <a:grpFill/>
              <a:ln w="3175">
                <a:solidFill>
                  <a:schemeClr val="bg1"/>
                </a:solidFill>
                <a:prstDash val="solid"/>
                <a:round/>
              </a:ln>
            </p:spPr>
            <p:txBody>
              <a:bodyPr/>
              <a:lstStyle/>
              <a:p>
                <a:endParaRPr lang="en-US" dirty="0"/>
              </a:p>
            </p:txBody>
          </p:sp>
          <p:sp>
            <p:nvSpPr>
              <p:cNvPr id="276" name="22064497.5233.8752.8751.255">
                <a:extLst>
                  <a:ext uri="{FF2B5EF4-FFF2-40B4-BE49-F238E27FC236}">
                    <a16:creationId xmlns:a16="http://schemas.microsoft.com/office/drawing/2014/main" id="{63707052-A614-7BDF-80BE-2173685215B7}"/>
                  </a:ext>
                </a:extLst>
              </p:cNvPr>
              <p:cNvSpPr/>
              <p:nvPr>
                <p:custDataLst>
                  <p:tags r:id="rId270"/>
                </p:custDataLst>
              </p:nvPr>
            </p:nvSpPr>
            <p:spPr bwMode="auto">
              <a:xfrm>
                <a:off x="1871" y="3980"/>
                <a:ext cx="10" cy="23"/>
              </a:xfrm>
              <a:custGeom>
                <a:avLst/>
                <a:gdLst>
                  <a:gd name="T0" fmla="*/ 0 w 22"/>
                  <a:gd name="T1" fmla="*/ 0 h 51"/>
                  <a:gd name="T2" fmla="*/ 0 w 22"/>
                  <a:gd name="T3" fmla="*/ 0 h 51"/>
                  <a:gd name="T4" fmla="*/ 0 w 22"/>
                  <a:gd name="T5" fmla="*/ 0 h 51"/>
                  <a:gd name="T6" fmla="*/ 0 w 22"/>
                  <a:gd name="T7" fmla="*/ 0 h 5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51">
                    <a:moveTo>
                      <a:pt x="0" y="23"/>
                    </a:moveTo>
                    <a:lnTo>
                      <a:pt x="8" y="0"/>
                    </a:lnTo>
                    <a:lnTo>
                      <a:pt x="22" y="51"/>
                    </a:lnTo>
                    <a:lnTo>
                      <a:pt x="0" y="23"/>
                    </a:lnTo>
                    <a:close/>
                  </a:path>
                </a:pathLst>
              </a:custGeom>
              <a:grpFill/>
              <a:ln w="3175">
                <a:solidFill>
                  <a:schemeClr val="bg1"/>
                </a:solidFill>
                <a:prstDash val="solid"/>
                <a:round/>
              </a:ln>
            </p:spPr>
            <p:txBody>
              <a:bodyPr/>
              <a:lstStyle/>
              <a:p>
                <a:endParaRPr lang="en-US" dirty="0"/>
              </a:p>
            </p:txBody>
          </p:sp>
          <p:sp>
            <p:nvSpPr>
              <p:cNvPr id="277" name="22065481.625235.1253.7515">
                <a:extLst>
                  <a:ext uri="{FF2B5EF4-FFF2-40B4-BE49-F238E27FC236}">
                    <a16:creationId xmlns:a16="http://schemas.microsoft.com/office/drawing/2014/main" id="{121C5811-BE1B-EEA3-7CA9-1CFBCE34220F}"/>
                  </a:ext>
                </a:extLst>
              </p:cNvPr>
              <p:cNvSpPr/>
              <p:nvPr>
                <p:custDataLst>
                  <p:tags r:id="rId271"/>
                </p:custDataLst>
              </p:nvPr>
            </p:nvSpPr>
            <p:spPr bwMode="auto">
              <a:xfrm>
                <a:off x="1881" y="3853"/>
                <a:ext cx="8" cy="30"/>
              </a:xfrm>
              <a:custGeom>
                <a:avLst/>
                <a:gdLst>
                  <a:gd name="T0" fmla="*/ 0 w 19"/>
                  <a:gd name="T1" fmla="*/ 0 h 66"/>
                  <a:gd name="T2" fmla="*/ 0 w 19"/>
                  <a:gd name="T3" fmla="*/ 0 h 66"/>
                  <a:gd name="T4" fmla="*/ 0 w 19"/>
                  <a:gd name="T5" fmla="*/ 0 h 66"/>
                  <a:gd name="T6" fmla="*/ 0 w 19"/>
                  <a:gd name="T7" fmla="*/ 0 h 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66">
                    <a:moveTo>
                      <a:pt x="0" y="56"/>
                    </a:moveTo>
                    <a:lnTo>
                      <a:pt x="19" y="0"/>
                    </a:lnTo>
                    <a:lnTo>
                      <a:pt x="19" y="66"/>
                    </a:lnTo>
                    <a:lnTo>
                      <a:pt x="0" y="56"/>
                    </a:lnTo>
                    <a:close/>
                  </a:path>
                </a:pathLst>
              </a:custGeom>
              <a:grpFill/>
              <a:ln w="3175">
                <a:solidFill>
                  <a:schemeClr val="bg1"/>
                </a:solidFill>
                <a:prstDash val="solid"/>
                <a:round/>
              </a:ln>
            </p:spPr>
            <p:txBody>
              <a:bodyPr/>
              <a:lstStyle/>
              <a:p>
                <a:endParaRPr lang="en-US" dirty="0"/>
              </a:p>
            </p:txBody>
          </p:sp>
          <p:sp>
            <p:nvSpPr>
              <p:cNvPr id="278" name="22066509.125236.3751.752.55">
                <a:extLst>
                  <a:ext uri="{FF2B5EF4-FFF2-40B4-BE49-F238E27FC236}">
                    <a16:creationId xmlns:a16="http://schemas.microsoft.com/office/drawing/2014/main" id="{D60D7FB0-FF81-002B-82DF-306424CDDF90}"/>
                  </a:ext>
                </a:extLst>
              </p:cNvPr>
              <p:cNvSpPr/>
              <p:nvPr>
                <p:custDataLst>
                  <p:tags r:id="rId272"/>
                </p:custDataLst>
              </p:nvPr>
            </p:nvSpPr>
            <p:spPr bwMode="auto">
              <a:xfrm>
                <a:off x="1891" y="4073"/>
                <a:ext cx="20" cy="14"/>
              </a:xfrm>
              <a:custGeom>
                <a:avLst/>
                <a:gdLst>
                  <a:gd name="T0" fmla="*/ 0 w 44"/>
                  <a:gd name="T1" fmla="*/ 0 h 28"/>
                  <a:gd name="T2" fmla="*/ 0 w 44"/>
                  <a:gd name="T3" fmla="*/ 1 h 28"/>
                  <a:gd name="T4" fmla="*/ 0 w 44"/>
                  <a:gd name="T5" fmla="*/ 1 h 28"/>
                  <a:gd name="T6" fmla="*/ 0 w 44"/>
                  <a:gd name="T7" fmla="*/ 0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28">
                    <a:moveTo>
                      <a:pt x="0" y="0"/>
                    </a:moveTo>
                    <a:lnTo>
                      <a:pt x="42" y="6"/>
                    </a:lnTo>
                    <a:lnTo>
                      <a:pt x="44" y="28"/>
                    </a:lnTo>
                    <a:lnTo>
                      <a:pt x="0" y="0"/>
                    </a:lnTo>
                    <a:close/>
                  </a:path>
                </a:pathLst>
              </a:custGeom>
              <a:grpFill/>
              <a:ln w="3175">
                <a:solidFill>
                  <a:schemeClr val="bg1"/>
                </a:solidFill>
                <a:prstDash val="solid"/>
                <a:round/>
              </a:ln>
            </p:spPr>
            <p:txBody>
              <a:bodyPr/>
              <a:lstStyle/>
              <a:p>
                <a:endParaRPr lang="en-US" dirty="0"/>
              </a:p>
            </p:txBody>
          </p:sp>
          <p:sp>
            <p:nvSpPr>
              <p:cNvPr id="279" name="22067505.625236.8753.6253.755">
                <a:extLst>
                  <a:ext uri="{FF2B5EF4-FFF2-40B4-BE49-F238E27FC236}">
                    <a16:creationId xmlns:a16="http://schemas.microsoft.com/office/drawing/2014/main" id="{EF7C8CB4-2C12-2EB8-5DEE-8FB775B65D3A}"/>
                  </a:ext>
                </a:extLst>
              </p:cNvPr>
              <p:cNvSpPr/>
              <p:nvPr>
                <p:custDataLst>
                  <p:tags r:id="rId273"/>
                </p:custDataLst>
              </p:nvPr>
            </p:nvSpPr>
            <p:spPr bwMode="auto">
              <a:xfrm>
                <a:off x="1895" y="4045"/>
                <a:ext cx="30" cy="29"/>
              </a:xfrm>
              <a:custGeom>
                <a:avLst/>
                <a:gdLst>
                  <a:gd name="T0" fmla="*/ 0 w 66"/>
                  <a:gd name="T1" fmla="*/ 0 h 66"/>
                  <a:gd name="T2" fmla="*/ 0 w 66"/>
                  <a:gd name="T3" fmla="*/ 0 h 66"/>
                  <a:gd name="T4" fmla="*/ 0 w 66"/>
                  <a:gd name="T5" fmla="*/ 0 h 66"/>
                  <a:gd name="T6" fmla="*/ 0 w 66"/>
                  <a:gd name="T7" fmla="*/ 0 h 66"/>
                  <a:gd name="T8" fmla="*/ 0 w 66"/>
                  <a:gd name="T9" fmla="*/ 0 h 66"/>
                  <a:gd name="T10" fmla="*/ 0 w 66"/>
                  <a:gd name="T11" fmla="*/ 0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66">
                    <a:moveTo>
                      <a:pt x="0" y="11"/>
                    </a:moveTo>
                    <a:lnTo>
                      <a:pt x="18" y="0"/>
                    </a:lnTo>
                    <a:lnTo>
                      <a:pt x="17" y="30"/>
                    </a:lnTo>
                    <a:lnTo>
                      <a:pt x="66" y="41"/>
                    </a:lnTo>
                    <a:lnTo>
                      <a:pt x="34" y="66"/>
                    </a:lnTo>
                    <a:lnTo>
                      <a:pt x="0" y="11"/>
                    </a:lnTo>
                    <a:close/>
                  </a:path>
                </a:pathLst>
              </a:custGeom>
              <a:grpFill/>
              <a:ln w="3175">
                <a:solidFill>
                  <a:schemeClr val="bg1"/>
                </a:solidFill>
                <a:prstDash val="solid"/>
                <a:round/>
              </a:ln>
            </p:spPr>
            <p:txBody>
              <a:bodyPr/>
              <a:lstStyle/>
              <a:p>
                <a:endParaRPr lang="en-US" dirty="0"/>
              </a:p>
            </p:txBody>
          </p:sp>
          <p:sp>
            <p:nvSpPr>
              <p:cNvPr id="280" name="22068510.375239.512.1255">
                <a:extLst>
                  <a:ext uri="{FF2B5EF4-FFF2-40B4-BE49-F238E27FC236}">
                    <a16:creationId xmlns:a16="http://schemas.microsoft.com/office/drawing/2014/main" id="{FFE3E007-54B1-62D7-81DC-8DD5B5D756EB}"/>
                  </a:ext>
                </a:extLst>
              </p:cNvPr>
              <p:cNvSpPr/>
              <p:nvPr>
                <p:custDataLst>
                  <p:tags r:id="rId274"/>
                </p:custDataLst>
              </p:nvPr>
            </p:nvSpPr>
            <p:spPr bwMode="auto">
              <a:xfrm>
                <a:off x="1916" y="4083"/>
                <a:ext cx="17" cy="8"/>
              </a:xfrm>
              <a:custGeom>
                <a:avLst/>
                <a:gdLst>
                  <a:gd name="T0" fmla="*/ 0 w 36"/>
                  <a:gd name="T1" fmla="*/ 1 h 16"/>
                  <a:gd name="T2" fmla="*/ 0 w 36"/>
                  <a:gd name="T3" fmla="*/ 0 h 16"/>
                  <a:gd name="T4" fmla="*/ 0 w 36"/>
                  <a:gd name="T5" fmla="*/ 1 h 16"/>
                  <a:gd name="T6" fmla="*/ 0 w 36"/>
                  <a:gd name="T7" fmla="*/ 1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16">
                    <a:moveTo>
                      <a:pt x="0" y="12"/>
                    </a:moveTo>
                    <a:lnTo>
                      <a:pt x="10" y="0"/>
                    </a:lnTo>
                    <a:lnTo>
                      <a:pt x="36" y="16"/>
                    </a:lnTo>
                    <a:lnTo>
                      <a:pt x="0" y="12"/>
                    </a:lnTo>
                    <a:close/>
                  </a:path>
                </a:pathLst>
              </a:custGeom>
              <a:grpFill/>
              <a:ln w="3175">
                <a:solidFill>
                  <a:schemeClr val="bg1"/>
                </a:solidFill>
                <a:prstDash val="solid"/>
                <a:round/>
              </a:ln>
            </p:spPr>
            <p:txBody>
              <a:bodyPr/>
              <a:lstStyle/>
              <a:p>
                <a:endParaRPr lang="en-US" dirty="0"/>
              </a:p>
            </p:txBody>
          </p:sp>
          <p:sp>
            <p:nvSpPr>
              <p:cNvPr id="281" name="22069507.25240.8755.755.255">
                <a:extLst>
                  <a:ext uri="{FF2B5EF4-FFF2-40B4-BE49-F238E27FC236}">
                    <a16:creationId xmlns:a16="http://schemas.microsoft.com/office/drawing/2014/main" id="{BFF78882-CA38-FA05-7339-027128ABD8E2}"/>
                  </a:ext>
                </a:extLst>
              </p:cNvPr>
              <p:cNvSpPr/>
              <p:nvPr>
                <p:custDataLst>
                  <p:tags r:id="rId275"/>
                </p:custDataLst>
              </p:nvPr>
            </p:nvSpPr>
            <p:spPr bwMode="auto">
              <a:xfrm>
                <a:off x="1927" y="4058"/>
                <a:ext cx="42" cy="46"/>
              </a:xfrm>
              <a:custGeom>
                <a:avLst/>
                <a:gdLst>
                  <a:gd name="T0" fmla="*/ 0 w 92"/>
                  <a:gd name="T1" fmla="*/ 0 h 102"/>
                  <a:gd name="T2" fmla="*/ 0 w 92"/>
                  <a:gd name="T3" fmla="*/ 0 h 102"/>
                  <a:gd name="T4" fmla="*/ 0 w 92"/>
                  <a:gd name="T5" fmla="*/ 0 h 102"/>
                  <a:gd name="T6" fmla="*/ 0 w 92"/>
                  <a:gd name="T7" fmla="*/ 0 h 102"/>
                  <a:gd name="T8" fmla="*/ 0 w 92"/>
                  <a:gd name="T9" fmla="*/ 0 h 102"/>
                  <a:gd name="T10" fmla="*/ 0 w 92"/>
                  <a:gd name="T11" fmla="*/ 0 h 102"/>
                  <a:gd name="T12" fmla="*/ 0 w 92"/>
                  <a:gd name="T13" fmla="*/ 0 h 102"/>
                  <a:gd name="T14" fmla="*/ 0 w 92"/>
                  <a:gd name="T15" fmla="*/ 0 h 102"/>
                  <a:gd name="T16" fmla="*/ 0 w 92"/>
                  <a:gd name="T17" fmla="*/ 0 h 102"/>
                  <a:gd name="T18" fmla="*/ 0 w 92"/>
                  <a:gd name="T19" fmla="*/ 0 h 1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2" h="102">
                    <a:moveTo>
                      <a:pt x="0" y="83"/>
                    </a:moveTo>
                    <a:lnTo>
                      <a:pt x="15" y="68"/>
                    </a:lnTo>
                    <a:lnTo>
                      <a:pt x="64" y="77"/>
                    </a:lnTo>
                    <a:lnTo>
                      <a:pt x="42" y="51"/>
                    </a:lnTo>
                    <a:lnTo>
                      <a:pt x="66" y="35"/>
                    </a:lnTo>
                    <a:lnTo>
                      <a:pt x="30" y="30"/>
                    </a:lnTo>
                    <a:lnTo>
                      <a:pt x="30" y="6"/>
                    </a:lnTo>
                    <a:lnTo>
                      <a:pt x="89" y="0"/>
                    </a:lnTo>
                    <a:lnTo>
                      <a:pt x="92" y="102"/>
                    </a:lnTo>
                    <a:lnTo>
                      <a:pt x="0" y="83"/>
                    </a:lnTo>
                    <a:close/>
                  </a:path>
                </a:pathLst>
              </a:custGeom>
              <a:grpFill/>
              <a:ln w="3175">
                <a:solidFill>
                  <a:schemeClr val="bg1"/>
                </a:solidFill>
                <a:prstDash val="solid"/>
                <a:round/>
              </a:ln>
            </p:spPr>
            <p:txBody>
              <a:bodyPr/>
              <a:lstStyle/>
              <a:p>
                <a:endParaRPr lang="en-US" dirty="0"/>
              </a:p>
            </p:txBody>
          </p:sp>
          <p:sp>
            <p:nvSpPr>
              <p:cNvPr id="282" name="22070513.875243.51.1253.8755">
                <a:extLst>
                  <a:ext uri="{FF2B5EF4-FFF2-40B4-BE49-F238E27FC236}">
                    <a16:creationId xmlns:a16="http://schemas.microsoft.com/office/drawing/2014/main" id="{07799BFD-BE41-A3DA-0715-AFD8E4309F14}"/>
                  </a:ext>
                </a:extLst>
              </p:cNvPr>
              <p:cNvSpPr/>
              <p:nvPr>
                <p:custDataLst>
                  <p:tags r:id="rId276"/>
                </p:custDataLst>
              </p:nvPr>
            </p:nvSpPr>
            <p:spPr bwMode="auto">
              <a:xfrm>
                <a:off x="1948" y="4111"/>
                <a:ext cx="31" cy="9"/>
              </a:xfrm>
              <a:custGeom>
                <a:avLst/>
                <a:gdLst>
                  <a:gd name="T0" fmla="*/ 0 w 69"/>
                  <a:gd name="T1" fmla="*/ 0 h 21"/>
                  <a:gd name="T2" fmla="*/ 0 w 69"/>
                  <a:gd name="T3" fmla="*/ 0 h 21"/>
                  <a:gd name="T4" fmla="*/ 0 w 69"/>
                  <a:gd name="T5" fmla="*/ 0 h 21"/>
                  <a:gd name="T6" fmla="*/ 0 w 69"/>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 h="21">
                    <a:moveTo>
                      <a:pt x="0" y="0"/>
                    </a:moveTo>
                    <a:lnTo>
                      <a:pt x="62" y="6"/>
                    </a:lnTo>
                    <a:lnTo>
                      <a:pt x="69" y="21"/>
                    </a:lnTo>
                    <a:lnTo>
                      <a:pt x="0" y="0"/>
                    </a:lnTo>
                    <a:close/>
                  </a:path>
                </a:pathLst>
              </a:custGeom>
              <a:grpFill/>
              <a:ln w="3175">
                <a:solidFill>
                  <a:schemeClr val="bg1"/>
                </a:solidFill>
                <a:prstDash val="solid"/>
                <a:round/>
              </a:ln>
            </p:spPr>
            <p:txBody>
              <a:bodyPr/>
              <a:lstStyle/>
              <a:p>
                <a:endParaRPr lang="en-US" dirty="0"/>
              </a:p>
            </p:txBody>
          </p:sp>
        </p:grpSp>
        <p:grpSp>
          <p:nvGrpSpPr>
            <p:cNvPr id="141" name="22075440.125237.12573.7536.8756">
              <a:extLst>
                <a:ext uri="{FF2B5EF4-FFF2-40B4-BE49-F238E27FC236}">
                  <a16:creationId xmlns:a16="http://schemas.microsoft.com/office/drawing/2014/main" id="{9D6EEAEE-DBE1-129D-90E6-C9FB5244F07D}"/>
                </a:ext>
              </a:extLst>
            </p:cNvPr>
            <p:cNvGrpSpPr/>
            <p:nvPr/>
          </p:nvGrpSpPr>
          <p:grpSpPr>
            <a:xfrm>
              <a:off x="2945" y="3261"/>
              <a:ext cx="213" cy="426"/>
              <a:chOff x="1897" y="3521"/>
              <a:chExt cx="295" cy="590"/>
            </a:xfrm>
            <a:grpFill/>
          </p:grpSpPr>
          <p:sp>
            <p:nvSpPr>
              <p:cNvPr id="272" name="22072440.125237.12566.12536.8755">
                <a:extLst>
                  <a:ext uri="{FF2B5EF4-FFF2-40B4-BE49-F238E27FC236}">
                    <a16:creationId xmlns:a16="http://schemas.microsoft.com/office/drawing/2014/main" id="{17B4E705-E914-D8BD-C7AA-48B9EFB6B4E4}"/>
                  </a:ext>
                </a:extLst>
              </p:cNvPr>
              <p:cNvSpPr/>
              <p:nvPr>
                <p:custDataLst>
                  <p:tags r:id="rId266"/>
                </p:custDataLst>
              </p:nvPr>
            </p:nvSpPr>
            <p:spPr bwMode="auto">
              <a:xfrm>
                <a:off x="1897" y="3521"/>
                <a:ext cx="295" cy="529"/>
              </a:xfrm>
              <a:custGeom>
                <a:avLst/>
                <a:gdLst>
                  <a:gd name="T0" fmla="*/ 0 w 657"/>
                  <a:gd name="T1" fmla="*/ 0 h 1177"/>
                  <a:gd name="T2" fmla="*/ 0 w 657"/>
                  <a:gd name="T3" fmla="*/ 0 h 1177"/>
                  <a:gd name="T4" fmla="*/ 0 w 657"/>
                  <a:gd name="T5" fmla="*/ 0 h 1177"/>
                  <a:gd name="T6" fmla="*/ 0 w 657"/>
                  <a:gd name="T7" fmla="*/ 0 h 1177"/>
                  <a:gd name="T8" fmla="*/ 0 w 657"/>
                  <a:gd name="T9" fmla="*/ 0 h 1177"/>
                  <a:gd name="T10" fmla="*/ 0 w 657"/>
                  <a:gd name="T11" fmla="*/ 0 h 1177"/>
                  <a:gd name="T12" fmla="*/ 0 w 657"/>
                  <a:gd name="T13" fmla="*/ 0 h 1177"/>
                  <a:gd name="T14" fmla="*/ 0 w 657"/>
                  <a:gd name="T15" fmla="*/ 0 h 1177"/>
                  <a:gd name="T16" fmla="*/ 0 w 657"/>
                  <a:gd name="T17" fmla="*/ 0 h 1177"/>
                  <a:gd name="T18" fmla="*/ 0 w 657"/>
                  <a:gd name="T19" fmla="*/ 0 h 1177"/>
                  <a:gd name="T20" fmla="*/ 0 w 657"/>
                  <a:gd name="T21" fmla="*/ 0 h 1177"/>
                  <a:gd name="T22" fmla="*/ 0 w 657"/>
                  <a:gd name="T23" fmla="*/ 0 h 1177"/>
                  <a:gd name="T24" fmla="*/ 0 w 657"/>
                  <a:gd name="T25" fmla="*/ 0 h 1177"/>
                  <a:gd name="T26" fmla="*/ 0 w 657"/>
                  <a:gd name="T27" fmla="*/ 0 h 1177"/>
                  <a:gd name="T28" fmla="*/ 0 w 657"/>
                  <a:gd name="T29" fmla="*/ 0 h 1177"/>
                  <a:gd name="T30" fmla="*/ 0 w 657"/>
                  <a:gd name="T31" fmla="*/ 0 h 1177"/>
                  <a:gd name="T32" fmla="*/ 0 w 657"/>
                  <a:gd name="T33" fmla="*/ 0 h 1177"/>
                  <a:gd name="T34" fmla="*/ 0 w 657"/>
                  <a:gd name="T35" fmla="*/ 0 h 1177"/>
                  <a:gd name="T36" fmla="*/ 0 w 657"/>
                  <a:gd name="T37" fmla="*/ 0 h 1177"/>
                  <a:gd name="T38" fmla="*/ 0 w 657"/>
                  <a:gd name="T39" fmla="*/ 0 h 1177"/>
                  <a:gd name="T40" fmla="*/ 0 w 657"/>
                  <a:gd name="T41" fmla="*/ 0 h 1177"/>
                  <a:gd name="T42" fmla="*/ 0 w 657"/>
                  <a:gd name="T43" fmla="*/ 0 h 1177"/>
                  <a:gd name="T44" fmla="*/ 0 w 657"/>
                  <a:gd name="T45" fmla="*/ 0 h 1177"/>
                  <a:gd name="T46" fmla="*/ 0 w 657"/>
                  <a:gd name="T47" fmla="*/ 0 h 1177"/>
                  <a:gd name="T48" fmla="*/ 0 w 657"/>
                  <a:gd name="T49" fmla="*/ 0 h 1177"/>
                  <a:gd name="T50" fmla="*/ 0 w 657"/>
                  <a:gd name="T51" fmla="*/ 0 h 1177"/>
                  <a:gd name="T52" fmla="*/ 0 w 657"/>
                  <a:gd name="T53" fmla="*/ 0 h 1177"/>
                  <a:gd name="T54" fmla="*/ 0 w 657"/>
                  <a:gd name="T55" fmla="*/ 0 h 1177"/>
                  <a:gd name="T56" fmla="*/ 0 w 657"/>
                  <a:gd name="T57" fmla="*/ 0 h 1177"/>
                  <a:gd name="T58" fmla="*/ 0 w 657"/>
                  <a:gd name="T59" fmla="*/ 0 h 1177"/>
                  <a:gd name="T60" fmla="*/ 0 w 657"/>
                  <a:gd name="T61" fmla="*/ 0 h 1177"/>
                  <a:gd name="T62" fmla="*/ 0 w 657"/>
                  <a:gd name="T63" fmla="*/ 0 h 1177"/>
                  <a:gd name="T64" fmla="*/ 0 w 657"/>
                  <a:gd name="T65" fmla="*/ 0 h 1177"/>
                  <a:gd name="T66" fmla="*/ 0 w 657"/>
                  <a:gd name="T67" fmla="*/ 0 h 1177"/>
                  <a:gd name="T68" fmla="*/ 0 w 657"/>
                  <a:gd name="T69" fmla="*/ 0 h 1177"/>
                  <a:gd name="T70" fmla="*/ 0 w 657"/>
                  <a:gd name="T71" fmla="*/ 0 h 1177"/>
                  <a:gd name="T72" fmla="*/ 0 w 657"/>
                  <a:gd name="T73" fmla="*/ 0 h 1177"/>
                  <a:gd name="T74" fmla="*/ 0 w 657"/>
                  <a:gd name="T75" fmla="*/ 0 h 1177"/>
                  <a:gd name="T76" fmla="*/ 0 w 657"/>
                  <a:gd name="T77" fmla="*/ 0 h 1177"/>
                  <a:gd name="T78" fmla="*/ 0 w 657"/>
                  <a:gd name="T79" fmla="*/ 0 h 1177"/>
                  <a:gd name="T80" fmla="*/ 0 w 657"/>
                  <a:gd name="T81" fmla="*/ 0 h 1177"/>
                  <a:gd name="T82" fmla="*/ 0 w 657"/>
                  <a:gd name="T83" fmla="*/ 0 h 1177"/>
                  <a:gd name="T84" fmla="*/ 0 w 657"/>
                  <a:gd name="T85" fmla="*/ 0 h 1177"/>
                  <a:gd name="T86" fmla="*/ 0 w 657"/>
                  <a:gd name="T87" fmla="*/ 0 h 1177"/>
                  <a:gd name="T88" fmla="*/ 0 w 657"/>
                  <a:gd name="T89" fmla="*/ 0 h 1177"/>
                  <a:gd name="T90" fmla="*/ 0 w 657"/>
                  <a:gd name="T91" fmla="*/ 0 h 1177"/>
                  <a:gd name="T92" fmla="*/ 0 w 657"/>
                  <a:gd name="T93" fmla="*/ 0 h 1177"/>
                  <a:gd name="T94" fmla="*/ 0 w 657"/>
                  <a:gd name="T95" fmla="*/ 0 h 117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57" h="1177">
                    <a:moveTo>
                      <a:pt x="0" y="1089"/>
                    </a:moveTo>
                    <a:lnTo>
                      <a:pt x="6" y="1114"/>
                    </a:lnTo>
                    <a:lnTo>
                      <a:pt x="33" y="1106"/>
                    </a:lnTo>
                    <a:lnTo>
                      <a:pt x="44" y="1165"/>
                    </a:lnTo>
                    <a:lnTo>
                      <a:pt x="165" y="1177"/>
                    </a:lnTo>
                    <a:lnTo>
                      <a:pt x="132" y="1147"/>
                    </a:lnTo>
                    <a:lnTo>
                      <a:pt x="157" y="1067"/>
                    </a:lnTo>
                    <a:lnTo>
                      <a:pt x="180" y="1082"/>
                    </a:lnTo>
                    <a:lnTo>
                      <a:pt x="256" y="971"/>
                    </a:lnTo>
                    <a:lnTo>
                      <a:pt x="197" y="908"/>
                    </a:lnTo>
                    <a:lnTo>
                      <a:pt x="263" y="869"/>
                    </a:lnTo>
                    <a:lnTo>
                      <a:pt x="272" y="811"/>
                    </a:lnTo>
                    <a:lnTo>
                      <a:pt x="303" y="785"/>
                    </a:lnTo>
                    <a:lnTo>
                      <a:pt x="276" y="774"/>
                    </a:lnTo>
                    <a:lnTo>
                      <a:pt x="326" y="774"/>
                    </a:lnTo>
                    <a:lnTo>
                      <a:pt x="320" y="747"/>
                    </a:lnTo>
                    <a:lnTo>
                      <a:pt x="298" y="766"/>
                    </a:lnTo>
                    <a:lnTo>
                      <a:pt x="276" y="745"/>
                    </a:lnTo>
                    <a:lnTo>
                      <a:pt x="274" y="703"/>
                    </a:lnTo>
                    <a:lnTo>
                      <a:pt x="363" y="707"/>
                    </a:lnTo>
                    <a:lnTo>
                      <a:pt x="371" y="620"/>
                    </a:lnTo>
                    <a:lnTo>
                      <a:pt x="513" y="606"/>
                    </a:lnTo>
                    <a:lnTo>
                      <a:pt x="554" y="546"/>
                    </a:lnTo>
                    <a:lnTo>
                      <a:pt x="498" y="437"/>
                    </a:lnTo>
                    <a:lnTo>
                      <a:pt x="527" y="300"/>
                    </a:lnTo>
                    <a:lnTo>
                      <a:pt x="657" y="187"/>
                    </a:lnTo>
                    <a:lnTo>
                      <a:pt x="652" y="136"/>
                    </a:lnTo>
                    <a:lnTo>
                      <a:pt x="626" y="135"/>
                    </a:lnTo>
                    <a:lnTo>
                      <a:pt x="591" y="195"/>
                    </a:lnTo>
                    <a:lnTo>
                      <a:pt x="501" y="191"/>
                    </a:lnTo>
                    <a:lnTo>
                      <a:pt x="520" y="124"/>
                    </a:lnTo>
                    <a:lnTo>
                      <a:pt x="359" y="18"/>
                    </a:lnTo>
                    <a:lnTo>
                      <a:pt x="305" y="9"/>
                    </a:lnTo>
                    <a:lnTo>
                      <a:pt x="301" y="31"/>
                    </a:lnTo>
                    <a:lnTo>
                      <a:pt x="239" y="0"/>
                    </a:lnTo>
                    <a:lnTo>
                      <a:pt x="204" y="38"/>
                    </a:lnTo>
                    <a:lnTo>
                      <a:pt x="201" y="80"/>
                    </a:lnTo>
                    <a:lnTo>
                      <a:pt x="164" y="98"/>
                    </a:lnTo>
                    <a:lnTo>
                      <a:pt x="165" y="179"/>
                    </a:lnTo>
                    <a:lnTo>
                      <a:pt x="125" y="224"/>
                    </a:lnTo>
                    <a:lnTo>
                      <a:pt x="94" y="338"/>
                    </a:lnTo>
                    <a:lnTo>
                      <a:pt x="117" y="447"/>
                    </a:lnTo>
                    <a:lnTo>
                      <a:pt x="74" y="539"/>
                    </a:lnTo>
                    <a:lnTo>
                      <a:pt x="44" y="769"/>
                    </a:lnTo>
                    <a:lnTo>
                      <a:pt x="68" y="853"/>
                    </a:lnTo>
                    <a:lnTo>
                      <a:pt x="46" y="860"/>
                    </a:lnTo>
                    <a:lnTo>
                      <a:pt x="57" y="934"/>
                    </a:lnTo>
                    <a:lnTo>
                      <a:pt x="0" y="1089"/>
                    </a:lnTo>
                    <a:close/>
                  </a:path>
                </a:pathLst>
              </a:custGeom>
              <a:grpFill/>
              <a:ln w="3175">
                <a:solidFill>
                  <a:schemeClr val="bg1"/>
                </a:solidFill>
                <a:prstDash val="solid"/>
                <a:round/>
              </a:ln>
            </p:spPr>
            <p:txBody>
              <a:bodyPr/>
              <a:lstStyle/>
              <a:p>
                <a:endParaRPr lang="en-US" dirty="0"/>
              </a:p>
            </p:txBody>
          </p:sp>
          <p:sp>
            <p:nvSpPr>
              <p:cNvPr id="273" name="22073507.25245.8755.756.6255">
                <a:extLst>
                  <a:ext uri="{FF2B5EF4-FFF2-40B4-BE49-F238E27FC236}">
                    <a16:creationId xmlns:a16="http://schemas.microsoft.com/office/drawing/2014/main" id="{5B4FA20C-0BD0-105D-0C6A-ED2B4342B1CE}"/>
                  </a:ext>
                </a:extLst>
              </p:cNvPr>
              <p:cNvSpPr/>
              <p:nvPr>
                <p:custDataLst>
                  <p:tags r:id="rId267"/>
                </p:custDataLst>
              </p:nvPr>
            </p:nvSpPr>
            <p:spPr bwMode="auto">
              <a:xfrm>
                <a:off x="1967" y="4058"/>
                <a:ext cx="53" cy="46"/>
              </a:xfrm>
              <a:custGeom>
                <a:avLst/>
                <a:gdLst>
                  <a:gd name="T0" fmla="*/ 0 w 117"/>
                  <a:gd name="T1" fmla="*/ 0 h 102"/>
                  <a:gd name="T2" fmla="*/ 0 w 117"/>
                  <a:gd name="T3" fmla="*/ 0 h 102"/>
                  <a:gd name="T4" fmla="*/ 0 w 117"/>
                  <a:gd name="T5" fmla="*/ 0 h 102"/>
                  <a:gd name="T6" fmla="*/ 0 w 117"/>
                  <a:gd name="T7" fmla="*/ 0 h 102"/>
                  <a:gd name="T8" fmla="*/ 0 w 117"/>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 h="102">
                    <a:moveTo>
                      <a:pt x="0" y="0"/>
                    </a:moveTo>
                    <a:lnTo>
                      <a:pt x="3" y="102"/>
                    </a:lnTo>
                    <a:lnTo>
                      <a:pt x="117" y="91"/>
                    </a:lnTo>
                    <a:lnTo>
                      <a:pt x="26" y="50"/>
                    </a:lnTo>
                    <a:lnTo>
                      <a:pt x="0" y="0"/>
                    </a:lnTo>
                    <a:close/>
                  </a:path>
                </a:pathLst>
              </a:custGeom>
              <a:grpFill/>
              <a:ln w="3175">
                <a:solidFill>
                  <a:schemeClr val="bg1"/>
                </a:solidFill>
                <a:prstDash val="solid"/>
                <a:round/>
              </a:ln>
            </p:spPr>
            <p:txBody>
              <a:bodyPr/>
              <a:lstStyle/>
              <a:p>
                <a:endParaRPr lang="en-US" dirty="0"/>
              </a:p>
            </p:txBody>
          </p:sp>
          <p:sp>
            <p:nvSpPr>
              <p:cNvPr id="274" name="22074513.125247.1250.751.8755">
                <a:extLst>
                  <a:ext uri="{FF2B5EF4-FFF2-40B4-BE49-F238E27FC236}">
                    <a16:creationId xmlns:a16="http://schemas.microsoft.com/office/drawing/2014/main" id="{5824BF55-BB38-55CB-64F1-B043D0352E34}"/>
                  </a:ext>
                </a:extLst>
              </p:cNvPr>
              <p:cNvSpPr/>
              <p:nvPr>
                <p:custDataLst>
                  <p:tags r:id="rId268"/>
                </p:custDataLst>
              </p:nvPr>
            </p:nvSpPr>
            <p:spPr bwMode="auto">
              <a:xfrm>
                <a:off x="1977" y="4105"/>
                <a:ext cx="15" cy="6"/>
              </a:xfrm>
              <a:custGeom>
                <a:avLst/>
                <a:gdLst>
                  <a:gd name="T0" fmla="*/ 0 w 32"/>
                  <a:gd name="T1" fmla="*/ 0 h 14"/>
                  <a:gd name="T2" fmla="*/ 0 w 32"/>
                  <a:gd name="T3" fmla="*/ 0 h 14"/>
                  <a:gd name="T4" fmla="*/ 0 w 32"/>
                  <a:gd name="T5" fmla="*/ 0 h 14"/>
                  <a:gd name="T6" fmla="*/ 0 w 32"/>
                  <a:gd name="T7" fmla="*/ 0 h 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 h="14">
                    <a:moveTo>
                      <a:pt x="0" y="14"/>
                    </a:moveTo>
                    <a:lnTo>
                      <a:pt x="7" y="0"/>
                    </a:lnTo>
                    <a:lnTo>
                      <a:pt x="32" y="14"/>
                    </a:lnTo>
                    <a:lnTo>
                      <a:pt x="0" y="14"/>
                    </a:lnTo>
                    <a:close/>
                  </a:path>
                </a:pathLst>
              </a:custGeom>
              <a:grpFill/>
              <a:ln w="3175">
                <a:solidFill>
                  <a:schemeClr val="bg1"/>
                </a:solidFill>
                <a:prstDash val="solid"/>
                <a:round/>
              </a:ln>
            </p:spPr>
            <p:txBody>
              <a:bodyPr/>
              <a:lstStyle/>
              <a:p>
                <a:endParaRPr lang="en-US" dirty="0"/>
              </a:p>
            </p:txBody>
          </p:sp>
        </p:grpSp>
        <p:sp>
          <p:nvSpPr>
            <p:cNvPr id="142" name="22076375.875226.87530.87522.55">
              <a:extLst>
                <a:ext uri="{FF2B5EF4-FFF2-40B4-BE49-F238E27FC236}">
                  <a16:creationId xmlns:a16="http://schemas.microsoft.com/office/drawing/2014/main" id="{E79221EF-6074-6DC9-12F3-E813574C2799}"/>
                </a:ext>
              </a:extLst>
            </p:cNvPr>
            <p:cNvSpPr/>
            <p:nvPr>
              <p:custDataLst>
                <p:tags r:id="rId138"/>
              </p:custDataLst>
            </p:nvPr>
          </p:nvSpPr>
          <p:spPr bwMode="auto">
            <a:xfrm>
              <a:off x="2886" y="2889"/>
              <a:ext cx="130" cy="179"/>
            </a:xfrm>
            <a:custGeom>
              <a:avLst/>
              <a:gdLst>
                <a:gd name="T0" fmla="*/ 0 w 400"/>
                <a:gd name="T1" fmla="*/ 0 h 552"/>
                <a:gd name="T2" fmla="*/ 0 w 400"/>
                <a:gd name="T3" fmla="*/ 0 h 552"/>
                <a:gd name="T4" fmla="*/ 0 w 400"/>
                <a:gd name="T5" fmla="*/ 0 h 552"/>
                <a:gd name="T6" fmla="*/ 0 w 400"/>
                <a:gd name="T7" fmla="*/ 0 h 552"/>
                <a:gd name="T8" fmla="*/ 0 w 400"/>
                <a:gd name="T9" fmla="*/ 0 h 552"/>
                <a:gd name="T10" fmla="*/ 0 w 400"/>
                <a:gd name="T11" fmla="*/ 0 h 552"/>
                <a:gd name="T12" fmla="*/ 0 w 400"/>
                <a:gd name="T13" fmla="*/ 0 h 552"/>
                <a:gd name="T14" fmla="*/ 0 w 400"/>
                <a:gd name="T15" fmla="*/ 0 h 552"/>
                <a:gd name="T16" fmla="*/ 0 w 400"/>
                <a:gd name="T17" fmla="*/ 0 h 552"/>
                <a:gd name="T18" fmla="*/ 0 w 400"/>
                <a:gd name="T19" fmla="*/ 0 h 552"/>
                <a:gd name="T20" fmla="*/ 0 w 400"/>
                <a:gd name="T21" fmla="*/ 0 h 552"/>
                <a:gd name="T22" fmla="*/ 0 w 400"/>
                <a:gd name="T23" fmla="*/ 0 h 552"/>
                <a:gd name="T24" fmla="*/ 0 w 400"/>
                <a:gd name="T25" fmla="*/ 0 h 552"/>
                <a:gd name="T26" fmla="*/ 0 w 400"/>
                <a:gd name="T27" fmla="*/ 0 h 552"/>
                <a:gd name="T28" fmla="*/ 0 w 400"/>
                <a:gd name="T29" fmla="*/ 0 h 552"/>
                <a:gd name="T30" fmla="*/ 0 w 400"/>
                <a:gd name="T31" fmla="*/ 0 h 552"/>
                <a:gd name="T32" fmla="*/ 0 w 400"/>
                <a:gd name="T33" fmla="*/ 0 h 552"/>
                <a:gd name="T34" fmla="*/ 0 w 400"/>
                <a:gd name="T35" fmla="*/ 0 h 552"/>
                <a:gd name="T36" fmla="*/ 0 w 400"/>
                <a:gd name="T37" fmla="*/ 0 h 552"/>
                <a:gd name="T38" fmla="*/ 0 w 400"/>
                <a:gd name="T39" fmla="*/ 0 h 552"/>
                <a:gd name="T40" fmla="*/ 0 w 400"/>
                <a:gd name="T41" fmla="*/ 0 h 552"/>
                <a:gd name="T42" fmla="*/ 0 w 400"/>
                <a:gd name="T43" fmla="*/ 0 h 552"/>
                <a:gd name="T44" fmla="*/ 0 w 400"/>
                <a:gd name="T45" fmla="*/ 0 h 552"/>
                <a:gd name="T46" fmla="*/ 0 w 400"/>
                <a:gd name="T47" fmla="*/ 0 h 552"/>
                <a:gd name="T48" fmla="*/ 0 w 400"/>
                <a:gd name="T49" fmla="*/ 0 h 552"/>
                <a:gd name="T50" fmla="*/ 0 w 400"/>
                <a:gd name="T51" fmla="*/ 0 h 552"/>
                <a:gd name="T52" fmla="*/ 0 w 400"/>
                <a:gd name="T53" fmla="*/ 0 h 552"/>
                <a:gd name="T54" fmla="*/ 0 w 400"/>
                <a:gd name="T55" fmla="*/ 0 h 5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00" h="552">
                  <a:moveTo>
                    <a:pt x="0" y="367"/>
                  </a:moveTo>
                  <a:lnTo>
                    <a:pt x="50" y="407"/>
                  </a:lnTo>
                  <a:lnTo>
                    <a:pt x="120" y="417"/>
                  </a:lnTo>
                  <a:lnTo>
                    <a:pt x="193" y="491"/>
                  </a:lnTo>
                  <a:lnTo>
                    <a:pt x="288" y="498"/>
                  </a:lnTo>
                  <a:lnTo>
                    <a:pt x="274" y="538"/>
                  </a:lnTo>
                  <a:lnTo>
                    <a:pt x="297" y="552"/>
                  </a:lnTo>
                  <a:lnTo>
                    <a:pt x="312" y="455"/>
                  </a:lnTo>
                  <a:lnTo>
                    <a:pt x="295" y="396"/>
                  </a:lnTo>
                  <a:lnTo>
                    <a:pt x="326" y="393"/>
                  </a:lnTo>
                  <a:lnTo>
                    <a:pt x="301" y="359"/>
                  </a:lnTo>
                  <a:lnTo>
                    <a:pt x="381" y="347"/>
                  </a:lnTo>
                  <a:lnTo>
                    <a:pt x="400" y="370"/>
                  </a:lnTo>
                  <a:lnTo>
                    <a:pt x="370" y="322"/>
                  </a:lnTo>
                  <a:lnTo>
                    <a:pt x="380" y="206"/>
                  </a:lnTo>
                  <a:lnTo>
                    <a:pt x="315" y="211"/>
                  </a:lnTo>
                  <a:lnTo>
                    <a:pt x="295" y="183"/>
                  </a:lnTo>
                  <a:lnTo>
                    <a:pt x="229" y="175"/>
                  </a:lnTo>
                  <a:lnTo>
                    <a:pt x="187" y="109"/>
                  </a:lnTo>
                  <a:lnTo>
                    <a:pt x="251" y="21"/>
                  </a:lnTo>
                  <a:lnTo>
                    <a:pt x="242" y="0"/>
                  </a:lnTo>
                  <a:lnTo>
                    <a:pt x="130" y="48"/>
                  </a:lnTo>
                  <a:lnTo>
                    <a:pt x="68" y="147"/>
                  </a:lnTo>
                  <a:lnTo>
                    <a:pt x="49" y="124"/>
                  </a:lnTo>
                  <a:lnTo>
                    <a:pt x="32" y="172"/>
                  </a:lnTo>
                  <a:lnTo>
                    <a:pt x="49" y="282"/>
                  </a:lnTo>
                  <a:lnTo>
                    <a:pt x="62" y="282"/>
                  </a:lnTo>
                  <a:lnTo>
                    <a:pt x="0" y="367"/>
                  </a:lnTo>
                  <a:close/>
                </a:path>
              </a:pathLst>
            </a:custGeom>
            <a:grpFill/>
            <a:ln w="3175">
              <a:solidFill>
                <a:schemeClr val="bg1"/>
              </a:solidFill>
              <a:prstDash val="solid"/>
              <a:round/>
            </a:ln>
          </p:spPr>
          <p:txBody>
            <a:bodyPr/>
            <a:lstStyle/>
            <a:p>
              <a:endParaRPr lang="en-US" dirty="0"/>
            </a:p>
          </p:txBody>
        </p:sp>
        <p:sp>
          <p:nvSpPr>
            <p:cNvPr id="143" name="22077396.375223.12511.7510.55">
              <a:extLst>
                <a:ext uri="{FF2B5EF4-FFF2-40B4-BE49-F238E27FC236}">
                  <a16:creationId xmlns:a16="http://schemas.microsoft.com/office/drawing/2014/main" id="{2A2BA12A-5BBB-64F2-4DB0-96630CC98614}"/>
                </a:ext>
              </a:extLst>
            </p:cNvPr>
            <p:cNvSpPr/>
            <p:nvPr>
              <p:custDataLst>
                <p:tags r:id="rId139"/>
              </p:custDataLst>
            </p:nvPr>
          </p:nvSpPr>
          <p:spPr bwMode="auto">
            <a:xfrm>
              <a:off x="2864" y="3008"/>
              <a:ext cx="61" cy="68"/>
            </a:xfrm>
            <a:custGeom>
              <a:avLst/>
              <a:gdLst>
                <a:gd name="T0" fmla="*/ 0 w 185"/>
                <a:gd name="T1" fmla="*/ 0 h 208"/>
                <a:gd name="T2" fmla="*/ 0 w 185"/>
                <a:gd name="T3" fmla="*/ 0 h 208"/>
                <a:gd name="T4" fmla="*/ 0 w 185"/>
                <a:gd name="T5" fmla="*/ 0 h 208"/>
                <a:gd name="T6" fmla="*/ 0 w 185"/>
                <a:gd name="T7" fmla="*/ 0 h 208"/>
                <a:gd name="T8" fmla="*/ 0 w 185"/>
                <a:gd name="T9" fmla="*/ 0 h 208"/>
                <a:gd name="T10" fmla="*/ 0 w 185"/>
                <a:gd name="T11" fmla="*/ 0 h 208"/>
                <a:gd name="T12" fmla="*/ 0 w 185"/>
                <a:gd name="T13" fmla="*/ 0 h 208"/>
                <a:gd name="T14" fmla="*/ 0 w 185"/>
                <a:gd name="T15" fmla="*/ 0 h 208"/>
                <a:gd name="T16" fmla="*/ 0 w 185"/>
                <a:gd name="T17" fmla="*/ 0 h 208"/>
                <a:gd name="T18" fmla="*/ 0 w 185"/>
                <a:gd name="T19" fmla="*/ 0 h 208"/>
                <a:gd name="T20" fmla="*/ 0 w 185"/>
                <a:gd name="T21" fmla="*/ 0 h 208"/>
                <a:gd name="T22" fmla="*/ 0 w 185"/>
                <a:gd name="T23" fmla="*/ 0 h 208"/>
                <a:gd name="T24" fmla="*/ 0 w 185"/>
                <a:gd name="T25" fmla="*/ 0 h 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5" h="208">
                  <a:moveTo>
                    <a:pt x="0" y="80"/>
                  </a:moveTo>
                  <a:lnTo>
                    <a:pt x="1" y="121"/>
                  </a:lnTo>
                  <a:lnTo>
                    <a:pt x="34" y="131"/>
                  </a:lnTo>
                  <a:lnTo>
                    <a:pt x="16" y="164"/>
                  </a:lnTo>
                  <a:lnTo>
                    <a:pt x="11" y="198"/>
                  </a:lnTo>
                  <a:lnTo>
                    <a:pt x="54" y="208"/>
                  </a:lnTo>
                  <a:lnTo>
                    <a:pt x="93" y="150"/>
                  </a:lnTo>
                  <a:lnTo>
                    <a:pt x="169" y="105"/>
                  </a:lnTo>
                  <a:lnTo>
                    <a:pt x="185" y="50"/>
                  </a:lnTo>
                  <a:lnTo>
                    <a:pt x="115" y="40"/>
                  </a:lnTo>
                  <a:lnTo>
                    <a:pt x="65" y="0"/>
                  </a:lnTo>
                  <a:lnTo>
                    <a:pt x="23" y="21"/>
                  </a:lnTo>
                  <a:lnTo>
                    <a:pt x="0" y="80"/>
                  </a:lnTo>
                  <a:close/>
                </a:path>
              </a:pathLst>
            </a:custGeom>
            <a:grpFill/>
            <a:ln w="3175">
              <a:solidFill>
                <a:schemeClr val="bg1"/>
              </a:solidFill>
              <a:prstDash val="solid"/>
              <a:round/>
            </a:ln>
          </p:spPr>
          <p:txBody>
            <a:bodyPr/>
            <a:lstStyle/>
            <a:p>
              <a:endParaRPr lang="en-US" dirty="0"/>
            </a:p>
          </p:txBody>
        </p:sp>
        <p:sp>
          <p:nvSpPr>
            <p:cNvPr id="144" name="22078376.125237.2521.37525.255">
              <a:extLst>
                <a:ext uri="{FF2B5EF4-FFF2-40B4-BE49-F238E27FC236}">
                  <a16:creationId xmlns:a16="http://schemas.microsoft.com/office/drawing/2014/main" id="{1FEE7DCF-B607-00CF-41A1-75491FFBFF9A}"/>
                </a:ext>
              </a:extLst>
            </p:cNvPr>
            <p:cNvSpPr/>
            <p:nvPr>
              <p:custDataLst>
                <p:tags r:id="rId140"/>
              </p:custDataLst>
            </p:nvPr>
          </p:nvSpPr>
          <p:spPr bwMode="auto">
            <a:xfrm>
              <a:off x="2946" y="2891"/>
              <a:ext cx="146" cy="123"/>
            </a:xfrm>
            <a:custGeom>
              <a:avLst/>
              <a:gdLst>
                <a:gd name="T0" fmla="*/ 0 w 448"/>
                <a:gd name="T1" fmla="*/ 0 h 383"/>
                <a:gd name="T2" fmla="*/ 0 w 448"/>
                <a:gd name="T3" fmla="*/ 0 h 383"/>
                <a:gd name="T4" fmla="*/ 0 w 448"/>
                <a:gd name="T5" fmla="*/ 0 h 383"/>
                <a:gd name="T6" fmla="*/ 0 w 448"/>
                <a:gd name="T7" fmla="*/ 0 h 383"/>
                <a:gd name="T8" fmla="*/ 0 w 448"/>
                <a:gd name="T9" fmla="*/ 0 h 383"/>
                <a:gd name="T10" fmla="*/ 0 w 448"/>
                <a:gd name="T11" fmla="*/ 0 h 383"/>
                <a:gd name="T12" fmla="*/ 0 w 448"/>
                <a:gd name="T13" fmla="*/ 0 h 383"/>
                <a:gd name="T14" fmla="*/ 0 w 448"/>
                <a:gd name="T15" fmla="*/ 0 h 383"/>
                <a:gd name="T16" fmla="*/ 0 w 448"/>
                <a:gd name="T17" fmla="*/ 0 h 383"/>
                <a:gd name="T18" fmla="*/ 0 w 448"/>
                <a:gd name="T19" fmla="*/ 0 h 383"/>
                <a:gd name="T20" fmla="*/ 0 w 448"/>
                <a:gd name="T21" fmla="*/ 0 h 383"/>
                <a:gd name="T22" fmla="*/ 0 w 448"/>
                <a:gd name="T23" fmla="*/ 0 h 383"/>
                <a:gd name="T24" fmla="*/ 0 w 448"/>
                <a:gd name="T25" fmla="*/ 0 h 383"/>
                <a:gd name="T26" fmla="*/ 0 w 448"/>
                <a:gd name="T27" fmla="*/ 0 h 383"/>
                <a:gd name="T28" fmla="*/ 0 w 448"/>
                <a:gd name="T29" fmla="*/ 0 h 383"/>
                <a:gd name="T30" fmla="*/ 0 w 448"/>
                <a:gd name="T31" fmla="*/ 0 h 383"/>
                <a:gd name="T32" fmla="*/ 0 w 448"/>
                <a:gd name="T33" fmla="*/ 0 h 383"/>
                <a:gd name="T34" fmla="*/ 0 w 448"/>
                <a:gd name="T35" fmla="*/ 0 h 383"/>
                <a:gd name="T36" fmla="*/ 0 w 448"/>
                <a:gd name="T37" fmla="*/ 0 h 383"/>
                <a:gd name="T38" fmla="*/ 0 w 448"/>
                <a:gd name="T39" fmla="*/ 0 h 383"/>
                <a:gd name="T40" fmla="*/ 0 w 448"/>
                <a:gd name="T41" fmla="*/ 0 h 383"/>
                <a:gd name="T42" fmla="*/ 0 w 448"/>
                <a:gd name="T43" fmla="*/ 0 h 383"/>
                <a:gd name="T44" fmla="*/ 0 w 448"/>
                <a:gd name="T45" fmla="*/ 0 h 383"/>
                <a:gd name="T46" fmla="*/ 0 w 448"/>
                <a:gd name="T47" fmla="*/ 0 h 383"/>
                <a:gd name="T48" fmla="*/ 0 w 448"/>
                <a:gd name="T49" fmla="*/ 0 h 383"/>
                <a:gd name="T50" fmla="*/ 0 w 448"/>
                <a:gd name="T51" fmla="*/ 0 h 383"/>
                <a:gd name="T52" fmla="*/ 0 w 448"/>
                <a:gd name="T53" fmla="*/ 0 h 383"/>
                <a:gd name="T54" fmla="*/ 0 w 448"/>
                <a:gd name="T55" fmla="*/ 0 h 383"/>
                <a:gd name="T56" fmla="*/ 0 w 448"/>
                <a:gd name="T57" fmla="*/ 0 h 383"/>
                <a:gd name="T58" fmla="*/ 0 w 448"/>
                <a:gd name="T59" fmla="*/ 0 h 3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48" h="383">
                  <a:moveTo>
                    <a:pt x="0" y="105"/>
                  </a:moveTo>
                  <a:lnTo>
                    <a:pt x="42" y="171"/>
                  </a:lnTo>
                  <a:lnTo>
                    <a:pt x="108" y="179"/>
                  </a:lnTo>
                  <a:lnTo>
                    <a:pt x="128" y="207"/>
                  </a:lnTo>
                  <a:lnTo>
                    <a:pt x="193" y="202"/>
                  </a:lnTo>
                  <a:lnTo>
                    <a:pt x="183" y="318"/>
                  </a:lnTo>
                  <a:lnTo>
                    <a:pt x="213" y="366"/>
                  </a:lnTo>
                  <a:lnTo>
                    <a:pt x="252" y="383"/>
                  </a:lnTo>
                  <a:lnTo>
                    <a:pt x="332" y="337"/>
                  </a:lnTo>
                  <a:lnTo>
                    <a:pt x="300" y="329"/>
                  </a:lnTo>
                  <a:lnTo>
                    <a:pt x="283" y="266"/>
                  </a:lnTo>
                  <a:lnTo>
                    <a:pt x="341" y="278"/>
                  </a:lnTo>
                  <a:lnTo>
                    <a:pt x="424" y="238"/>
                  </a:lnTo>
                  <a:lnTo>
                    <a:pt x="400" y="207"/>
                  </a:lnTo>
                  <a:lnTo>
                    <a:pt x="429" y="178"/>
                  </a:lnTo>
                  <a:lnTo>
                    <a:pt x="417" y="156"/>
                  </a:lnTo>
                  <a:lnTo>
                    <a:pt x="448" y="132"/>
                  </a:lnTo>
                  <a:lnTo>
                    <a:pt x="409" y="127"/>
                  </a:lnTo>
                  <a:lnTo>
                    <a:pt x="409" y="96"/>
                  </a:lnTo>
                  <a:lnTo>
                    <a:pt x="344" y="63"/>
                  </a:lnTo>
                  <a:lnTo>
                    <a:pt x="373" y="54"/>
                  </a:lnTo>
                  <a:lnTo>
                    <a:pt x="176" y="61"/>
                  </a:lnTo>
                  <a:lnTo>
                    <a:pt x="112" y="0"/>
                  </a:lnTo>
                  <a:lnTo>
                    <a:pt x="114" y="28"/>
                  </a:lnTo>
                  <a:lnTo>
                    <a:pt x="59" y="51"/>
                  </a:lnTo>
                  <a:lnTo>
                    <a:pt x="76" y="96"/>
                  </a:lnTo>
                  <a:lnTo>
                    <a:pt x="55" y="113"/>
                  </a:lnTo>
                  <a:lnTo>
                    <a:pt x="42" y="72"/>
                  </a:lnTo>
                  <a:lnTo>
                    <a:pt x="64" y="17"/>
                  </a:lnTo>
                  <a:lnTo>
                    <a:pt x="0" y="105"/>
                  </a:lnTo>
                  <a:close/>
                </a:path>
              </a:pathLst>
            </a:custGeom>
            <a:grpFill/>
            <a:ln w="3175">
              <a:solidFill>
                <a:schemeClr val="bg1"/>
              </a:solidFill>
              <a:prstDash val="solid"/>
              <a:round/>
            </a:ln>
          </p:spPr>
          <p:txBody>
            <a:bodyPr/>
            <a:lstStyle/>
            <a:p>
              <a:endParaRPr lang="en-US" dirty="0"/>
            </a:p>
          </p:txBody>
        </p:sp>
        <p:sp>
          <p:nvSpPr>
            <p:cNvPr id="145" name="22079288.5512.62572.25114.6255">
              <a:extLst>
                <a:ext uri="{FF2B5EF4-FFF2-40B4-BE49-F238E27FC236}">
                  <a16:creationId xmlns:a16="http://schemas.microsoft.com/office/drawing/2014/main" id="{DB09747C-F040-2322-E23D-46681BA293D3}"/>
                </a:ext>
              </a:extLst>
            </p:cNvPr>
            <p:cNvSpPr/>
            <p:nvPr>
              <p:custDataLst>
                <p:tags r:id="rId141"/>
              </p:custDataLst>
            </p:nvPr>
          </p:nvSpPr>
          <p:spPr bwMode="auto">
            <a:xfrm>
              <a:off x="4539" y="2384"/>
              <a:ext cx="663" cy="418"/>
            </a:xfrm>
            <a:custGeom>
              <a:avLst/>
              <a:gdLst>
                <a:gd name="T0" fmla="*/ 0 w 2044"/>
                <a:gd name="T1" fmla="*/ 0 h 1286"/>
                <a:gd name="T2" fmla="*/ 0 w 2044"/>
                <a:gd name="T3" fmla="*/ 0 h 1286"/>
                <a:gd name="T4" fmla="*/ 0 w 2044"/>
                <a:gd name="T5" fmla="*/ 0 h 1286"/>
                <a:gd name="T6" fmla="*/ 0 w 2044"/>
                <a:gd name="T7" fmla="*/ 0 h 1286"/>
                <a:gd name="T8" fmla="*/ 0 w 2044"/>
                <a:gd name="T9" fmla="*/ 0 h 1286"/>
                <a:gd name="T10" fmla="*/ 0 w 2044"/>
                <a:gd name="T11" fmla="*/ 0 h 1286"/>
                <a:gd name="T12" fmla="*/ 0 w 2044"/>
                <a:gd name="T13" fmla="*/ 0 h 1286"/>
                <a:gd name="T14" fmla="*/ 0 w 2044"/>
                <a:gd name="T15" fmla="*/ 0 h 1286"/>
                <a:gd name="T16" fmla="*/ 0 w 2044"/>
                <a:gd name="T17" fmla="*/ 0 h 1286"/>
                <a:gd name="T18" fmla="*/ 0 w 2044"/>
                <a:gd name="T19" fmla="*/ 0 h 1286"/>
                <a:gd name="T20" fmla="*/ 0 w 2044"/>
                <a:gd name="T21" fmla="*/ 0 h 1286"/>
                <a:gd name="T22" fmla="*/ 0 w 2044"/>
                <a:gd name="T23" fmla="*/ 0 h 1286"/>
                <a:gd name="T24" fmla="*/ 0 w 2044"/>
                <a:gd name="T25" fmla="*/ 0 h 1286"/>
                <a:gd name="T26" fmla="*/ 0 w 2044"/>
                <a:gd name="T27" fmla="*/ 0 h 1286"/>
                <a:gd name="T28" fmla="*/ 0 w 2044"/>
                <a:gd name="T29" fmla="*/ 0 h 1286"/>
                <a:gd name="T30" fmla="*/ 0 w 2044"/>
                <a:gd name="T31" fmla="*/ 0 h 1286"/>
                <a:gd name="T32" fmla="*/ 0 w 2044"/>
                <a:gd name="T33" fmla="*/ 0 h 1286"/>
                <a:gd name="T34" fmla="*/ 0 w 2044"/>
                <a:gd name="T35" fmla="*/ 0 h 1286"/>
                <a:gd name="T36" fmla="*/ 0 w 2044"/>
                <a:gd name="T37" fmla="*/ 0 h 1286"/>
                <a:gd name="T38" fmla="*/ 0 w 2044"/>
                <a:gd name="T39" fmla="*/ 0 h 1286"/>
                <a:gd name="T40" fmla="*/ 0 w 2044"/>
                <a:gd name="T41" fmla="*/ 0 h 1286"/>
                <a:gd name="T42" fmla="*/ 0 w 2044"/>
                <a:gd name="T43" fmla="*/ 0 h 1286"/>
                <a:gd name="T44" fmla="*/ 0 w 2044"/>
                <a:gd name="T45" fmla="*/ 0 h 1286"/>
                <a:gd name="T46" fmla="*/ 0 w 2044"/>
                <a:gd name="T47" fmla="*/ 0 h 1286"/>
                <a:gd name="T48" fmla="*/ 0 w 2044"/>
                <a:gd name="T49" fmla="*/ 0 h 1286"/>
                <a:gd name="T50" fmla="*/ 0 w 2044"/>
                <a:gd name="T51" fmla="*/ 0 h 1286"/>
                <a:gd name="T52" fmla="*/ 0 w 2044"/>
                <a:gd name="T53" fmla="*/ 0 h 1286"/>
                <a:gd name="T54" fmla="*/ 0 w 2044"/>
                <a:gd name="T55" fmla="*/ 0 h 1286"/>
                <a:gd name="T56" fmla="*/ 0 w 2044"/>
                <a:gd name="T57" fmla="*/ 0 h 1286"/>
                <a:gd name="T58" fmla="*/ 0 w 2044"/>
                <a:gd name="T59" fmla="*/ 0 h 1286"/>
                <a:gd name="T60" fmla="*/ 0 w 2044"/>
                <a:gd name="T61" fmla="*/ 0 h 1286"/>
                <a:gd name="T62" fmla="*/ 0 w 2044"/>
                <a:gd name="T63" fmla="*/ 0 h 1286"/>
                <a:gd name="T64" fmla="*/ 0 w 2044"/>
                <a:gd name="T65" fmla="*/ 0 h 1286"/>
                <a:gd name="T66" fmla="*/ 0 w 2044"/>
                <a:gd name="T67" fmla="*/ 0 h 1286"/>
                <a:gd name="T68" fmla="*/ 0 w 2044"/>
                <a:gd name="T69" fmla="*/ 0 h 1286"/>
                <a:gd name="T70" fmla="*/ 0 w 2044"/>
                <a:gd name="T71" fmla="*/ 0 h 1286"/>
                <a:gd name="T72" fmla="*/ 0 w 2044"/>
                <a:gd name="T73" fmla="*/ 0 h 1286"/>
                <a:gd name="T74" fmla="*/ 0 w 2044"/>
                <a:gd name="T75" fmla="*/ 0 h 1286"/>
                <a:gd name="T76" fmla="*/ 0 w 2044"/>
                <a:gd name="T77" fmla="*/ 0 h 1286"/>
                <a:gd name="T78" fmla="*/ 0 w 2044"/>
                <a:gd name="T79" fmla="*/ 0 h 1286"/>
                <a:gd name="T80" fmla="*/ 0 w 2044"/>
                <a:gd name="T81" fmla="*/ 0 h 1286"/>
                <a:gd name="T82" fmla="*/ 0 w 2044"/>
                <a:gd name="T83" fmla="*/ 0 h 1286"/>
                <a:gd name="T84" fmla="*/ 0 w 2044"/>
                <a:gd name="T85" fmla="*/ 0 h 1286"/>
                <a:gd name="T86" fmla="*/ 0 w 2044"/>
                <a:gd name="T87" fmla="*/ 0 h 1286"/>
                <a:gd name="T88" fmla="*/ 0 w 2044"/>
                <a:gd name="T89" fmla="*/ 0 h 1286"/>
                <a:gd name="T90" fmla="*/ 0 w 2044"/>
                <a:gd name="T91" fmla="*/ 0 h 1286"/>
                <a:gd name="T92" fmla="*/ 0 w 2044"/>
                <a:gd name="T93" fmla="*/ 0 h 1286"/>
                <a:gd name="T94" fmla="*/ 0 w 2044"/>
                <a:gd name="T95" fmla="*/ 0 h 1286"/>
                <a:gd name="T96" fmla="*/ 0 w 2044"/>
                <a:gd name="T97" fmla="*/ 0 h 1286"/>
                <a:gd name="T98" fmla="*/ 0 w 2044"/>
                <a:gd name="T99" fmla="*/ 0 h 1286"/>
                <a:gd name="T100" fmla="*/ 0 w 2044"/>
                <a:gd name="T101" fmla="*/ 0 h 1286"/>
                <a:gd name="T102" fmla="*/ 0 w 2044"/>
                <a:gd name="T103" fmla="*/ 0 h 128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044" h="1286">
                  <a:moveTo>
                    <a:pt x="0" y="612"/>
                  </a:moveTo>
                  <a:lnTo>
                    <a:pt x="13" y="562"/>
                  </a:lnTo>
                  <a:lnTo>
                    <a:pt x="87" y="551"/>
                  </a:lnTo>
                  <a:lnTo>
                    <a:pt x="216" y="484"/>
                  </a:lnTo>
                  <a:lnTo>
                    <a:pt x="235" y="432"/>
                  </a:lnTo>
                  <a:lnTo>
                    <a:pt x="209" y="371"/>
                  </a:lnTo>
                  <a:lnTo>
                    <a:pt x="290" y="355"/>
                  </a:lnTo>
                  <a:lnTo>
                    <a:pt x="312" y="273"/>
                  </a:lnTo>
                  <a:lnTo>
                    <a:pt x="397" y="278"/>
                  </a:lnTo>
                  <a:lnTo>
                    <a:pt x="407" y="225"/>
                  </a:lnTo>
                  <a:lnTo>
                    <a:pt x="472" y="198"/>
                  </a:lnTo>
                  <a:lnTo>
                    <a:pt x="506" y="243"/>
                  </a:lnTo>
                  <a:lnTo>
                    <a:pt x="553" y="260"/>
                  </a:lnTo>
                  <a:lnTo>
                    <a:pt x="572" y="355"/>
                  </a:lnTo>
                  <a:lnTo>
                    <a:pt x="719" y="392"/>
                  </a:lnTo>
                  <a:lnTo>
                    <a:pt x="781" y="456"/>
                  </a:lnTo>
                  <a:lnTo>
                    <a:pt x="902" y="452"/>
                  </a:lnTo>
                  <a:lnTo>
                    <a:pt x="1039" y="503"/>
                  </a:lnTo>
                  <a:lnTo>
                    <a:pt x="1222" y="456"/>
                  </a:lnTo>
                  <a:lnTo>
                    <a:pt x="1278" y="419"/>
                  </a:lnTo>
                  <a:lnTo>
                    <a:pt x="1278" y="368"/>
                  </a:lnTo>
                  <a:lnTo>
                    <a:pt x="1329" y="374"/>
                  </a:lnTo>
                  <a:lnTo>
                    <a:pt x="1440" y="300"/>
                  </a:lnTo>
                  <a:lnTo>
                    <a:pt x="1530" y="295"/>
                  </a:lnTo>
                  <a:lnTo>
                    <a:pt x="1487" y="239"/>
                  </a:lnTo>
                  <a:lnTo>
                    <a:pt x="1402" y="254"/>
                  </a:lnTo>
                  <a:lnTo>
                    <a:pt x="1401" y="191"/>
                  </a:lnTo>
                  <a:lnTo>
                    <a:pt x="1423" y="157"/>
                  </a:lnTo>
                  <a:lnTo>
                    <a:pt x="1473" y="176"/>
                  </a:lnTo>
                  <a:lnTo>
                    <a:pt x="1522" y="154"/>
                  </a:lnTo>
                  <a:lnTo>
                    <a:pt x="1571" y="69"/>
                  </a:lnTo>
                  <a:lnTo>
                    <a:pt x="1548" y="38"/>
                  </a:lnTo>
                  <a:lnTo>
                    <a:pt x="1669" y="0"/>
                  </a:lnTo>
                  <a:lnTo>
                    <a:pt x="1736" y="26"/>
                  </a:lnTo>
                  <a:lnTo>
                    <a:pt x="1798" y="169"/>
                  </a:lnTo>
                  <a:lnTo>
                    <a:pt x="1899" y="201"/>
                  </a:lnTo>
                  <a:lnTo>
                    <a:pt x="1919" y="253"/>
                  </a:lnTo>
                  <a:lnTo>
                    <a:pt x="2044" y="220"/>
                  </a:lnTo>
                  <a:lnTo>
                    <a:pt x="1986" y="359"/>
                  </a:lnTo>
                  <a:lnTo>
                    <a:pt x="1913" y="379"/>
                  </a:lnTo>
                  <a:lnTo>
                    <a:pt x="1923" y="432"/>
                  </a:lnTo>
                  <a:lnTo>
                    <a:pt x="1899" y="463"/>
                  </a:lnTo>
                  <a:lnTo>
                    <a:pt x="1886" y="452"/>
                  </a:lnTo>
                  <a:lnTo>
                    <a:pt x="1823" y="491"/>
                  </a:lnTo>
                  <a:lnTo>
                    <a:pt x="1823" y="513"/>
                  </a:lnTo>
                  <a:lnTo>
                    <a:pt x="1777" y="506"/>
                  </a:lnTo>
                  <a:lnTo>
                    <a:pt x="1692" y="568"/>
                  </a:lnTo>
                  <a:lnTo>
                    <a:pt x="1593" y="617"/>
                  </a:lnTo>
                  <a:lnTo>
                    <a:pt x="1623" y="551"/>
                  </a:lnTo>
                  <a:lnTo>
                    <a:pt x="1608" y="528"/>
                  </a:lnTo>
                  <a:lnTo>
                    <a:pt x="1473" y="604"/>
                  </a:lnTo>
                  <a:lnTo>
                    <a:pt x="1469" y="624"/>
                  </a:lnTo>
                  <a:lnTo>
                    <a:pt x="1515" y="674"/>
                  </a:lnTo>
                  <a:lnTo>
                    <a:pt x="1574" y="653"/>
                  </a:lnTo>
                  <a:lnTo>
                    <a:pt x="1636" y="671"/>
                  </a:lnTo>
                  <a:lnTo>
                    <a:pt x="1553" y="710"/>
                  </a:lnTo>
                  <a:lnTo>
                    <a:pt x="1523" y="763"/>
                  </a:lnTo>
                  <a:lnTo>
                    <a:pt x="1611" y="880"/>
                  </a:lnTo>
                  <a:lnTo>
                    <a:pt x="1550" y="869"/>
                  </a:lnTo>
                  <a:lnTo>
                    <a:pt x="1611" y="909"/>
                  </a:lnTo>
                  <a:lnTo>
                    <a:pt x="1552" y="935"/>
                  </a:lnTo>
                  <a:lnTo>
                    <a:pt x="1614" y="946"/>
                  </a:lnTo>
                  <a:lnTo>
                    <a:pt x="1501" y="1133"/>
                  </a:lnTo>
                  <a:lnTo>
                    <a:pt x="1425" y="1188"/>
                  </a:lnTo>
                  <a:lnTo>
                    <a:pt x="1353" y="1206"/>
                  </a:lnTo>
                  <a:lnTo>
                    <a:pt x="1347" y="1207"/>
                  </a:lnTo>
                  <a:lnTo>
                    <a:pt x="1329" y="1196"/>
                  </a:lnTo>
                  <a:lnTo>
                    <a:pt x="1310" y="1228"/>
                  </a:lnTo>
                  <a:lnTo>
                    <a:pt x="1223" y="1247"/>
                  </a:lnTo>
                  <a:lnTo>
                    <a:pt x="1216" y="1286"/>
                  </a:lnTo>
                  <a:lnTo>
                    <a:pt x="1201" y="1239"/>
                  </a:lnTo>
                  <a:lnTo>
                    <a:pt x="1142" y="1242"/>
                  </a:lnTo>
                  <a:lnTo>
                    <a:pt x="1052" y="1184"/>
                  </a:lnTo>
                  <a:lnTo>
                    <a:pt x="953" y="1209"/>
                  </a:lnTo>
                  <a:lnTo>
                    <a:pt x="932" y="1210"/>
                  </a:lnTo>
                  <a:lnTo>
                    <a:pt x="935" y="1247"/>
                  </a:lnTo>
                  <a:lnTo>
                    <a:pt x="920" y="1238"/>
                  </a:lnTo>
                  <a:lnTo>
                    <a:pt x="856" y="1220"/>
                  </a:lnTo>
                  <a:lnTo>
                    <a:pt x="837" y="1152"/>
                  </a:lnTo>
                  <a:lnTo>
                    <a:pt x="799" y="1161"/>
                  </a:lnTo>
                  <a:lnTo>
                    <a:pt x="834" y="1062"/>
                  </a:lnTo>
                  <a:lnTo>
                    <a:pt x="833" y="1030"/>
                  </a:lnTo>
                  <a:lnTo>
                    <a:pt x="792" y="1009"/>
                  </a:lnTo>
                  <a:lnTo>
                    <a:pt x="757" y="996"/>
                  </a:lnTo>
                  <a:lnTo>
                    <a:pt x="746" y="960"/>
                  </a:lnTo>
                  <a:lnTo>
                    <a:pt x="604" y="1020"/>
                  </a:lnTo>
                  <a:lnTo>
                    <a:pt x="540" y="1004"/>
                  </a:lnTo>
                  <a:lnTo>
                    <a:pt x="507" y="1038"/>
                  </a:lnTo>
                  <a:lnTo>
                    <a:pt x="503" y="1014"/>
                  </a:lnTo>
                  <a:lnTo>
                    <a:pt x="481" y="1019"/>
                  </a:lnTo>
                  <a:lnTo>
                    <a:pt x="408" y="1019"/>
                  </a:lnTo>
                  <a:lnTo>
                    <a:pt x="352" y="967"/>
                  </a:lnTo>
                  <a:lnTo>
                    <a:pt x="246" y="932"/>
                  </a:lnTo>
                  <a:lnTo>
                    <a:pt x="178" y="908"/>
                  </a:lnTo>
                  <a:lnTo>
                    <a:pt x="161" y="850"/>
                  </a:lnTo>
                  <a:lnTo>
                    <a:pt x="197" y="843"/>
                  </a:lnTo>
                  <a:lnTo>
                    <a:pt x="175" y="796"/>
                  </a:lnTo>
                  <a:lnTo>
                    <a:pt x="221" y="740"/>
                  </a:lnTo>
                  <a:lnTo>
                    <a:pt x="186" y="721"/>
                  </a:lnTo>
                  <a:lnTo>
                    <a:pt x="134" y="741"/>
                  </a:lnTo>
                  <a:lnTo>
                    <a:pt x="32" y="679"/>
                  </a:lnTo>
                  <a:lnTo>
                    <a:pt x="35" y="671"/>
                  </a:lnTo>
                  <a:lnTo>
                    <a:pt x="36" y="626"/>
                  </a:lnTo>
                  <a:lnTo>
                    <a:pt x="0" y="612"/>
                  </a:lnTo>
                  <a:close/>
                </a:path>
              </a:pathLst>
            </a:custGeom>
            <a:grpFill/>
            <a:ln w="3175">
              <a:solidFill>
                <a:schemeClr val="bg1"/>
              </a:solidFill>
              <a:prstDash val="solid"/>
              <a:round/>
            </a:ln>
          </p:spPr>
          <p:txBody>
            <a:bodyPr/>
            <a:lstStyle/>
            <a:p>
              <a:endParaRPr lang="en-US" dirty="0"/>
            </a:p>
          </p:txBody>
        </p:sp>
        <p:sp>
          <p:nvSpPr>
            <p:cNvPr id="146" name="22080361.25578.253.54.1255">
              <a:extLst>
                <a:ext uri="{FF2B5EF4-FFF2-40B4-BE49-F238E27FC236}">
                  <a16:creationId xmlns:a16="http://schemas.microsoft.com/office/drawing/2014/main" id="{9566D584-A515-5904-731E-CBD466CF58EC}"/>
                </a:ext>
              </a:extLst>
            </p:cNvPr>
            <p:cNvSpPr/>
            <p:nvPr>
              <p:custDataLst>
                <p:tags r:id="rId142"/>
              </p:custDataLst>
            </p:nvPr>
          </p:nvSpPr>
          <p:spPr bwMode="auto">
            <a:xfrm>
              <a:off x="4919" y="2805"/>
              <a:ext cx="23" cy="20"/>
            </a:xfrm>
            <a:custGeom>
              <a:avLst/>
              <a:gdLst>
                <a:gd name="T0" fmla="*/ 0 w 73"/>
                <a:gd name="T1" fmla="*/ 0 h 62"/>
                <a:gd name="T2" fmla="*/ 0 w 73"/>
                <a:gd name="T3" fmla="*/ 0 h 62"/>
                <a:gd name="T4" fmla="*/ 0 w 73"/>
                <a:gd name="T5" fmla="*/ 0 h 62"/>
                <a:gd name="T6" fmla="*/ 0 w 73"/>
                <a:gd name="T7" fmla="*/ 0 h 62"/>
                <a:gd name="T8" fmla="*/ 0 w 73"/>
                <a:gd name="T9" fmla="*/ 0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 h="62">
                  <a:moveTo>
                    <a:pt x="0" y="48"/>
                  </a:moveTo>
                  <a:lnTo>
                    <a:pt x="23" y="0"/>
                  </a:lnTo>
                  <a:lnTo>
                    <a:pt x="73" y="11"/>
                  </a:lnTo>
                  <a:lnTo>
                    <a:pt x="33" y="62"/>
                  </a:lnTo>
                  <a:lnTo>
                    <a:pt x="0" y="48"/>
                  </a:lnTo>
                  <a:close/>
                </a:path>
              </a:pathLst>
            </a:custGeom>
            <a:grpFill/>
            <a:ln w="3175">
              <a:solidFill>
                <a:schemeClr val="bg1"/>
              </a:solidFill>
              <a:prstDash val="solid"/>
              <a:round/>
            </a:ln>
          </p:spPr>
          <p:txBody>
            <a:bodyPr/>
            <a:lstStyle/>
            <a:p>
              <a:endParaRPr lang="en-US" dirty="0"/>
            </a:p>
          </p:txBody>
        </p:sp>
        <p:sp>
          <p:nvSpPr>
            <p:cNvPr id="147" name="2208132950254.875555">
              <a:extLst>
                <a:ext uri="{FF2B5EF4-FFF2-40B4-BE49-F238E27FC236}">
                  <a16:creationId xmlns:a16="http://schemas.microsoft.com/office/drawing/2014/main" id="{E0FD28F9-802C-E6B1-3253-76CA6A9C8448}"/>
                </a:ext>
              </a:extLst>
            </p:cNvPr>
            <p:cNvSpPr/>
            <p:nvPr>
              <p:custDataLst>
                <p:tags r:id="rId143"/>
              </p:custDataLst>
            </p:nvPr>
          </p:nvSpPr>
          <p:spPr bwMode="auto">
            <a:xfrm>
              <a:off x="4478" y="2618"/>
              <a:ext cx="318" cy="317"/>
            </a:xfrm>
            <a:custGeom>
              <a:avLst/>
              <a:gdLst>
                <a:gd name="T0" fmla="*/ 0 w 980"/>
                <a:gd name="T1" fmla="*/ 0 h 976"/>
                <a:gd name="T2" fmla="*/ 0 w 980"/>
                <a:gd name="T3" fmla="*/ 0 h 976"/>
                <a:gd name="T4" fmla="*/ 0 w 980"/>
                <a:gd name="T5" fmla="*/ 0 h 976"/>
                <a:gd name="T6" fmla="*/ 0 w 980"/>
                <a:gd name="T7" fmla="*/ 0 h 976"/>
                <a:gd name="T8" fmla="*/ 0 w 980"/>
                <a:gd name="T9" fmla="*/ 0 h 976"/>
                <a:gd name="T10" fmla="*/ 0 w 980"/>
                <a:gd name="T11" fmla="*/ 0 h 976"/>
                <a:gd name="T12" fmla="*/ 0 w 980"/>
                <a:gd name="T13" fmla="*/ 0 h 976"/>
                <a:gd name="T14" fmla="*/ 0 w 980"/>
                <a:gd name="T15" fmla="*/ 0 h 976"/>
                <a:gd name="T16" fmla="*/ 0 w 980"/>
                <a:gd name="T17" fmla="*/ 0 h 976"/>
                <a:gd name="T18" fmla="*/ 0 w 980"/>
                <a:gd name="T19" fmla="*/ 0 h 976"/>
                <a:gd name="T20" fmla="*/ 0 w 980"/>
                <a:gd name="T21" fmla="*/ 0 h 976"/>
                <a:gd name="T22" fmla="*/ 0 w 980"/>
                <a:gd name="T23" fmla="*/ 0 h 976"/>
                <a:gd name="T24" fmla="*/ 0 w 980"/>
                <a:gd name="T25" fmla="*/ 0 h 976"/>
                <a:gd name="T26" fmla="*/ 0 w 980"/>
                <a:gd name="T27" fmla="*/ 0 h 976"/>
                <a:gd name="T28" fmla="*/ 0 w 980"/>
                <a:gd name="T29" fmla="*/ 0 h 976"/>
                <a:gd name="T30" fmla="*/ 0 w 980"/>
                <a:gd name="T31" fmla="*/ 0 h 976"/>
                <a:gd name="T32" fmla="*/ 0 w 980"/>
                <a:gd name="T33" fmla="*/ 0 h 976"/>
                <a:gd name="T34" fmla="*/ 0 w 980"/>
                <a:gd name="T35" fmla="*/ 0 h 976"/>
                <a:gd name="T36" fmla="*/ 0 w 980"/>
                <a:gd name="T37" fmla="*/ 0 h 976"/>
                <a:gd name="T38" fmla="*/ 0 w 980"/>
                <a:gd name="T39" fmla="*/ 0 h 976"/>
                <a:gd name="T40" fmla="*/ 0 w 980"/>
                <a:gd name="T41" fmla="*/ 0 h 976"/>
                <a:gd name="T42" fmla="*/ 0 w 980"/>
                <a:gd name="T43" fmla="*/ 0 h 976"/>
                <a:gd name="T44" fmla="*/ 0 w 980"/>
                <a:gd name="T45" fmla="*/ 0 h 976"/>
                <a:gd name="T46" fmla="*/ 0 w 980"/>
                <a:gd name="T47" fmla="*/ 0 h 976"/>
                <a:gd name="T48" fmla="*/ 0 w 980"/>
                <a:gd name="T49" fmla="*/ 0 h 976"/>
                <a:gd name="T50" fmla="*/ 0 w 980"/>
                <a:gd name="T51" fmla="*/ 0 h 976"/>
                <a:gd name="T52" fmla="*/ 0 w 980"/>
                <a:gd name="T53" fmla="*/ 0 h 976"/>
                <a:gd name="T54" fmla="*/ 0 w 980"/>
                <a:gd name="T55" fmla="*/ 0 h 976"/>
                <a:gd name="T56" fmla="*/ 0 w 980"/>
                <a:gd name="T57" fmla="*/ 0 h 976"/>
                <a:gd name="T58" fmla="*/ 0 w 980"/>
                <a:gd name="T59" fmla="*/ 0 h 976"/>
                <a:gd name="T60" fmla="*/ 0 w 980"/>
                <a:gd name="T61" fmla="*/ 0 h 976"/>
                <a:gd name="T62" fmla="*/ 0 w 980"/>
                <a:gd name="T63" fmla="*/ 0 h 976"/>
                <a:gd name="T64" fmla="*/ 0 w 980"/>
                <a:gd name="T65" fmla="*/ 0 h 976"/>
                <a:gd name="T66" fmla="*/ 0 w 980"/>
                <a:gd name="T67" fmla="*/ 0 h 976"/>
                <a:gd name="T68" fmla="*/ 0 w 980"/>
                <a:gd name="T69" fmla="*/ 0 h 976"/>
                <a:gd name="T70" fmla="*/ 0 w 980"/>
                <a:gd name="T71" fmla="*/ 0 h 976"/>
                <a:gd name="T72" fmla="*/ 0 w 980"/>
                <a:gd name="T73" fmla="*/ 0 h 976"/>
                <a:gd name="T74" fmla="*/ 0 w 980"/>
                <a:gd name="T75" fmla="*/ 0 h 976"/>
                <a:gd name="T76" fmla="*/ 0 w 980"/>
                <a:gd name="T77" fmla="*/ 0 h 976"/>
                <a:gd name="T78" fmla="*/ 0 w 980"/>
                <a:gd name="T79" fmla="*/ 0 h 976"/>
                <a:gd name="T80" fmla="*/ 0 w 980"/>
                <a:gd name="T81" fmla="*/ 0 h 976"/>
                <a:gd name="T82" fmla="*/ 0 w 980"/>
                <a:gd name="T83" fmla="*/ 0 h 976"/>
                <a:gd name="T84" fmla="*/ 0 w 980"/>
                <a:gd name="T85" fmla="*/ 0 h 976"/>
                <a:gd name="T86" fmla="*/ 0 w 980"/>
                <a:gd name="T87" fmla="*/ 0 h 976"/>
                <a:gd name="T88" fmla="*/ 0 w 980"/>
                <a:gd name="T89" fmla="*/ 0 h 976"/>
                <a:gd name="T90" fmla="*/ 0 w 980"/>
                <a:gd name="T91" fmla="*/ 0 h 976"/>
                <a:gd name="T92" fmla="*/ 0 w 980"/>
                <a:gd name="T93" fmla="*/ 0 h 976"/>
                <a:gd name="T94" fmla="*/ 0 w 980"/>
                <a:gd name="T95" fmla="*/ 0 h 976"/>
                <a:gd name="T96" fmla="*/ 0 w 980"/>
                <a:gd name="T97" fmla="*/ 0 h 976"/>
                <a:gd name="T98" fmla="*/ 0 w 980"/>
                <a:gd name="T99" fmla="*/ 0 h 976"/>
                <a:gd name="T100" fmla="*/ 0 w 980"/>
                <a:gd name="T101" fmla="*/ 0 h 976"/>
                <a:gd name="T102" fmla="*/ 0 w 980"/>
                <a:gd name="T103" fmla="*/ 0 h 976"/>
                <a:gd name="T104" fmla="*/ 0 w 980"/>
                <a:gd name="T105" fmla="*/ 0 h 976"/>
                <a:gd name="T106" fmla="*/ 0 w 980"/>
                <a:gd name="T107" fmla="*/ 0 h 976"/>
                <a:gd name="T108" fmla="*/ 0 w 980"/>
                <a:gd name="T109" fmla="*/ 0 h 976"/>
                <a:gd name="T110" fmla="*/ 0 w 980"/>
                <a:gd name="T111" fmla="*/ 0 h 976"/>
                <a:gd name="T112" fmla="*/ 0 w 980"/>
                <a:gd name="T113" fmla="*/ 0 h 976"/>
                <a:gd name="T114" fmla="*/ 0 w 980"/>
                <a:gd name="T115" fmla="*/ 0 h 976"/>
                <a:gd name="T116" fmla="*/ 0 w 980"/>
                <a:gd name="T117" fmla="*/ 0 h 976"/>
                <a:gd name="T118" fmla="*/ 0 w 980"/>
                <a:gd name="T119" fmla="*/ 0 h 976"/>
                <a:gd name="T120" fmla="*/ 0 w 980"/>
                <a:gd name="T121" fmla="*/ 0 h 976"/>
                <a:gd name="T122" fmla="*/ 0 w 980"/>
                <a:gd name="T123" fmla="*/ 0 h 9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980" h="976">
                  <a:moveTo>
                    <a:pt x="0" y="444"/>
                  </a:moveTo>
                  <a:lnTo>
                    <a:pt x="27" y="422"/>
                  </a:lnTo>
                  <a:lnTo>
                    <a:pt x="103" y="422"/>
                  </a:lnTo>
                  <a:lnTo>
                    <a:pt x="51" y="320"/>
                  </a:lnTo>
                  <a:lnTo>
                    <a:pt x="81" y="293"/>
                  </a:lnTo>
                  <a:lnTo>
                    <a:pt x="125" y="295"/>
                  </a:lnTo>
                  <a:lnTo>
                    <a:pt x="224" y="184"/>
                  </a:lnTo>
                  <a:lnTo>
                    <a:pt x="217" y="154"/>
                  </a:lnTo>
                  <a:lnTo>
                    <a:pt x="243" y="136"/>
                  </a:lnTo>
                  <a:lnTo>
                    <a:pt x="199" y="101"/>
                  </a:lnTo>
                  <a:lnTo>
                    <a:pt x="198" y="46"/>
                  </a:lnTo>
                  <a:lnTo>
                    <a:pt x="294" y="46"/>
                  </a:lnTo>
                  <a:lnTo>
                    <a:pt x="322" y="20"/>
                  </a:lnTo>
                  <a:lnTo>
                    <a:pt x="374" y="0"/>
                  </a:lnTo>
                  <a:lnTo>
                    <a:pt x="409" y="19"/>
                  </a:lnTo>
                  <a:lnTo>
                    <a:pt x="363" y="75"/>
                  </a:lnTo>
                  <a:lnTo>
                    <a:pt x="385" y="122"/>
                  </a:lnTo>
                  <a:lnTo>
                    <a:pt x="349" y="129"/>
                  </a:lnTo>
                  <a:lnTo>
                    <a:pt x="366" y="187"/>
                  </a:lnTo>
                  <a:lnTo>
                    <a:pt x="434" y="211"/>
                  </a:lnTo>
                  <a:lnTo>
                    <a:pt x="401" y="265"/>
                  </a:lnTo>
                  <a:lnTo>
                    <a:pt x="491" y="316"/>
                  </a:lnTo>
                  <a:lnTo>
                    <a:pt x="665" y="349"/>
                  </a:lnTo>
                  <a:lnTo>
                    <a:pt x="669" y="298"/>
                  </a:lnTo>
                  <a:lnTo>
                    <a:pt x="691" y="293"/>
                  </a:lnTo>
                  <a:lnTo>
                    <a:pt x="695" y="317"/>
                  </a:lnTo>
                  <a:lnTo>
                    <a:pt x="709" y="339"/>
                  </a:lnTo>
                  <a:lnTo>
                    <a:pt x="797" y="330"/>
                  </a:lnTo>
                  <a:lnTo>
                    <a:pt x="792" y="299"/>
                  </a:lnTo>
                  <a:lnTo>
                    <a:pt x="934" y="239"/>
                  </a:lnTo>
                  <a:lnTo>
                    <a:pt x="945" y="275"/>
                  </a:lnTo>
                  <a:lnTo>
                    <a:pt x="980" y="288"/>
                  </a:lnTo>
                  <a:lnTo>
                    <a:pt x="966" y="324"/>
                  </a:lnTo>
                  <a:lnTo>
                    <a:pt x="907" y="346"/>
                  </a:lnTo>
                  <a:lnTo>
                    <a:pt x="820" y="507"/>
                  </a:lnTo>
                  <a:lnTo>
                    <a:pt x="803" y="442"/>
                  </a:lnTo>
                  <a:lnTo>
                    <a:pt x="787" y="467"/>
                  </a:lnTo>
                  <a:lnTo>
                    <a:pt x="767" y="436"/>
                  </a:lnTo>
                  <a:lnTo>
                    <a:pt x="805" y="396"/>
                  </a:lnTo>
                  <a:lnTo>
                    <a:pt x="730" y="390"/>
                  </a:lnTo>
                  <a:lnTo>
                    <a:pt x="682" y="345"/>
                  </a:lnTo>
                  <a:lnTo>
                    <a:pt x="666" y="370"/>
                  </a:lnTo>
                  <a:lnTo>
                    <a:pt x="684" y="390"/>
                  </a:lnTo>
                  <a:lnTo>
                    <a:pt x="661" y="404"/>
                  </a:lnTo>
                  <a:lnTo>
                    <a:pt x="683" y="425"/>
                  </a:lnTo>
                  <a:lnTo>
                    <a:pt x="695" y="517"/>
                  </a:lnTo>
                  <a:lnTo>
                    <a:pt x="666" y="502"/>
                  </a:lnTo>
                  <a:lnTo>
                    <a:pt x="610" y="574"/>
                  </a:lnTo>
                  <a:lnTo>
                    <a:pt x="408" y="722"/>
                  </a:lnTo>
                  <a:lnTo>
                    <a:pt x="393" y="903"/>
                  </a:lnTo>
                  <a:lnTo>
                    <a:pt x="309" y="976"/>
                  </a:lnTo>
                  <a:lnTo>
                    <a:pt x="234" y="836"/>
                  </a:lnTo>
                  <a:lnTo>
                    <a:pt x="203" y="724"/>
                  </a:lnTo>
                  <a:lnTo>
                    <a:pt x="176" y="698"/>
                  </a:lnTo>
                  <a:lnTo>
                    <a:pt x="155" y="496"/>
                  </a:lnTo>
                  <a:lnTo>
                    <a:pt x="139" y="489"/>
                  </a:lnTo>
                  <a:lnTo>
                    <a:pt x="126" y="533"/>
                  </a:lnTo>
                  <a:lnTo>
                    <a:pt x="78" y="546"/>
                  </a:lnTo>
                  <a:lnTo>
                    <a:pt x="30" y="492"/>
                  </a:lnTo>
                  <a:lnTo>
                    <a:pt x="77" y="464"/>
                  </a:lnTo>
                  <a:lnTo>
                    <a:pt x="30" y="474"/>
                  </a:lnTo>
                  <a:lnTo>
                    <a:pt x="0" y="444"/>
                  </a:lnTo>
                  <a:close/>
                </a:path>
              </a:pathLst>
            </a:custGeom>
            <a:grpFill/>
            <a:ln w="3175">
              <a:solidFill>
                <a:schemeClr val="bg1"/>
              </a:solidFill>
              <a:prstDash val="solid"/>
              <a:round/>
            </a:ln>
          </p:spPr>
          <p:txBody>
            <a:bodyPr/>
            <a:lstStyle/>
            <a:p>
              <a:endParaRPr lang="en-US" dirty="0"/>
            </a:p>
          </p:txBody>
        </p:sp>
        <p:sp>
          <p:nvSpPr>
            <p:cNvPr id="148" name="22082388.555321.2520.3755">
              <a:extLst>
                <a:ext uri="{FF2B5EF4-FFF2-40B4-BE49-F238E27FC236}">
                  <a16:creationId xmlns:a16="http://schemas.microsoft.com/office/drawing/2014/main" id="{5F414164-3E8B-634C-404D-37223CEEAFE8}"/>
                </a:ext>
              </a:extLst>
            </p:cNvPr>
            <p:cNvSpPr/>
            <p:nvPr>
              <p:custDataLst>
                <p:tags r:id="rId144"/>
              </p:custDataLst>
            </p:nvPr>
          </p:nvSpPr>
          <p:spPr bwMode="auto">
            <a:xfrm>
              <a:off x="4773" y="2962"/>
              <a:ext cx="117" cy="123"/>
            </a:xfrm>
            <a:custGeom>
              <a:avLst/>
              <a:gdLst>
                <a:gd name="T0" fmla="*/ 0 w 363"/>
                <a:gd name="T1" fmla="*/ 0 h 378"/>
                <a:gd name="T2" fmla="*/ 0 w 363"/>
                <a:gd name="T3" fmla="*/ 0 h 378"/>
                <a:gd name="T4" fmla="*/ 0 w 363"/>
                <a:gd name="T5" fmla="*/ 0 h 378"/>
                <a:gd name="T6" fmla="*/ 0 w 363"/>
                <a:gd name="T7" fmla="*/ 0 h 378"/>
                <a:gd name="T8" fmla="*/ 0 w 363"/>
                <a:gd name="T9" fmla="*/ 0 h 378"/>
                <a:gd name="T10" fmla="*/ 0 w 363"/>
                <a:gd name="T11" fmla="*/ 0 h 378"/>
                <a:gd name="T12" fmla="*/ 0 w 363"/>
                <a:gd name="T13" fmla="*/ 0 h 378"/>
                <a:gd name="T14" fmla="*/ 0 w 363"/>
                <a:gd name="T15" fmla="*/ 0 h 378"/>
                <a:gd name="T16" fmla="*/ 0 w 363"/>
                <a:gd name="T17" fmla="*/ 0 h 378"/>
                <a:gd name="T18" fmla="*/ 0 w 363"/>
                <a:gd name="T19" fmla="*/ 0 h 378"/>
                <a:gd name="T20" fmla="*/ 0 w 363"/>
                <a:gd name="T21" fmla="*/ 0 h 378"/>
                <a:gd name="T22" fmla="*/ 0 w 363"/>
                <a:gd name="T23" fmla="*/ 0 h 378"/>
                <a:gd name="T24" fmla="*/ 0 w 363"/>
                <a:gd name="T25" fmla="*/ 0 h 3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3" h="378">
                  <a:moveTo>
                    <a:pt x="0" y="0"/>
                  </a:moveTo>
                  <a:lnTo>
                    <a:pt x="80" y="15"/>
                  </a:lnTo>
                  <a:lnTo>
                    <a:pt x="182" y="114"/>
                  </a:lnTo>
                  <a:lnTo>
                    <a:pt x="264" y="150"/>
                  </a:lnTo>
                  <a:lnTo>
                    <a:pt x="255" y="177"/>
                  </a:lnTo>
                  <a:lnTo>
                    <a:pt x="283" y="175"/>
                  </a:lnTo>
                  <a:lnTo>
                    <a:pt x="279" y="212"/>
                  </a:lnTo>
                  <a:lnTo>
                    <a:pt x="363" y="282"/>
                  </a:lnTo>
                  <a:lnTo>
                    <a:pt x="354" y="377"/>
                  </a:lnTo>
                  <a:lnTo>
                    <a:pt x="318" y="378"/>
                  </a:lnTo>
                  <a:lnTo>
                    <a:pt x="244" y="323"/>
                  </a:lnTo>
                  <a:lnTo>
                    <a:pt x="124" y="132"/>
                  </a:lnTo>
                  <a:lnTo>
                    <a:pt x="0" y="0"/>
                  </a:lnTo>
                  <a:close/>
                </a:path>
              </a:pathLst>
            </a:custGeom>
            <a:grpFill/>
            <a:ln w="3175">
              <a:solidFill>
                <a:schemeClr val="bg1"/>
              </a:solidFill>
              <a:prstDash val="solid"/>
              <a:round/>
            </a:ln>
          </p:spPr>
          <p:txBody>
            <a:bodyPr/>
            <a:lstStyle/>
            <a:p>
              <a:endParaRPr lang="en-US" dirty="0"/>
            </a:p>
          </p:txBody>
        </p:sp>
        <p:sp>
          <p:nvSpPr>
            <p:cNvPr id="149" name="22083410.125572.1255.25175">
              <a:extLst>
                <a:ext uri="{FF2B5EF4-FFF2-40B4-BE49-F238E27FC236}">
                  <a16:creationId xmlns:a16="http://schemas.microsoft.com/office/drawing/2014/main" id="{B8B95A75-364A-2F34-64FA-8EF1A7E822C6}"/>
                </a:ext>
              </a:extLst>
            </p:cNvPr>
            <p:cNvSpPr/>
            <p:nvPr>
              <p:custDataLst>
                <p:tags r:id="rId145"/>
              </p:custDataLst>
            </p:nvPr>
          </p:nvSpPr>
          <p:spPr bwMode="auto">
            <a:xfrm>
              <a:off x="4883" y="3087"/>
              <a:ext cx="99" cy="31"/>
            </a:xfrm>
            <a:custGeom>
              <a:avLst/>
              <a:gdLst>
                <a:gd name="T0" fmla="*/ 0 w 304"/>
                <a:gd name="T1" fmla="*/ 0 h 95"/>
                <a:gd name="T2" fmla="*/ 0 w 304"/>
                <a:gd name="T3" fmla="*/ 0 h 95"/>
                <a:gd name="T4" fmla="*/ 0 w 304"/>
                <a:gd name="T5" fmla="*/ 0 h 95"/>
                <a:gd name="T6" fmla="*/ 0 w 304"/>
                <a:gd name="T7" fmla="*/ 0 h 95"/>
                <a:gd name="T8" fmla="*/ 0 w 304"/>
                <a:gd name="T9" fmla="*/ 0 h 95"/>
                <a:gd name="T10" fmla="*/ 0 w 304"/>
                <a:gd name="T11" fmla="*/ 0 h 95"/>
                <a:gd name="T12" fmla="*/ 0 w 304"/>
                <a:gd name="T13" fmla="*/ 0 h 95"/>
                <a:gd name="T14" fmla="*/ 0 w 304"/>
                <a:gd name="T15" fmla="*/ 0 h 9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4" h="95">
                  <a:moveTo>
                    <a:pt x="0" y="26"/>
                  </a:moveTo>
                  <a:lnTo>
                    <a:pt x="21" y="0"/>
                  </a:lnTo>
                  <a:lnTo>
                    <a:pt x="234" y="29"/>
                  </a:lnTo>
                  <a:lnTo>
                    <a:pt x="254" y="53"/>
                  </a:lnTo>
                  <a:lnTo>
                    <a:pt x="298" y="62"/>
                  </a:lnTo>
                  <a:lnTo>
                    <a:pt x="304" y="95"/>
                  </a:lnTo>
                  <a:lnTo>
                    <a:pt x="54" y="49"/>
                  </a:lnTo>
                  <a:lnTo>
                    <a:pt x="0" y="26"/>
                  </a:lnTo>
                  <a:close/>
                </a:path>
              </a:pathLst>
            </a:custGeom>
            <a:grpFill/>
            <a:ln w="3175">
              <a:solidFill>
                <a:schemeClr val="bg1"/>
              </a:solidFill>
              <a:prstDash val="solid"/>
              <a:round/>
            </a:ln>
          </p:spPr>
          <p:txBody>
            <a:bodyPr/>
            <a:lstStyle/>
            <a:p>
              <a:endParaRPr lang="en-US" dirty="0"/>
            </a:p>
          </p:txBody>
        </p:sp>
        <p:sp>
          <p:nvSpPr>
            <p:cNvPr id="150" name="22084390.87557915.87518.3755">
              <a:extLst>
                <a:ext uri="{FF2B5EF4-FFF2-40B4-BE49-F238E27FC236}">
                  <a16:creationId xmlns:a16="http://schemas.microsoft.com/office/drawing/2014/main" id="{364CA16F-FB0C-D23D-F298-D773BF28603A}"/>
                </a:ext>
              </a:extLst>
            </p:cNvPr>
            <p:cNvSpPr/>
            <p:nvPr>
              <p:custDataLst>
                <p:tags r:id="rId146"/>
              </p:custDataLst>
            </p:nvPr>
          </p:nvSpPr>
          <p:spPr bwMode="auto">
            <a:xfrm>
              <a:off x="4923" y="2976"/>
              <a:ext cx="106" cy="92"/>
            </a:xfrm>
            <a:custGeom>
              <a:avLst/>
              <a:gdLst>
                <a:gd name="T0" fmla="*/ 0 w 329"/>
                <a:gd name="T1" fmla="*/ 0 h 280"/>
                <a:gd name="T2" fmla="*/ 0 w 329"/>
                <a:gd name="T3" fmla="*/ 0 h 280"/>
                <a:gd name="T4" fmla="*/ 0 w 329"/>
                <a:gd name="T5" fmla="*/ 0 h 280"/>
                <a:gd name="T6" fmla="*/ 0 w 329"/>
                <a:gd name="T7" fmla="*/ 0 h 280"/>
                <a:gd name="T8" fmla="*/ 0 w 329"/>
                <a:gd name="T9" fmla="*/ 0 h 280"/>
                <a:gd name="T10" fmla="*/ 0 w 329"/>
                <a:gd name="T11" fmla="*/ 0 h 280"/>
                <a:gd name="T12" fmla="*/ 0 w 329"/>
                <a:gd name="T13" fmla="*/ 0 h 280"/>
                <a:gd name="T14" fmla="*/ 0 w 329"/>
                <a:gd name="T15" fmla="*/ 0 h 280"/>
                <a:gd name="T16" fmla="*/ 0 w 329"/>
                <a:gd name="T17" fmla="*/ 0 h 280"/>
                <a:gd name="T18" fmla="*/ 0 w 329"/>
                <a:gd name="T19" fmla="*/ 0 h 280"/>
                <a:gd name="T20" fmla="*/ 0 w 329"/>
                <a:gd name="T21" fmla="*/ 0 h 280"/>
                <a:gd name="T22" fmla="*/ 0 w 329"/>
                <a:gd name="T23" fmla="*/ 0 h 280"/>
                <a:gd name="T24" fmla="*/ 0 w 329"/>
                <a:gd name="T25" fmla="*/ 0 h 280"/>
                <a:gd name="T26" fmla="*/ 0 w 329"/>
                <a:gd name="T27" fmla="*/ 0 h 280"/>
                <a:gd name="T28" fmla="*/ 0 w 329"/>
                <a:gd name="T29" fmla="*/ 0 h 280"/>
                <a:gd name="T30" fmla="*/ 0 w 329"/>
                <a:gd name="T31" fmla="*/ 0 h 280"/>
                <a:gd name="T32" fmla="*/ 0 w 329"/>
                <a:gd name="T33" fmla="*/ 0 h 280"/>
                <a:gd name="T34" fmla="*/ 0 w 329"/>
                <a:gd name="T35" fmla="*/ 0 h 28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29" h="280">
                  <a:moveTo>
                    <a:pt x="0" y="126"/>
                  </a:moveTo>
                  <a:lnTo>
                    <a:pt x="22" y="89"/>
                  </a:lnTo>
                  <a:lnTo>
                    <a:pt x="50" y="112"/>
                  </a:lnTo>
                  <a:lnTo>
                    <a:pt x="150" y="104"/>
                  </a:lnTo>
                  <a:lnTo>
                    <a:pt x="183" y="92"/>
                  </a:lnTo>
                  <a:lnTo>
                    <a:pt x="227" y="0"/>
                  </a:lnTo>
                  <a:lnTo>
                    <a:pt x="285" y="4"/>
                  </a:lnTo>
                  <a:lnTo>
                    <a:pt x="272" y="27"/>
                  </a:lnTo>
                  <a:lnTo>
                    <a:pt x="329" y="112"/>
                  </a:lnTo>
                  <a:lnTo>
                    <a:pt x="297" y="106"/>
                  </a:lnTo>
                  <a:lnTo>
                    <a:pt x="241" y="202"/>
                  </a:lnTo>
                  <a:lnTo>
                    <a:pt x="232" y="262"/>
                  </a:lnTo>
                  <a:lnTo>
                    <a:pt x="197" y="280"/>
                  </a:lnTo>
                  <a:lnTo>
                    <a:pt x="133" y="245"/>
                  </a:lnTo>
                  <a:lnTo>
                    <a:pt x="96" y="261"/>
                  </a:lnTo>
                  <a:lnTo>
                    <a:pt x="91" y="232"/>
                  </a:lnTo>
                  <a:lnTo>
                    <a:pt x="40" y="238"/>
                  </a:lnTo>
                  <a:lnTo>
                    <a:pt x="0" y="126"/>
                  </a:lnTo>
                  <a:close/>
                </a:path>
              </a:pathLst>
            </a:custGeom>
            <a:grpFill/>
            <a:ln w="3175">
              <a:solidFill>
                <a:schemeClr val="bg1"/>
              </a:solidFill>
              <a:prstDash val="solid"/>
              <a:round/>
            </a:ln>
          </p:spPr>
          <p:txBody>
            <a:bodyPr/>
            <a:lstStyle/>
            <a:p>
              <a:endParaRPr lang="en-US" dirty="0"/>
            </a:p>
          </p:txBody>
        </p:sp>
        <p:sp>
          <p:nvSpPr>
            <p:cNvPr id="151" name="22085414.75593.51.1254.3755">
              <a:extLst>
                <a:ext uri="{FF2B5EF4-FFF2-40B4-BE49-F238E27FC236}">
                  <a16:creationId xmlns:a16="http://schemas.microsoft.com/office/drawing/2014/main" id="{4D18AF86-D574-F934-A4AE-7CC399AEDD98}"/>
                </a:ext>
              </a:extLst>
            </p:cNvPr>
            <p:cNvSpPr/>
            <p:nvPr>
              <p:custDataLst>
                <p:tags r:id="rId147"/>
              </p:custDataLst>
            </p:nvPr>
          </p:nvSpPr>
          <p:spPr bwMode="auto">
            <a:xfrm>
              <a:off x="5007" y="3114"/>
              <a:ext cx="25" cy="7"/>
            </a:xfrm>
            <a:custGeom>
              <a:avLst/>
              <a:gdLst>
                <a:gd name="T0" fmla="*/ 0 w 82"/>
                <a:gd name="T1" fmla="*/ 0 h 21"/>
                <a:gd name="T2" fmla="*/ 0 w 82"/>
                <a:gd name="T3" fmla="*/ 0 h 21"/>
                <a:gd name="T4" fmla="*/ 0 w 82"/>
                <a:gd name="T5" fmla="*/ 0 h 21"/>
                <a:gd name="T6" fmla="*/ 0 w 82"/>
                <a:gd name="T7" fmla="*/ 0 h 21"/>
                <a:gd name="T8" fmla="*/ 0 w 82"/>
                <a:gd name="T9" fmla="*/ 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 h="21">
                  <a:moveTo>
                    <a:pt x="0" y="4"/>
                  </a:moveTo>
                  <a:lnTo>
                    <a:pt x="10" y="21"/>
                  </a:lnTo>
                  <a:lnTo>
                    <a:pt x="82" y="7"/>
                  </a:lnTo>
                  <a:lnTo>
                    <a:pt x="27" y="0"/>
                  </a:lnTo>
                  <a:lnTo>
                    <a:pt x="0" y="4"/>
                  </a:lnTo>
                  <a:close/>
                </a:path>
              </a:pathLst>
            </a:custGeom>
            <a:grpFill/>
            <a:ln w="3175">
              <a:solidFill>
                <a:schemeClr val="bg1"/>
              </a:solidFill>
              <a:prstDash val="solid"/>
              <a:round/>
            </a:ln>
          </p:spPr>
          <p:txBody>
            <a:bodyPr/>
            <a:lstStyle/>
            <a:p>
              <a:endParaRPr lang="en-US" dirty="0"/>
            </a:p>
          </p:txBody>
        </p:sp>
        <p:sp>
          <p:nvSpPr>
            <p:cNvPr id="152" name="22086395.625597.37513.7511.55">
              <a:extLst>
                <a:ext uri="{FF2B5EF4-FFF2-40B4-BE49-F238E27FC236}">
                  <a16:creationId xmlns:a16="http://schemas.microsoft.com/office/drawing/2014/main" id="{D2ED57F9-97E4-E62E-A8A3-FBC51F42698F}"/>
                </a:ext>
              </a:extLst>
            </p:cNvPr>
            <p:cNvSpPr/>
            <p:nvPr>
              <p:custDataLst>
                <p:tags r:id="rId148"/>
              </p:custDataLst>
            </p:nvPr>
          </p:nvSpPr>
          <p:spPr bwMode="auto">
            <a:xfrm>
              <a:off x="5029" y="3003"/>
              <a:ext cx="67" cy="80"/>
            </a:xfrm>
            <a:custGeom>
              <a:avLst/>
              <a:gdLst>
                <a:gd name="T0" fmla="*/ 0 w 206"/>
                <a:gd name="T1" fmla="*/ 0 h 244"/>
                <a:gd name="T2" fmla="*/ 0 w 206"/>
                <a:gd name="T3" fmla="*/ 0 h 244"/>
                <a:gd name="T4" fmla="*/ 0 w 206"/>
                <a:gd name="T5" fmla="*/ 0 h 244"/>
                <a:gd name="T6" fmla="*/ 0 w 206"/>
                <a:gd name="T7" fmla="*/ 0 h 244"/>
                <a:gd name="T8" fmla="*/ 0 w 206"/>
                <a:gd name="T9" fmla="*/ 0 h 244"/>
                <a:gd name="T10" fmla="*/ 0 w 206"/>
                <a:gd name="T11" fmla="*/ 0 h 244"/>
                <a:gd name="T12" fmla="*/ 0 w 206"/>
                <a:gd name="T13" fmla="*/ 0 h 244"/>
                <a:gd name="T14" fmla="*/ 0 w 206"/>
                <a:gd name="T15" fmla="*/ 0 h 244"/>
                <a:gd name="T16" fmla="*/ 0 w 206"/>
                <a:gd name="T17" fmla="*/ 0 h 244"/>
                <a:gd name="T18" fmla="*/ 0 w 206"/>
                <a:gd name="T19" fmla="*/ 0 h 244"/>
                <a:gd name="T20" fmla="*/ 0 w 206"/>
                <a:gd name="T21" fmla="*/ 0 h 244"/>
                <a:gd name="T22" fmla="*/ 0 w 206"/>
                <a:gd name="T23" fmla="*/ 0 h 244"/>
                <a:gd name="T24" fmla="*/ 0 w 206"/>
                <a:gd name="T25" fmla="*/ 0 h 244"/>
                <a:gd name="T26" fmla="*/ 0 w 206"/>
                <a:gd name="T27" fmla="*/ 0 h 244"/>
                <a:gd name="T28" fmla="*/ 0 w 206"/>
                <a:gd name="T29" fmla="*/ 0 h 244"/>
                <a:gd name="T30" fmla="*/ 0 w 206"/>
                <a:gd name="T31" fmla="*/ 0 h 244"/>
                <a:gd name="T32" fmla="*/ 0 w 206"/>
                <a:gd name="T33" fmla="*/ 0 h 244"/>
                <a:gd name="T34" fmla="*/ 0 w 206"/>
                <a:gd name="T35" fmla="*/ 0 h 244"/>
                <a:gd name="T36" fmla="*/ 0 w 206"/>
                <a:gd name="T37" fmla="*/ 0 h 2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06" h="244">
                  <a:moveTo>
                    <a:pt x="0" y="145"/>
                  </a:moveTo>
                  <a:lnTo>
                    <a:pt x="26" y="191"/>
                  </a:lnTo>
                  <a:lnTo>
                    <a:pt x="17" y="235"/>
                  </a:lnTo>
                  <a:lnTo>
                    <a:pt x="50" y="244"/>
                  </a:lnTo>
                  <a:lnTo>
                    <a:pt x="48" y="154"/>
                  </a:lnTo>
                  <a:lnTo>
                    <a:pt x="70" y="145"/>
                  </a:lnTo>
                  <a:lnTo>
                    <a:pt x="72" y="180"/>
                  </a:lnTo>
                  <a:lnTo>
                    <a:pt x="92" y="220"/>
                  </a:lnTo>
                  <a:lnTo>
                    <a:pt x="129" y="202"/>
                  </a:lnTo>
                  <a:lnTo>
                    <a:pt x="83" y="118"/>
                  </a:lnTo>
                  <a:lnTo>
                    <a:pt x="152" y="81"/>
                  </a:lnTo>
                  <a:lnTo>
                    <a:pt x="60" y="104"/>
                  </a:lnTo>
                  <a:lnTo>
                    <a:pt x="46" y="50"/>
                  </a:lnTo>
                  <a:lnTo>
                    <a:pt x="181" y="45"/>
                  </a:lnTo>
                  <a:lnTo>
                    <a:pt x="206" y="0"/>
                  </a:lnTo>
                  <a:lnTo>
                    <a:pt x="166" y="28"/>
                  </a:lnTo>
                  <a:lnTo>
                    <a:pt x="70" y="13"/>
                  </a:lnTo>
                  <a:lnTo>
                    <a:pt x="37" y="34"/>
                  </a:lnTo>
                  <a:lnTo>
                    <a:pt x="0" y="145"/>
                  </a:lnTo>
                  <a:close/>
                </a:path>
              </a:pathLst>
            </a:custGeom>
            <a:grpFill/>
            <a:ln w="3175">
              <a:solidFill>
                <a:schemeClr val="bg1"/>
              </a:solidFill>
              <a:prstDash val="solid"/>
              <a:round/>
            </a:ln>
          </p:spPr>
          <p:txBody>
            <a:bodyPr/>
            <a:lstStyle/>
            <a:p>
              <a:endParaRPr lang="en-US" dirty="0"/>
            </a:p>
          </p:txBody>
        </p:sp>
        <p:sp>
          <p:nvSpPr>
            <p:cNvPr id="153" name="22087414.875606.53.3756.55">
              <a:extLst>
                <a:ext uri="{FF2B5EF4-FFF2-40B4-BE49-F238E27FC236}">
                  <a16:creationId xmlns:a16="http://schemas.microsoft.com/office/drawing/2014/main" id="{9DB9F8D1-7364-1298-87D3-F55D6435BA96}"/>
                </a:ext>
              </a:extLst>
            </p:cNvPr>
            <p:cNvSpPr/>
            <p:nvPr>
              <p:custDataLst>
                <p:tags r:id="rId149"/>
              </p:custDataLst>
            </p:nvPr>
          </p:nvSpPr>
          <p:spPr bwMode="auto">
            <a:xfrm>
              <a:off x="5082" y="3115"/>
              <a:ext cx="38" cy="19"/>
            </a:xfrm>
            <a:custGeom>
              <a:avLst/>
              <a:gdLst>
                <a:gd name="T0" fmla="*/ 0 w 115"/>
                <a:gd name="T1" fmla="*/ 0 h 63"/>
                <a:gd name="T2" fmla="*/ 0 w 115"/>
                <a:gd name="T3" fmla="*/ 0 h 63"/>
                <a:gd name="T4" fmla="*/ 0 w 115"/>
                <a:gd name="T5" fmla="*/ 0 h 63"/>
                <a:gd name="T6" fmla="*/ 0 w 115"/>
                <a:gd name="T7" fmla="*/ 0 h 63"/>
                <a:gd name="T8" fmla="*/ 0 w 115"/>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5" h="62">
                  <a:moveTo>
                    <a:pt x="0" y="37"/>
                  </a:moveTo>
                  <a:lnTo>
                    <a:pt x="5" y="63"/>
                  </a:lnTo>
                  <a:lnTo>
                    <a:pt x="115" y="0"/>
                  </a:lnTo>
                  <a:lnTo>
                    <a:pt x="33" y="19"/>
                  </a:lnTo>
                  <a:lnTo>
                    <a:pt x="0" y="37"/>
                  </a:lnTo>
                  <a:close/>
                </a:path>
              </a:pathLst>
            </a:custGeom>
            <a:grpFill/>
            <a:ln w="3175">
              <a:solidFill>
                <a:schemeClr val="bg1"/>
              </a:solidFill>
              <a:prstDash val="solid"/>
              <a:round/>
            </a:ln>
          </p:spPr>
          <p:txBody>
            <a:bodyPr/>
            <a:lstStyle/>
            <a:p>
              <a:endParaRPr lang="en-US" dirty="0"/>
            </a:p>
          </p:txBody>
        </p:sp>
        <p:sp>
          <p:nvSpPr>
            <p:cNvPr id="154" name="22088395613.255.6252.255">
              <a:extLst>
                <a:ext uri="{FF2B5EF4-FFF2-40B4-BE49-F238E27FC236}">
                  <a16:creationId xmlns:a16="http://schemas.microsoft.com/office/drawing/2014/main" id="{1AD970D2-FE50-2346-992B-35912768B21A}"/>
                </a:ext>
              </a:extLst>
            </p:cNvPr>
            <p:cNvSpPr/>
            <p:nvPr>
              <p:custDataLst>
                <p:tags r:id="rId150"/>
              </p:custDataLst>
            </p:nvPr>
          </p:nvSpPr>
          <p:spPr bwMode="auto">
            <a:xfrm>
              <a:off x="5121" y="3000"/>
              <a:ext cx="13" cy="32"/>
            </a:xfrm>
            <a:custGeom>
              <a:avLst/>
              <a:gdLst>
                <a:gd name="T0" fmla="*/ 0 w 40"/>
                <a:gd name="T1" fmla="*/ 0 h 99"/>
                <a:gd name="T2" fmla="*/ 0 w 40"/>
                <a:gd name="T3" fmla="*/ 0 h 99"/>
                <a:gd name="T4" fmla="*/ 0 w 40"/>
                <a:gd name="T5" fmla="*/ 0 h 99"/>
                <a:gd name="T6" fmla="*/ 0 w 40"/>
                <a:gd name="T7" fmla="*/ 0 h 99"/>
                <a:gd name="T8" fmla="*/ 0 w 40"/>
                <a:gd name="T9" fmla="*/ 0 h 99"/>
                <a:gd name="T10" fmla="*/ 0 w 40"/>
                <a:gd name="T11" fmla="*/ 0 h 99"/>
                <a:gd name="T12" fmla="*/ 0 w 40"/>
                <a:gd name="T13" fmla="*/ 0 h 99"/>
                <a:gd name="T14" fmla="*/ 0 w 40"/>
                <a:gd name="T15" fmla="*/ 0 h 99"/>
                <a:gd name="T16" fmla="*/ 0 w 40"/>
                <a:gd name="T17" fmla="*/ 0 h 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 h="99">
                  <a:moveTo>
                    <a:pt x="0" y="35"/>
                  </a:moveTo>
                  <a:lnTo>
                    <a:pt x="8" y="80"/>
                  </a:lnTo>
                  <a:lnTo>
                    <a:pt x="32" y="99"/>
                  </a:lnTo>
                  <a:lnTo>
                    <a:pt x="17" y="58"/>
                  </a:lnTo>
                  <a:lnTo>
                    <a:pt x="40" y="52"/>
                  </a:lnTo>
                  <a:lnTo>
                    <a:pt x="37" y="21"/>
                  </a:lnTo>
                  <a:lnTo>
                    <a:pt x="8" y="41"/>
                  </a:lnTo>
                  <a:lnTo>
                    <a:pt x="21" y="0"/>
                  </a:lnTo>
                  <a:lnTo>
                    <a:pt x="0" y="35"/>
                  </a:lnTo>
                  <a:close/>
                </a:path>
              </a:pathLst>
            </a:custGeom>
            <a:grpFill/>
            <a:ln w="3175">
              <a:solidFill>
                <a:schemeClr val="bg1"/>
              </a:solidFill>
              <a:prstDash val="solid"/>
              <a:round/>
            </a:ln>
          </p:spPr>
          <p:txBody>
            <a:bodyPr/>
            <a:lstStyle/>
            <a:p>
              <a:endParaRPr lang="en-US" dirty="0"/>
            </a:p>
          </p:txBody>
        </p:sp>
        <p:sp>
          <p:nvSpPr>
            <p:cNvPr id="155" name="22089404614.251.8755.3755">
              <a:extLst>
                <a:ext uri="{FF2B5EF4-FFF2-40B4-BE49-F238E27FC236}">
                  <a16:creationId xmlns:a16="http://schemas.microsoft.com/office/drawing/2014/main" id="{D181A5DB-F7E0-5150-9887-D8567E01A038}"/>
                </a:ext>
              </a:extLst>
            </p:cNvPr>
            <p:cNvSpPr/>
            <p:nvPr>
              <p:custDataLst>
                <p:tags r:id="rId151"/>
              </p:custDataLst>
            </p:nvPr>
          </p:nvSpPr>
          <p:spPr bwMode="auto">
            <a:xfrm>
              <a:off x="5127" y="3052"/>
              <a:ext cx="31" cy="11"/>
            </a:xfrm>
            <a:custGeom>
              <a:avLst/>
              <a:gdLst>
                <a:gd name="T0" fmla="*/ 0 w 96"/>
                <a:gd name="T1" fmla="*/ 0 h 31"/>
                <a:gd name="T2" fmla="*/ 0 w 96"/>
                <a:gd name="T3" fmla="*/ 0 h 31"/>
                <a:gd name="T4" fmla="*/ 0 w 96"/>
                <a:gd name="T5" fmla="*/ 0 h 31"/>
                <a:gd name="T6" fmla="*/ 0 w 96"/>
                <a:gd name="T7" fmla="*/ 0 h 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31">
                  <a:moveTo>
                    <a:pt x="0" y="12"/>
                  </a:moveTo>
                  <a:lnTo>
                    <a:pt x="53" y="0"/>
                  </a:lnTo>
                  <a:lnTo>
                    <a:pt x="96" y="31"/>
                  </a:lnTo>
                  <a:lnTo>
                    <a:pt x="0" y="12"/>
                  </a:lnTo>
                  <a:close/>
                </a:path>
              </a:pathLst>
            </a:custGeom>
            <a:grpFill/>
            <a:ln w="3175">
              <a:solidFill>
                <a:schemeClr val="bg1"/>
              </a:solidFill>
              <a:prstDash val="solid"/>
              <a:round/>
            </a:ln>
          </p:spPr>
          <p:txBody>
            <a:bodyPr/>
            <a:lstStyle/>
            <a:p>
              <a:endParaRPr lang="en-US" dirty="0"/>
            </a:p>
          </p:txBody>
        </p:sp>
        <p:sp>
          <p:nvSpPr>
            <p:cNvPr id="156" name="22090399.625619.7516.2519.6255">
              <a:extLst>
                <a:ext uri="{FF2B5EF4-FFF2-40B4-BE49-F238E27FC236}">
                  <a16:creationId xmlns:a16="http://schemas.microsoft.com/office/drawing/2014/main" id="{6E342ADE-4B6F-90BE-423F-4A97FE5B43A5}"/>
                </a:ext>
              </a:extLst>
            </p:cNvPr>
            <p:cNvSpPr/>
            <p:nvPr>
              <p:custDataLst>
                <p:tags r:id="rId152"/>
              </p:custDataLst>
            </p:nvPr>
          </p:nvSpPr>
          <p:spPr bwMode="auto">
            <a:xfrm>
              <a:off x="5159" y="3027"/>
              <a:ext cx="113" cy="94"/>
            </a:xfrm>
            <a:custGeom>
              <a:avLst/>
              <a:gdLst>
                <a:gd name="T0" fmla="*/ 0 w 349"/>
                <a:gd name="T1" fmla="*/ 0 h 289"/>
                <a:gd name="T2" fmla="*/ 0 w 349"/>
                <a:gd name="T3" fmla="*/ 0 h 289"/>
                <a:gd name="T4" fmla="*/ 0 w 349"/>
                <a:gd name="T5" fmla="*/ 0 h 289"/>
                <a:gd name="T6" fmla="*/ 0 w 349"/>
                <a:gd name="T7" fmla="*/ 0 h 289"/>
                <a:gd name="T8" fmla="*/ 0 w 349"/>
                <a:gd name="T9" fmla="*/ 0 h 289"/>
                <a:gd name="T10" fmla="*/ 0 w 349"/>
                <a:gd name="T11" fmla="*/ 0 h 289"/>
                <a:gd name="T12" fmla="*/ 0 w 349"/>
                <a:gd name="T13" fmla="*/ 0 h 289"/>
                <a:gd name="T14" fmla="*/ 0 w 349"/>
                <a:gd name="T15" fmla="*/ 0 h 289"/>
                <a:gd name="T16" fmla="*/ 0 w 349"/>
                <a:gd name="T17" fmla="*/ 0 h 289"/>
                <a:gd name="T18" fmla="*/ 0 w 349"/>
                <a:gd name="T19" fmla="*/ 0 h 289"/>
                <a:gd name="T20" fmla="*/ 0 w 349"/>
                <a:gd name="T21" fmla="*/ 0 h 289"/>
                <a:gd name="T22" fmla="*/ 0 w 349"/>
                <a:gd name="T23" fmla="*/ 0 h 289"/>
                <a:gd name="T24" fmla="*/ 0 w 349"/>
                <a:gd name="T25" fmla="*/ 0 h 289"/>
                <a:gd name="T26" fmla="*/ 0 w 349"/>
                <a:gd name="T27" fmla="*/ 0 h 289"/>
                <a:gd name="T28" fmla="*/ 0 w 349"/>
                <a:gd name="T29" fmla="*/ 0 h 289"/>
                <a:gd name="T30" fmla="*/ 0 w 349"/>
                <a:gd name="T31" fmla="*/ 0 h 289"/>
                <a:gd name="T32" fmla="*/ 0 w 349"/>
                <a:gd name="T33" fmla="*/ 0 h 289"/>
                <a:gd name="T34" fmla="*/ 0 w 349"/>
                <a:gd name="T35" fmla="*/ 0 h 289"/>
                <a:gd name="T36" fmla="*/ 0 w 349"/>
                <a:gd name="T37" fmla="*/ 0 h 289"/>
                <a:gd name="T38" fmla="*/ 0 w 349"/>
                <a:gd name="T39" fmla="*/ 0 h 28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49" h="289">
                  <a:moveTo>
                    <a:pt x="0" y="36"/>
                  </a:moveTo>
                  <a:lnTo>
                    <a:pt x="51" y="63"/>
                  </a:lnTo>
                  <a:lnTo>
                    <a:pt x="102" y="56"/>
                  </a:lnTo>
                  <a:lnTo>
                    <a:pt x="37" y="77"/>
                  </a:lnTo>
                  <a:lnTo>
                    <a:pt x="69" y="124"/>
                  </a:lnTo>
                  <a:lnTo>
                    <a:pt x="99" y="84"/>
                  </a:lnTo>
                  <a:lnTo>
                    <a:pt x="120" y="124"/>
                  </a:lnTo>
                  <a:lnTo>
                    <a:pt x="245" y="168"/>
                  </a:lnTo>
                  <a:lnTo>
                    <a:pt x="275" y="238"/>
                  </a:lnTo>
                  <a:lnTo>
                    <a:pt x="252" y="235"/>
                  </a:lnTo>
                  <a:lnTo>
                    <a:pt x="232" y="268"/>
                  </a:lnTo>
                  <a:lnTo>
                    <a:pt x="308" y="253"/>
                  </a:lnTo>
                  <a:lnTo>
                    <a:pt x="349" y="289"/>
                  </a:lnTo>
                  <a:lnTo>
                    <a:pt x="344" y="73"/>
                  </a:lnTo>
                  <a:lnTo>
                    <a:pt x="236" y="36"/>
                  </a:lnTo>
                  <a:lnTo>
                    <a:pt x="149" y="99"/>
                  </a:lnTo>
                  <a:lnTo>
                    <a:pt x="114" y="66"/>
                  </a:lnTo>
                  <a:lnTo>
                    <a:pt x="103" y="14"/>
                  </a:lnTo>
                  <a:lnTo>
                    <a:pt x="51" y="0"/>
                  </a:lnTo>
                  <a:lnTo>
                    <a:pt x="0" y="36"/>
                  </a:lnTo>
                  <a:close/>
                </a:path>
              </a:pathLst>
            </a:custGeom>
            <a:grpFill/>
            <a:ln w="3175">
              <a:solidFill>
                <a:schemeClr val="bg1"/>
              </a:solidFill>
              <a:prstDash val="solid"/>
              <a:round/>
            </a:ln>
          </p:spPr>
          <p:txBody>
            <a:bodyPr/>
            <a:lstStyle/>
            <a:p>
              <a:endParaRPr lang="en-US" dirty="0"/>
            </a:p>
          </p:txBody>
        </p:sp>
        <p:sp>
          <p:nvSpPr>
            <p:cNvPr id="157" name="22091412.25620.3751.50.8755">
              <a:extLst>
                <a:ext uri="{FF2B5EF4-FFF2-40B4-BE49-F238E27FC236}">
                  <a16:creationId xmlns:a16="http://schemas.microsoft.com/office/drawing/2014/main" id="{51AE1DEC-5DD5-9DFE-F758-AF7852AA2948}"/>
                </a:ext>
              </a:extLst>
            </p:cNvPr>
            <p:cNvSpPr/>
            <p:nvPr>
              <p:custDataLst>
                <p:tags r:id="rId153"/>
              </p:custDataLst>
            </p:nvPr>
          </p:nvSpPr>
          <p:spPr bwMode="auto">
            <a:xfrm>
              <a:off x="5162" y="3100"/>
              <a:ext cx="5" cy="8"/>
            </a:xfrm>
            <a:custGeom>
              <a:avLst/>
              <a:gdLst>
                <a:gd name="T0" fmla="*/ 0 w 16"/>
                <a:gd name="T1" fmla="*/ 0 h 25"/>
                <a:gd name="T2" fmla="*/ 0 w 16"/>
                <a:gd name="T3" fmla="*/ 0 h 25"/>
                <a:gd name="T4" fmla="*/ 0 w 16"/>
                <a:gd name="T5" fmla="*/ 0 h 25"/>
                <a:gd name="T6" fmla="*/ 0 w 16"/>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25">
                  <a:moveTo>
                    <a:pt x="0" y="25"/>
                  </a:moveTo>
                  <a:lnTo>
                    <a:pt x="10" y="0"/>
                  </a:lnTo>
                  <a:lnTo>
                    <a:pt x="16" y="14"/>
                  </a:lnTo>
                  <a:lnTo>
                    <a:pt x="0" y="25"/>
                  </a:lnTo>
                  <a:close/>
                </a:path>
              </a:pathLst>
            </a:custGeom>
            <a:grpFill/>
            <a:ln w="3175">
              <a:solidFill>
                <a:schemeClr val="bg1"/>
              </a:solidFill>
              <a:prstDash val="solid"/>
              <a:round/>
            </a:ln>
          </p:spPr>
          <p:txBody>
            <a:bodyPr/>
            <a:lstStyle/>
            <a:p>
              <a:endParaRPr lang="en-US" dirty="0"/>
            </a:p>
          </p:txBody>
        </p:sp>
        <p:sp>
          <p:nvSpPr>
            <p:cNvPr id="158" name="22092323.37561196.55">
              <a:extLst>
                <a:ext uri="{FF2B5EF4-FFF2-40B4-BE49-F238E27FC236}">
                  <a16:creationId xmlns:a16="http://schemas.microsoft.com/office/drawing/2014/main" id="{30006C40-0155-8B89-B5EC-3D229BD1FAAC}"/>
                </a:ext>
              </a:extLst>
            </p:cNvPr>
            <p:cNvSpPr/>
            <p:nvPr>
              <p:custDataLst>
                <p:tags r:id="rId154"/>
              </p:custDataLst>
            </p:nvPr>
          </p:nvSpPr>
          <p:spPr bwMode="auto">
            <a:xfrm>
              <a:off x="5108" y="2586"/>
              <a:ext cx="38" cy="52"/>
            </a:xfrm>
            <a:custGeom>
              <a:avLst/>
              <a:gdLst>
                <a:gd name="T0" fmla="*/ 0 w 115"/>
                <a:gd name="T1" fmla="*/ 0 h 160"/>
                <a:gd name="T2" fmla="*/ 0 w 115"/>
                <a:gd name="T3" fmla="*/ 0 h 160"/>
                <a:gd name="T4" fmla="*/ 0 w 115"/>
                <a:gd name="T5" fmla="*/ 0 h 160"/>
                <a:gd name="T6" fmla="*/ 0 w 115"/>
                <a:gd name="T7" fmla="*/ 0 h 160"/>
                <a:gd name="T8" fmla="*/ 0 w 115"/>
                <a:gd name="T9" fmla="*/ 0 h 160"/>
                <a:gd name="T10" fmla="*/ 0 w 115"/>
                <a:gd name="T11" fmla="*/ 0 h 1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5" h="160">
                  <a:moveTo>
                    <a:pt x="0" y="160"/>
                  </a:moveTo>
                  <a:lnTo>
                    <a:pt x="12" y="35"/>
                  </a:lnTo>
                  <a:lnTo>
                    <a:pt x="74" y="0"/>
                  </a:lnTo>
                  <a:lnTo>
                    <a:pt x="115" y="98"/>
                  </a:lnTo>
                  <a:lnTo>
                    <a:pt x="73" y="144"/>
                  </a:lnTo>
                  <a:lnTo>
                    <a:pt x="0" y="160"/>
                  </a:lnTo>
                  <a:close/>
                </a:path>
              </a:pathLst>
            </a:custGeom>
            <a:grpFill/>
            <a:ln w="3175">
              <a:solidFill>
                <a:schemeClr val="bg1"/>
              </a:solidFill>
              <a:prstDash val="solid"/>
              <a:round/>
            </a:ln>
          </p:spPr>
          <p:txBody>
            <a:bodyPr/>
            <a:lstStyle/>
            <a:p>
              <a:endParaRPr lang="en-US" dirty="0"/>
            </a:p>
          </p:txBody>
        </p:sp>
        <p:sp>
          <p:nvSpPr>
            <p:cNvPr id="159" name="22093386.75562.59.37575">
              <a:extLst>
                <a:ext uri="{FF2B5EF4-FFF2-40B4-BE49-F238E27FC236}">
                  <a16:creationId xmlns:a16="http://schemas.microsoft.com/office/drawing/2014/main" id="{EFA9C98F-1F85-2952-3576-5558E3804819}"/>
                </a:ext>
              </a:extLst>
            </p:cNvPr>
            <p:cNvSpPr/>
            <p:nvPr>
              <p:custDataLst>
                <p:tags r:id="rId155"/>
              </p:custDataLst>
            </p:nvPr>
          </p:nvSpPr>
          <p:spPr bwMode="auto">
            <a:xfrm>
              <a:off x="4828" y="2952"/>
              <a:ext cx="40" cy="54"/>
            </a:xfrm>
            <a:custGeom>
              <a:avLst/>
              <a:gdLst>
                <a:gd name="T0" fmla="*/ 0 w 125"/>
                <a:gd name="T1" fmla="*/ 0 h 167"/>
                <a:gd name="T2" fmla="*/ 0 w 125"/>
                <a:gd name="T3" fmla="*/ 0 h 167"/>
                <a:gd name="T4" fmla="*/ 0 w 125"/>
                <a:gd name="T5" fmla="*/ 0 h 167"/>
                <a:gd name="T6" fmla="*/ 0 w 125"/>
                <a:gd name="T7" fmla="*/ 0 h 167"/>
                <a:gd name="T8" fmla="*/ 0 w 125"/>
                <a:gd name="T9" fmla="*/ 0 h 167"/>
                <a:gd name="T10" fmla="*/ 0 w 125"/>
                <a:gd name="T11" fmla="*/ 0 h 167"/>
                <a:gd name="T12" fmla="*/ 0 w 125"/>
                <a:gd name="T13" fmla="*/ 0 h 167"/>
                <a:gd name="T14" fmla="*/ 0 w 125"/>
                <a:gd name="T15" fmla="*/ 0 h 167"/>
                <a:gd name="T16" fmla="*/ 0 w 125"/>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5" h="167">
                  <a:moveTo>
                    <a:pt x="0" y="0"/>
                  </a:moveTo>
                  <a:lnTo>
                    <a:pt x="25" y="0"/>
                  </a:lnTo>
                  <a:lnTo>
                    <a:pt x="33" y="31"/>
                  </a:lnTo>
                  <a:lnTo>
                    <a:pt x="65" y="11"/>
                  </a:lnTo>
                  <a:lnTo>
                    <a:pt x="106" y="50"/>
                  </a:lnTo>
                  <a:lnTo>
                    <a:pt x="125" y="167"/>
                  </a:lnTo>
                  <a:lnTo>
                    <a:pt x="124" y="167"/>
                  </a:lnTo>
                  <a:lnTo>
                    <a:pt x="39" y="117"/>
                  </a:lnTo>
                  <a:lnTo>
                    <a:pt x="0" y="0"/>
                  </a:lnTo>
                  <a:close/>
                </a:path>
              </a:pathLst>
            </a:custGeom>
            <a:grpFill/>
            <a:ln w="3175">
              <a:solidFill>
                <a:schemeClr val="bg1"/>
              </a:solidFill>
              <a:prstDash val="solid"/>
              <a:round/>
            </a:ln>
          </p:spPr>
          <p:txBody>
            <a:bodyPr/>
            <a:lstStyle/>
            <a:p>
              <a:endParaRPr lang="en-US" dirty="0"/>
            </a:p>
          </p:txBody>
        </p:sp>
        <p:sp>
          <p:nvSpPr>
            <p:cNvPr id="160" name="22094386.125580.2511.12517.755">
              <a:extLst>
                <a:ext uri="{FF2B5EF4-FFF2-40B4-BE49-F238E27FC236}">
                  <a16:creationId xmlns:a16="http://schemas.microsoft.com/office/drawing/2014/main" id="{0442A89F-A6E5-FDF0-22BC-AFA642F6D360}"/>
                </a:ext>
              </a:extLst>
            </p:cNvPr>
            <p:cNvSpPr/>
            <p:nvPr>
              <p:custDataLst>
                <p:tags r:id="rId156"/>
              </p:custDataLst>
            </p:nvPr>
          </p:nvSpPr>
          <p:spPr bwMode="auto">
            <a:xfrm>
              <a:off x="4930" y="2949"/>
              <a:ext cx="103" cy="64"/>
            </a:xfrm>
            <a:custGeom>
              <a:avLst/>
              <a:gdLst>
                <a:gd name="T0" fmla="*/ 0 w 319"/>
                <a:gd name="T1" fmla="*/ 0 h 199"/>
                <a:gd name="T2" fmla="*/ 0 w 319"/>
                <a:gd name="T3" fmla="*/ 0 h 199"/>
                <a:gd name="T4" fmla="*/ 0 w 319"/>
                <a:gd name="T5" fmla="*/ 0 h 199"/>
                <a:gd name="T6" fmla="*/ 0 w 319"/>
                <a:gd name="T7" fmla="*/ 0 h 199"/>
                <a:gd name="T8" fmla="*/ 0 w 319"/>
                <a:gd name="T9" fmla="*/ 0 h 199"/>
                <a:gd name="T10" fmla="*/ 0 w 319"/>
                <a:gd name="T11" fmla="*/ 0 h 199"/>
                <a:gd name="T12" fmla="*/ 0 w 319"/>
                <a:gd name="T13" fmla="*/ 0 h 199"/>
                <a:gd name="T14" fmla="*/ 0 w 319"/>
                <a:gd name="T15" fmla="*/ 0 h 199"/>
                <a:gd name="T16" fmla="*/ 0 w 319"/>
                <a:gd name="T17" fmla="*/ 0 h 199"/>
                <a:gd name="T18" fmla="*/ 0 w 319"/>
                <a:gd name="T19" fmla="*/ 0 h 199"/>
                <a:gd name="T20" fmla="*/ 0 w 319"/>
                <a:gd name="T21" fmla="*/ 0 h 199"/>
                <a:gd name="T22" fmla="*/ 0 w 319"/>
                <a:gd name="T23" fmla="*/ 0 h 199"/>
                <a:gd name="T24" fmla="*/ 0 w 319"/>
                <a:gd name="T25" fmla="*/ 0 h 199"/>
                <a:gd name="T26" fmla="*/ 0 w 319"/>
                <a:gd name="T27" fmla="*/ 0 h 199"/>
                <a:gd name="T28" fmla="*/ 0 w 319"/>
                <a:gd name="T29" fmla="*/ 0 h 199"/>
                <a:gd name="T30" fmla="*/ 0 w 319"/>
                <a:gd name="T31" fmla="*/ 0 h 1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19" h="199">
                  <a:moveTo>
                    <a:pt x="0" y="176"/>
                  </a:moveTo>
                  <a:lnTo>
                    <a:pt x="28" y="199"/>
                  </a:lnTo>
                  <a:lnTo>
                    <a:pt x="128" y="191"/>
                  </a:lnTo>
                  <a:lnTo>
                    <a:pt x="161" y="179"/>
                  </a:lnTo>
                  <a:lnTo>
                    <a:pt x="205" y="87"/>
                  </a:lnTo>
                  <a:lnTo>
                    <a:pt x="263" y="91"/>
                  </a:lnTo>
                  <a:lnTo>
                    <a:pt x="319" y="59"/>
                  </a:lnTo>
                  <a:lnTo>
                    <a:pt x="265" y="33"/>
                  </a:lnTo>
                  <a:lnTo>
                    <a:pt x="249" y="0"/>
                  </a:lnTo>
                  <a:lnTo>
                    <a:pt x="183" y="62"/>
                  </a:lnTo>
                  <a:lnTo>
                    <a:pt x="164" y="96"/>
                  </a:lnTo>
                  <a:lnTo>
                    <a:pt x="143" y="77"/>
                  </a:lnTo>
                  <a:lnTo>
                    <a:pt x="105" y="127"/>
                  </a:lnTo>
                  <a:lnTo>
                    <a:pt x="62" y="133"/>
                  </a:lnTo>
                  <a:lnTo>
                    <a:pt x="48" y="179"/>
                  </a:lnTo>
                  <a:lnTo>
                    <a:pt x="0" y="176"/>
                  </a:lnTo>
                  <a:close/>
                </a:path>
              </a:pathLst>
            </a:custGeom>
            <a:grpFill/>
            <a:ln w="3175">
              <a:solidFill>
                <a:schemeClr val="bg1"/>
              </a:solidFill>
              <a:prstDash val="solid"/>
              <a:round/>
            </a:ln>
          </p:spPr>
          <p:txBody>
            <a:bodyPr/>
            <a:lstStyle/>
            <a:p>
              <a:endParaRPr lang="en-US" dirty="0"/>
            </a:p>
          </p:txBody>
        </p:sp>
        <p:sp>
          <p:nvSpPr>
            <p:cNvPr id="161" name="22095326.625488.7527.37531.255">
              <a:extLst>
                <a:ext uri="{FF2B5EF4-FFF2-40B4-BE49-F238E27FC236}">
                  <a16:creationId xmlns:a16="http://schemas.microsoft.com/office/drawing/2014/main" id="{8D115628-0716-71DC-7EDF-8CF4E51AB80B}"/>
                </a:ext>
              </a:extLst>
            </p:cNvPr>
            <p:cNvSpPr/>
            <p:nvPr>
              <p:custDataLst>
                <p:tags r:id="rId157"/>
              </p:custDataLst>
            </p:nvPr>
          </p:nvSpPr>
          <p:spPr bwMode="auto">
            <a:xfrm>
              <a:off x="4401" y="2604"/>
              <a:ext cx="181" cy="159"/>
            </a:xfrm>
            <a:custGeom>
              <a:avLst/>
              <a:gdLst>
                <a:gd name="T0" fmla="*/ 0 w 560"/>
                <a:gd name="T1" fmla="*/ 0 h 486"/>
                <a:gd name="T2" fmla="*/ 0 w 560"/>
                <a:gd name="T3" fmla="*/ 0 h 486"/>
                <a:gd name="T4" fmla="*/ 0 w 560"/>
                <a:gd name="T5" fmla="*/ 0 h 486"/>
                <a:gd name="T6" fmla="*/ 0 w 560"/>
                <a:gd name="T7" fmla="*/ 0 h 486"/>
                <a:gd name="T8" fmla="*/ 0 w 560"/>
                <a:gd name="T9" fmla="*/ 0 h 486"/>
                <a:gd name="T10" fmla="*/ 0 w 560"/>
                <a:gd name="T11" fmla="*/ 0 h 486"/>
                <a:gd name="T12" fmla="*/ 0 w 560"/>
                <a:gd name="T13" fmla="*/ 0 h 486"/>
                <a:gd name="T14" fmla="*/ 0 w 560"/>
                <a:gd name="T15" fmla="*/ 0 h 486"/>
                <a:gd name="T16" fmla="*/ 0 w 560"/>
                <a:gd name="T17" fmla="*/ 0 h 486"/>
                <a:gd name="T18" fmla="*/ 0 w 560"/>
                <a:gd name="T19" fmla="*/ 0 h 486"/>
                <a:gd name="T20" fmla="*/ 0 w 560"/>
                <a:gd name="T21" fmla="*/ 0 h 486"/>
                <a:gd name="T22" fmla="*/ 0 w 560"/>
                <a:gd name="T23" fmla="*/ 0 h 486"/>
                <a:gd name="T24" fmla="*/ 0 w 560"/>
                <a:gd name="T25" fmla="*/ 0 h 486"/>
                <a:gd name="T26" fmla="*/ 0 w 560"/>
                <a:gd name="T27" fmla="*/ 0 h 486"/>
                <a:gd name="T28" fmla="*/ 0 w 560"/>
                <a:gd name="T29" fmla="*/ 0 h 486"/>
                <a:gd name="T30" fmla="*/ 0 w 560"/>
                <a:gd name="T31" fmla="*/ 0 h 486"/>
                <a:gd name="T32" fmla="*/ 0 w 560"/>
                <a:gd name="T33" fmla="*/ 0 h 486"/>
                <a:gd name="T34" fmla="*/ 0 w 560"/>
                <a:gd name="T35" fmla="*/ 0 h 486"/>
                <a:gd name="T36" fmla="*/ 0 w 560"/>
                <a:gd name="T37" fmla="*/ 0 h 486"/>
                <a:gd name="T38" fmla="*/ 0 w 560"/>
                <a:gd name="T39" fmla="*/ 0 h 486"/>
                <a:gd name="T40" fmla="*/ 0 w 560"/>
                <a:gd name="T41" fmla="*/ 0 h 486"/>
                <a:gd name="T42" fmla="*/ 0 w 560"/>
                <a:gd name="T43" fmla="*/ 0 h 486"/>
                <a:gd name="T44" fmla="*/ 0 w 560"/>
                <a:gd name="T45" fmla="*/ 0 h 486"/>
                <a:gd name="T46" fmla="*/ 0 w 560"/>
                <a:gd name="T47" fmla="*/ 0 h 486"/>
                <a:gd name="T48" fmla="*/ 0 w 560"/>
                <a:gd name="T49" fmla="*/ 0 h 486"/>
                <a:gd name="T50" fmla="*/ 0 w 560"/>
                <a:gd name="T51" fmla="*/ 0 h 486"/>
                <a:gd name="T52" fmla="*/ 0 w 560"/>
                <a:gd name="T53" fmla="*/ 0 h 486"/>
                <a:gd name="T54" fmla="*/ 0 w 560"/>
                <a:gd name="T55" fmla="*/ 0 h 486"/>
                <a:gd name="T56" fmla="*/ 0 w 560"/>
                <a:gd name="T57" fmla="*/ 0 h 48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60" h="486">
                  <a:moveTo>
                    <a:pt x="0" y="267"/>
                  </a:moveTo>
                  <a:lnTo>
                    <a:pt x="52" y="284"/>
                  </a:lnTo>
                  <a:lnTo>
                    <a:pt x="175" y="267"/>
                  </a:lnTo>
                  <a:lnTo>
                    <a:pt x="198" y="218"/>
                  </a:lnTo>
                  <a:lnTo>
                    <a:pt x="281" y="190"/>
                  </a:lnTo>
                  <a:lnTo>
                    <a:pt x="289" y="149"/>
                  </a:lnTo>
                  <a:lnTo>
                    <a:pt x="316" y="138"/>
                  </a:lnTo>
                  <a:lnTo>
                    <a:pt x="304" y="116"/>
                  </a:lnTo>
                  <a:lnTo>
                    <a:pt x="334" y="114"/>
                  </a:lnTo>
                  <a:lnTo>
                    <a:pt x="356" y="72"/>
                  </a:lnTo>
                  <a:lnTo>
                    <a:pt x="347" y="31"/>
                  </a:lnTo>
                  <a:lnTo>
                    <a:pt x="458" y="0"/>
                  </a:lnTo>
                  <a:lnTo>
                    <a:pt x="560" y="62"/>
                  </a:lnTo>
                  <a:lnTo>
                    <a:pt x="532" y="88"/>
                  </a:lnTo>
                  <a:lnTo>
                    <a:pt x="436" y="88"/>
                  </a:lnTo>
                  <a:lnTo>
                    <a:pt x="437" y="143"/>
                  </a:lnTo>
                  <a:lnTo>
                    <a:pt x="481" y="178"/>
                  </a:lnTo>
                  <a:lnTo>
                    <a:pt x="455" y="196"/>
                  </a:lnTo>
                  <a:lnTo>
                    <a:pt x="462" y="226"/>
                  </a:lnTo>
                  <a:lnTo>
                    <a:pt x="363" y="337"/>
                  </a:lnTo>
                  <a:lnTo>
                    <a:pt x="319" y="335"/>
                  </a:lnTo>
                  <a:lnTo>
                    <a:pt x="289" y="362"/>
                  </a:lnTo>
                  <a:lnTo>
                    <a:pt x="341" y="464"/>
                  </a:lnTo>
                  <a:lnTo>
                    <a:pt x="265" y="464"/>
                  </a:lnTo>
                  <a:lnTo>
                    <a:pt x="238" y="486"/>
                  </a:lnTo>
                  <a:lnTo>
                    <a:pt x="182" y="425"/>
                  </a:lnTo>
                  <a:lnTo>
                    <a:pt x="26" y="436"/>
                  </a:lnTo>
                  <a:lnTo>
                    <a:pt x="79" y="366"/>
                  </a:lnTo>
                  <a:lnTo>
                    <a:pt x="0" y="267"/>
                  </a:lnTo>
                  <a:close/>
                </a:path>
              </a:pathLst>
            </a:custGeom>
            <a:grpFill/>
            <a:ln w="3175">
              <a:solidFill>
                <a:schemeClr val="bg1"/>
              </a:solidFill>
              <a:prstDash val="solid"/>
              <a:round/>
            </a:ln>
          </p:spPr>
          <p:txBody>
            <a:bodyPr/>
            <a:lstStyle/>
            <a:p>
              <a:endParaRPr lang="en-US" dirty="0"/>
            </a:p>
          </p:txBody>
        </p:sp>
        <p:sp>
          <p:nvSpPr>
            <p:cNvPr id="162" name="22096377.75594.255.3754.255">
              <a:extLst>
                <a:ext uri="{FF2B5EF4-FFF2-40B4-BE49-F238E27FC236}">
                  <a16:creationId xmlns:a16="http://schemas.microsoft.com/office/drawing/2014/main" id="{3188B18C-CF83-F2A4-695E-FEC1A8660F30}"/>
                </a:ext>
              </a:extLst>
            </p:cNvPr>
            <p:cNvSpPr/>
            <p:nvPr>
              <p:custDataLst>
                <p:tags r:id="rId158"/>
              </p:custDataLst>
            </p:nvPr>
          </p:nvSpPr>
          <p:spPr bwMode="auto">
            <a:xfrm>
              <a:off x="5011" y="2900"/>
              <a:ext cx="25" cy="31"/>
            </a:xfrm>
            <a:custGeom>
              <a:avLst/>
              <a:gdLst>
                <a:gd name="T0" fmla="*/ 0 w 77"/>
                <a:gd name="T1" fmla="*/ 0 h 97"/>
                <a:gd name="T2" fmla="*/ 0 w 77"/>
                <a:gd name="T3" fmla="*/ 0 h 97"/>
                <a:gd name="T4" fmla="*/ 0 w 77"/>
                <a:gd name="T5" fmla="*/ 0 h 97"/>
                <a:gd name="T6" fmla="*/ 0 w 77"/>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 h="97">
                  <a:moveTo>
                    <a:pt x="0" y="97"/>
                  </a:moveTo>
                  <a:lnTo>
                    <a:pt x="54" y="51"/>
                  </a:lnTo>
                  <a:lnTo>
                    <a:pt x="77" y="0"/>
                  </a:lnTo>
                  <a:lnTo>
                    <a:pt x="0" y="97"/>
                  </a:lnTo>
                  <a:close/>
                </a:path>
              </a:pathLst>
            </a:custGeom>
            <a:grpFill/>
            <a:ln w="3175">
              <a:solidFill>
                <a:schemeClr val="bg1"/>
              </a:solidFill>
              <a:prstDash val="solid"/>
              <a:round/>
            </a:ln>
          </p:spPr>
          <p:txBody>
            <a:bodyPr/>
            <a:lstStyle/>
            <a:p>
              <a:endParaRPr lang="en-US" dirty="0"/>
            </a:p>
          </p:txBody>
        </p:sp>
        <p:sp>
          <p:nvSpPr>
            <p:cNvPr id="163" name="22097364599.2511.3757.6255">
              <a:extLst>
                <a:ext uri="{FF2B5EF4-FFF2-40B4-BE49-F238E27FC236}">
                  <a16:creationId xmlns:a16="http://schemas.microsoft.com/office/drawing/2014/main" id="{6C8AABEB-05C6-7F17-77A1-794C448A8262}"/>
                </a:ext>
              </a:extLst>
            </p:cNvPr>
            <p:cNvSpPr/>
            <p:nvPr>
              <p:custDataLst>
                <p:tags r:id="rId159"/>
              </p:custDataLst>
            </p:nvPr>
          </p:nvSpPr>
          <p:spPr bwMode="auto">
            <a:xfrm>
              <a:off x="5040" y="2821"/>
              <a:ext cx="44" cy="65"/>
            </a:xfrm>
            <a:custGeom>
              <a:avLst/>
              <a:gdLst>
                <a:gd name="T0" fmla="*/ 0 w 136"/>
                <a:gd name="T1" fmla="*/ 0 h 203"/>
                <a:gd name="T2" fmla="*/ 0 w 136"/>
                <a:gd name="T3" fmla="*/ 0 h 203"/>
                <a:gd name="T4" fmla="*/ 0 w 136"/>
                <a:gd name="T5" fmla="*/ 0 h 203"/>
                <a:gd name="T6" fmla="*/ 0 w 136"/>
                <a:gd name="T7" fmla="*/ 0 h 203"/>
                <a:gd name="T8" fmla="*/ 0 w 136"/>
                <a:gd name="T9" fmla="*/ 0 h 203"/>
                <a:gd name="T10" fmla="*/ 0 w 136"/>
                <a:gd name="T11" fmla="*/ 0 h 203"/>
                <a:gd name="T12" fmla="*/ 0 w 136"/>
                <a:gd name="T13" fmla="*/ 0 h 203"/>
                <a:gd name="T14" fmla="*/ 0 w 136"/>
                <a:gd name="T15" fmla="*/ 0 h 203"/>
                <a:gd name="T16" fmla="*/ 0 w 136"/>
                <a:gd name="T17" fmla="*/ 0 h 203"/>
                <a:gd name="T18" fmla="*/ 0 w 136"/>
                <a:gd name="T19" fmla="*/ 0 h 203"/>
                <a:gd name="T20" fmla="*/ 0 w 136"/>
                <a:gd name="T21" fmla="*/ 0 h 203"/>
                <a:gd name="T22" fmla="*/ 0 w 136"/>
                <a:gd name="T23" fmla="*/ 0 h 2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03">
                  <a:moveTo>
                    <a:pt x="0" y="79"/>
                  </a:moveTo>
                  <a:lnTo>
                    <a:pt x="26" y="0"/>
                  </a:lnTo>
                  <a:lnTo>
                    <a:pt x="74" y="2"/>
                  </a:lnTo>
                  <a:lnTo>
                    <a:pt x="87" y="55"/>
                  </a:lnTo>
                  <a:lnTo>
                    <a:pt x="49" y="110"/>
                  </a:lnTo>
                  <a:lnTo>
                    <a:pt x="58" y="141"/>
                  </a:lnTo>
                  <a:lnTo>
                    <a:pt x="130" y="161"/>
                  </a:lnTo>
                  <a:lnTo>
                    <a:pt x="136" y="203"/>
                  </a:lnTo>
                  <a:lnTo>
                    <a:pt x="92" y="161"/>
                  </a:lnTo>
                  <a:lnTo>
                    <a:pt x="92" y="181"/>
                  </a:lnTo>
                  <a:lnTo>
                    <a:pt x="26" y="161"/>
                  </a:lnTo>
                  <a:lnTo>
                    <a:pt x="0" y="79"/>
                  </a:lnTo>
                  <a:close/>
                </a:path>
              </a:pathLst>
            </a:custGeom>
            <a:grpFill/>
            <a:ln w="3175">
              <a:solidFill>
                <a:schemeClr val="bg1"/>
              </a:solidFill>
              <a:prstDash val="solid"/>
              <a:round/>
            </a:ln>
          </p:spPr>
          <p:txBody>
            <a:bodyPr/>
            <a:lstStyle/>
            <a:p>
              <a:endParaRPr lang="en-US" dirty="0"/>
            </a:p>
          </p:txBody>
        </p:sp>
        <p:sp>
          <p:nvSpPr>
            <p:cNvPr id="164" name="22098373.756002.3752.1255">
              <a:extLst>
                <a:ext uri="{FF2B5EF4-FFF2-40B4-BE49-F238E27FC236}">
                  <a16:creationId xmlns:a16="http://schemas.microsoft.com/office/drawing/2014/main" id="{179DB9D0-12F5-9EA9-2987-2EEF42A697BF}"/>
                </a:ext>
              </a:extLst>
            </p:cNvPr>
            <p:cNvSpPr/>
            <p:nvPr>
              <p:custDataLst>
                <p:tags r:id="rId160"/>
              </p:custDataLst>
            </p:nvPr>
          </p:nvSpPr>
          <p:spPr bwMode="auto">
            <a:xfrm>
              <a:off x="5044" y="2877"/>
              <a:ext cx="13" cy="14"/>
            </a:xfrm>
            <a:custGeom>
              <a:avLst/>
              <a:gdLst>
                <a:gd name="T0" fmla="*/ 0 w 39"/>
                <a:gd name="T1" fmla="*/ 0 h 41"/>
                <a:gd name="T2" fmla="*/ 0 w 39"/>
                <a:gd name="T3" fmla="*/ 0 h 41"/>
                <a:gd name="T4" fmla="*/ 0 w 39"/>
                <a:gd name="T5" fmla="*/ 0 h 41"/>
                <a:gd name="T6" fmla="*/ 0 w 39"/>
                <a:gd name="T7" fmla="*/ 0 h 41"/>
                <a:gd name="T8" fmla="*/ 0 w 39"/>
                <a:gd name="T9" fmla="*/ 0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41">
                  <a:moveTo>
                    <a:pt x="0" y="0"/>
                  </a:moveTo>
                  <a:lnTo>
                    <a:pt x="20" y="0"/>
                  </a:lnTo>
                  <a:lnTo>
                    <a:pt x="39" y="8"/>
                  </a:lnTo>
                  <a:lnTo>
                    <a:pt x="29" y="41"/>
                  </a:lnTo>
                  <a:lnTo>
                    <a:pt x="0" y="0"/>
                  </a:lnTo>
                  <a:close/>
                </a:path>
              </a:pathLst>
            </a:custGeom>
            <a:grpFill/>
            <a:ln w="3175">
              <a:solidFill>
                <a:schemeClr val="bg1"/>
              </a:solidFill>
              <a:prstDash val="solid"/>
              <a:round/>
            </a:ln>
          </p:spPr>
          <p:txBody>
            <a:bodyPr/>
            <a:lstStyle/>
            <a:p>
              <a:endParaRPr lang="en-US" dirty="0"/>
            </a:p>
          </p:txBody>
        </p:sp>
        <p:sp>
          <p:nvSpPr>
            <p:cNvPr id="165" name="22099376.625603325">
              <a:extLst>
                <a:ext uri="{FF2B5EF4-FFF2-40B4-BE49-F238E27FC236}">
                  <a16:creationId xmlns:a16="http://schemas.microsoft.com/office/drawing/2014/main" id="{5753555D-C017-3472-930F-FA515F278178}"/>
                </a:ext>
              </a:extLst>
            </p:cNvPr>
            <p:cNvSpPr/>
            <p:nvPr>
              <p:custDataLst>
                <p:tags r:id="rId161"/>
              </p:custDataLst>
            </p:nvPr>
          </p:nvSpPr>
          <p:spPr bwMode="auto">
            <a:xfrm>
              <a:off x="5062" y="2894"/>
              <a:ext cx="11" cy="17"/>
            </a:xfrm>
            <a:custGeom>
              <a:avLst/>
              <a:gdLst>
                <a:gd name="T0" fmla="*/ 0 w 36"/>
                <a:gd name="T1" fmla="*/ 0 h 52"/>
                <a:gd name="T2" fmla="*/ 0 w 36"/>
                <a:gd name="T3" fmla="*/ 0 h 52"/>
                <a:gd name="T4" fmla="*/ 0 w 36"/>
                <a:gd name="T5" fmla="*/ 0 h 52"/>
                <a:gd name="T6" fmla="*/ 0 w 36"/>
                <a:gd name="T7" fmla="*/ 0 h 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52">
                  <a:moveTo>
                    <a:pt x="0" y="0"/>
                  </a:moveTo>
                  <a:lnTo>
                    <a:pt x="3" y="52"/>
                  </a:lnTo>
                  <a:lnTo>
                    <a:pt x="36" y="30"/>
                  </a:lnTo>
                  <a:lnTo>
                    <a:pt x="0" y="0"/>
                  </a:lnTo>
                  <a:close/>
                </a:path>
              </a:pathLst>
            </a:custGeom>
            <a:grpFill/>
            <a:ln w="3175">
              <a:solidFill>
                <a:schemeClr val="bg1"/>
              </a:solidFill>
              <a:prstDash val="solid"/>
              <a:round/>
            </a:ln>
          </p:spPr>
          <p:txBody>
            <a:bodyPr/>
            <a:lstStyle/>
            <a:p>
              <a:endParaRPr lang="en-US" dirty="0"/>
            </a:p>
          </p:txBody>
        </p:sp>
        <p:sp>
          <p:nvSpPr>
            <p:cNvPr id="166" name="22100380.75603.1257.758.1255">
              <a:extLst>
                <a:ext uri="{FF2B5EF4-FFF2-40B4-BE49-F238E27FC236}">
                  <a16:creationId xmlns:a16="http://schemas.microsoft.com/office/drawing/2014/main" id="{DC3E9679-F413-9932-50B5-F26DE61E625B}"/>
                </a:ext>
              </a:extLst>
            </p:cNvPr>
            <p:cNvSpPr/>
            <p:nvPr>
              <p:custDataLst>
                <p:tags r:id="rId162"/>
              </p:custDataLst>
            </p:nvPr>
          </p:nvSpPr>
          <p:spPr bwMode="auto">
            <a:xfrm>
              <a:off x="5063" y="2917"/>
              <a:ext cx="47" cy="45"/>
            </a:xfrm>
            <a:custGeom>
              <a:avLst/>
              <a:gdLst>
                <a:gd name="T0" fmla="*/ 0 w 145"/>
                <a:gd name="T1" fmla="*/ 0 h 139"/>
                <a:gd name="T2" fmla="*/ 0 w 145"/>
                <a:gd name="T3" fmla="*/ 0 h 139"/>
                <a:gd name="T4" fmla="*/ 0 w 145"/>
                <a:gd name="T5" fmla="*/ 0 h 139"/>
                <a:gd name="T6" fmla="*/ 0 w 145"/>
                <a:gd name="T7" fmla="*/ 0 h 139"/>
                <a:gd name="T8" fmla="*/ 0 w 145"/>
                <a:gd name="T9" fmla="*/ 0 h 139"/>
                <a:gd name="T10" fmla="*/ 0 w 145"/>
                <a:gd name="T11" fmla="*/ 0 h 139"/>
                <a:gd name="T12" fmla="*/ 0 w 145"/>
                <a:gd name="T13" fmla="*/ 0 h 139"/>
                <a:gd name="T14" fmla="*/ 0 w 145"/>
                <a:gd name="T15" fmla="*/ 0 h 139"/>
                <a:gd name="T16" fmla="*/ 0 w 145"/>
                <a:gd name="T17" fmla="*/ 0 h 139"/>
                <a:gd name="T18" fmla="*/ 0 w 145"/>
                <a:gd name="T19" fmla="*/ 0 h 139"/>
                <a:gd name="T20" fmla="*/ 0 w 145"/>
                <a:gd name="T21" fmla="*/ 0 h 1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5" h="139">
                  <a:moveTo>
                    <a:pt x="0" y="95"/>
                  </a:moveTo>
                  <a:lnTo>
                    <a:pt x="31" y="45"/>
                  </a:lnTo>
                  <a:lnTo>
                    <a:pt x="68" y="54"/>
                  </a:lnTo>
                  <a:lnTo>
                    <a:pt x="121" y="0"/>
                  </a:lnTo>
                  <a:lnTo>
                    <a:pt x="145" y="32"/>
                  </a:lnTo>
                  <a:lnTo>
                    <a:pt x="141" y="114"/>
                  </a:lnTo>
                  <a:lnTo>
                    <a:pt x="129" y="80"/>
                  </a:lnTo>
                  <a:lnTo>
                    <a:pt x="115" y="139"/>
                  </a:lnTo>
                  <a:lnTo>
                    <a:pt x="78" y="123"/>
                  </a:lnTo>
                  <a:lnTo>
                    <a:pt x="56" y="62"/>
                  </a:lnTo>
                  <a:lnTo>
                    <a:pt x="0" y="95"/>
                  </a:lnTo>
                  <a:close/>
                </a:path>
              </a:pathLst>
            </a:custGeom>
            <a:grpFill/>
            <a:ln w="3175">
              <a:solidFill>
                <a:schemeClr val="bg1"/>
              </a:solidFill>
              <a:prstDash val="solid"/>
              <a:round/>
            </a:ln>
          </p:spPr>
          <p:txBody>
            <a:bodyPr/>
            <a:lstStyle/>
            <a:p>
              <a:endParaRPr lang="en-US" dirty="0"/>
            </a:p>
          </p:txBody>
        </p:sp>
        <p:sp>
          <p:nvSpPr>
            <p:cNvPr id="167" name="22101378.75604.1253.251.755">
              <a:extLst>
                <a:ext uri="{FF2B5EF4-FFF2-40B4-BE49-F238E27FC236}">
                  <a16:creationId xmlns:a16="http://schemas.microsoft.com/office/drawing/2014/main" id="{8612A4D5-3D1E-34B1-EE03-DE8F17F2C836}"/>
                </a:ext>
              </a:extLst>
            </p:cNvPr>
            <p:cNvSpPr/>
            <p:nvPr>
              <p:custDataLst>
                <p:tags r:id="rId163"/>
              </p:custDataLst>
            </p:nvPr>
          </p:nvSpPr>
          <p:spPr bwMode="auto">
            <a:xfrm>
              <a:off x="5068" y="2906"/>
              <a:ext cx="10" cy="19"/>
            </a:xfrm>
            <a:custGeom>
              <a:avLst/>
              <a:gdLst>
                <a:gd name="T0" fmla="*/ 0 w 33"/>
                <a:gd name="T1" fmla="*/ 0 h 56"/>
                <a:gd name="T2" fmla="*/ 0 w 33"/>
                <a:gd name="T3" fmla="*/ 0 h 56"/>
                <a:gd name="T4" fmla="*/ 0 w 33"/>
                <a:gd name="T5" fmla="*/ 0 h 56"/>
                <a:gd name="T6" fmla="*/ 0 w 33"/>
                <a:gd name="T7" fmla="*/ 0 h 56"/>
                <a:gd name="T8" fmla="*/ 0 w 33"/>
                <a:gd name="T9" fmla="*/ 0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56">
                  <a:moveTo>
                    <a:pt x="0" y="35"/>
                  </a:moveTo>
                  <a:lnTo>
                    <a:pt x="8" y="24"/>
                  </a:lnTo>
                  <a:lnTo>
                    <a:pt x="33" y="0"/>
                  </a:lnTo>
                  <a:lnTo>
                    <a:pt x="22" y="56"/>
                  </a:lnTo>
                  <a:lnTo>
                    <a:pt x="0" y="35"/>
                  </a:lnTo>
                  <a:close/>
                </a:path>
              </a:pathLst>
            </a:custGeom>
            <a:grpFill/>
            <a:ln w="3175">
              <a:solidFill>
                <a:schemeClr val="bg1"/>
              </a:solidFill>
              <a:prstDash val="solid"/>
              <a:round/>
            </a:ln>
          </p:spPr>
          <p:txBody>
            <a:bodyPr/>
            <a:lstStyle/>
            <a:p>
              <a:endParaRPr lang="en-US" dirty="0"/>
            </a:p>
          </p:txBody>
        </p:sp>
        <p:sp>
          <p:nvSpPr>
            <p:cNvPr id="168" name="22102359.75557.37528.62514.8755">
              <a:extLst>
                <a:ext uri="{FF2B5EF4-FFF2-40B4-BE49-F238E27FC236}">
                  <a16:creationId xmlns:a16="http://schemas.microsoft.com/office/drawing/2014/main" id="{4FD7522E-A7D9-FCB0-0C1A-AFE00288B12F}"/>
                </a:ext>
              </a:extLst>
            </p:cNvPr>
            <p:cNvSpPr/>
            <p:nvPr>
              <p:custDataLst>
                <p:tags r:id="rId164"/>
              </p:custDataLst>
            </p:nvPr>
          </p:nvSpPr>
          <p:spPr bwMode="auto">
            <a:xfrm>
              <a:off x="4798" y="2796"/>
              <a:ext cx="86" cy="166"/>
            </a:xfrm>
            <a:custGeom>
              <a:avLst/>
              <a:gdLst>
                <a:gd name="T0" fmla="*/ 0 w 264"/>
                <a:gd name="T1" fmla="*/ 0 h 511"/>
                <a:gd name="T2" fmla="*/ 0 w 264"/>
                <a:gd name="T3" fmla="*/ 0 h 511"/>
                <a:gd name="T4" fmla="*/ 0 w 264"/>
                <a:gd name="T5" fmla="*/ 0 h 511"/>
                <a:gd name="T6" fmla="*/ 0 w 264"/>
                <a:gd name="T7" fmla="*/ 0 h 511"/>
                <a:gd name="T8" fmla="*/ 0 w 264"/>
                <a:gd name="T9" fmla="*/ 0 h 511"/>
                <a:gd name="T10" fmla="*/ 0 w 264"/>
                <a:gd name="T11" fmla="*/ 0 h 511"/>
                <a:gd name="T12" fmla="*/ 0 w 264"/>
                <a:gd name="T13" fmla="*/ 0 h 511"/>
                <a:gd name="T14" fmla="*/ 0 w 264"/>
                <a:gd name="T15" fmla="*/ 0 h 511"/>
                <a:gd name="T16" fmla="*/ 0 w 264"/>
                <a:gd name="T17" fmla="*/ 0 h 511"/>
                <a:gd name="T18" fmla="*/ 0 w 264"/>
                <a:gd name="T19" fmla="*/ 0 h 511"/>
                <a:gd name="T20" fmla="*/ 0 w 264"/>
                <a:gd name="T21" fmla="*/ 0 h 511"/>
                <a:gd name="T22" fmla="*/ 0 w 264"/>
                <a:gd name="T23" fmla="*/ 0 h 511"/>
                <a:gd name="T24" fmla="*/ 0 w 264"/>
                <a:gd name="T25" fmla="*/ 0 h 511"/>
                <a:gd name="T26" fmla="*/ 0 w 264"/>
                <a:gd name="T27" fmla="*/ 0 h 511"/>
                <a:gd name="T28" fmla="*/ 0 w 264"/>
                <a:gd name="T29" fmla="*/ 0 h 511"/>
                <a:gd name="T30" fmla="*/ 0 w 264"/>
                <a:gd name="T31" fmla="*/ 0 h 511"/>
                <a:gd name="T32" fmla="*/ 0 w 264"/>
                <a:gd name="T33" fmla="*/ 0 h 511"/>
                <a:gd name="T34" fmla="*/ 0 w 264"/>
                <a:gd name="T35" fmla="*/ 0 h 511"/>
                <a:gd name="T36" fmla="*/ 0 w 264"/>
                <a:gd name="T37" fmla="*/ 0 h 511"/>
                <a:gd name="T38" fmla="*/ 0 w 264"/>
                <a:gd name="T39" fmla="*/ 0 h 511"/>
                <a:gd name="T40" fmla="*/ 0 w 264"/>
                <a:gd name="T41" fmla="*/ 0 h 511"/>
                <a:gd name="T42" fmla="*/ 0 w 264"/>
                <a:gd name="T43" fmla="*/ 0 h 511"/>
                <a:gd name="T44" fmla="*/ 0 w 264"/>
                <a:gd name="T45" fmla="*/ 0 h 511"/>
                <a:gd name="T46" fmla="*/ 0 w 264"/>
                <a:gd name="T47" fmla="*/ 0 h 511"/>
                <a:gd name="T48" fmla="*/ 0 w 264"/>
                <a:gd name="T49" fmla="*/ 0 h 5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64" h="511">
                  <a:moveTo>
                    <a:pt x="0" y="82"/>
                  </a:moveTo>
                  <a:lnTo>
                    <a:pt x="18" y="42"/>
                  </a:lnTo>
                  <a:lnTo>
                    <a:pt x="89" y="0"/>
                  </a:lnTo>
                  <a:lnTo>
                    <a:pt x="121" y="40"/>
                  </a:lnTo>
                  <a:lnTo>
                    <a:pt x="111" y="109"/>
                  </a:lnTo>
                  <a:lnTo>
                    <a:pt x="196" y="79"/>
                  </a:lnTo>
                  <a:lnTo>
                    <a:pt x="232" y="109"/>
                  </a:lnTo>
                  <a:lnTo>
                    <a:pt x="264" y="176"/>
                  </a:lnTo>
                  <a:lnTo>
                    <a:pt x="253" y="219"/>
                  </a:lnTo>
                  <a:lnTo>
                    <a:pt x="188" y="216"/>
                  </a:lnTo>
                  <a:lnTo>
                    <a:pt x="165" y="236"/>
                  </a:lnTo>
                  <a:lnTo>
                    <a:pt x="177" y="307"/>
                  </a:lnTo>
                  <a:lnTo>
                    <a:pt x="90" y="245"/>
                  </a:lnTo>
                  <a:lnTo>
                    <a:pt x="55" y="355"/>
                  </a:lnTo>
                  <a:lnTo>
                    <a:pt x="96" y="456"/>
                  </a:lnTo>
                  <a:lnTo>
                    <a:pt x="155" y="491"/>
                  </a:lnTo>
                  <a:lnTo>
                    <a:pt x="123" y="511"/>
                  </a:lnTo>
                  <a:lnTo>
                    <a:pt x="115" y="480"/>
                  </a:lnTo>
                  <a:lnTo>
                    <a:pt x="90" y="480"/>
                  </a:lnTo>
                  <a:lnTo>
                    <a:pt x="24" y="424"/>
                  </a:lnTo>
                  <a:lnTo>
                    <a:pt x="35" y="359"/>
                  </a:lnTo>
                  <a:lnTo>
                    <a:pt x="70" y="300"/>
                  </a:lnTo>
                  <a:lnTo>
                    <a:pt x="23" y="201"/>
                  </a:lnTo>
                  <a:lnTo>
                    <a:pt x="38" y="157"/>
                  </a:lnTo>
                  <a:lnTo>
                    <a:pt x="0" y="82"/>
                  </a:lnTo>
                  <a:close/>
                </a:path>
              </a:pathLst>
            </a:custGeom>
            <a:grpFill/>
            <a:ln w="3175">
              <a:solidFill>
                <a:schemeClr val="bg1"/>
              </a:solidFill>
              <a:prstDash val="solid"/>
              <a:round/>
            </a:ln>
          </p:spPr>
          <p:txBody>
            <a:bodyPr/>
            <a:lstStyle/>
            <a:p>
              <a:endParaRPr lang="en-US" dirty="0"/>
            </a:p>
          </p:txBody>
        </p:sp>
        <p:sp>
          <p:nvSpPr>
            <p:cNvPr id="169" name="22103355.12556627.7513.1255">
              <a:extLst>
                <a:ext uri="{FF2B5EF4-FFF2-40B4-BE49-F238E27FC236}">
                  <a16:creationId xmlns:a16="http://schemas.microsoft.com/office/drawing/2014/main" id="{C3AB3FB0-64D2-CEC0-2104-814E7CEBF8C2}"/>
                </a:ext>
              </a:extLst>
            </p:cNvPr>
            <p:cNvSpPr/>
            <p:nvPr>
              <p:custDataLst>
                <p:tags r:id="rId165"/>
              </p:custDataLst>
            </p:nvPr>
          </p:nvSpPr>
          <p:spPr bwMode="auto">
            <a:xfrm>
              <a:off x="4848" y="2769"/>
              <a:ext cx="76" cy="161"/>
            </a:xfrm>
            <a:custGeom>
              <a:avLst/>
              <a:gdLst>
                <a:gd name="T0" fmla="*/ 0 w 232"/>
                <a:gd name="T1" fmla="*/ 0 h 497"/>
                <a:gd name="T2" fmla="*/ 0 w 232"/>
                <a:gd name="T3" fmla="*/ 0 h 497"/>
                <a:gd name="T4" fmla="*/ 0 w 232"/>
                <a:gd name="T5" fmla="*/ 0 h 497"/>
                <a:gd name="T6" fmla="*/ 0 w 232"/>
                <a:gd name="T7" fmla="*/ 0 h 497"/>
                <a:gd name="T8" fmla="*/ 0 w 232"/>
                <a:gd name="T9" fmla="*/ 0 h 497"/>
                <a:gd name="T10" fmla="*/ 0 w 232"/>
                <a:gd name="T11" fmla="*/ 0 h 497"/>
                <a:gd name="T12" fmla="*/ 0 w 232"/>
                <a:gd name="T13" fmla="*/ 0 h 497"/>
                <a:gd name="T14" fmla="*/ 0 w 232"/>
                <a:gd name="T15" fmla="*/ 0 h 497"/>
                <a:gd name="T16" fmla="*/ 0 w 232"/>
                <a:gd name="T17" fmla="*/ 0 h 497"/>
                <a:gd name="T18" fmla="*/ 0 w 232"/>
                <a:gd name="T19" fmla="*/ 0 h 497"/>
                <a:gd name="T20" fmla="*/ 0 w 232"/>
                <a:gd name="T21" fmla="*/ 0 h 497"/>
                <a:gd name="T22" fmla="*/ 0 w 232"/>
                <a:gd name="T23" fmla="*/ 0 h 497"/>
                <a:gd name="T24" fmla="*/ 0 w 232"/>
                <a:gd name="T25" fmla="*/ 0 h 497"/>
                <a:gd name="T26" fmla="*/ 0 w 232"/>
                <a:gd name="T27" fmla="*/ 0 h 497"/>
                <a:gd name="T28" fmla="*/ 0 w 232"/>
                <a:gd name="T29" fmla="*/ 0 h 497"/>
                <a:gd name="T30" fmla="*/ 0 w 232"/>
                <a:gd name="T31" fmla="*/ 0 h 497"/>
                <a:gd name="T32" fmla="*/ 0 w 232"/>
                <a:gd name="T33" fmla="*/ 0 h 497"/>
                <a:gd name="T34" fmla="*/ 0 w 232"/>
                <a:gd name="T35" fmla="*/ 0 h 497"/>
                <a:gd name="T36" fmla="*/ 0 w 232"/>
                <a:gd name="T37" fmla="*/ 0 h 4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31" h="497">
                  <a:moveTo>
                    <a:pt x="0" y="25"/>
                  </a:moveTo>
                  <a:lnTo>
                    <a:pt x="34" y="77"/>
                  </a:lnTo>
                  <a:lnTo>
                    <a:pt x="79" y="98"/>
                  </a:lnTo>
                  <a:lnTo>
                    <a:pt x="57" y="136"/>
                  </a:lnTo>
                  <a:lnTo>
                    <a:pt x="138" y="202"/>
                  </a:lnTo>
                  <a:lnTo>
                    <a:pt x="174" y="292"/>
                  </a:lnTo>
                  <a:lnTo>
                    <a:pt x="178" y="369"/>
                  </a:lnTo>
                  <a:lnTo>
                    <a:pt x="78" y="435"/>
                  </a:lnTo>
                  <a:lnTo>
                    <a:pt x="94" y="497"/>
                  </a:lnTo>
                  <a:lnTo>
                    <a:pt x="126" y="453"/>
                  </a:lnTo>
                  <a:lnTo>
                    <a:pt x="144" y="465"/>
                  </a:lnTo>
                  <a:lnTo>
                    <a:pt x="152" y="437"/>
                  </a:lnTo>
                  <a:lnTo>
                    <a:pt x="232" y="392"/>
                  </a:lnTo>
                  <a:lnTo>
                    <a:pt x="221" y="267"/>
                  </a:lnTo>
                  <a:lnTo>
                    <a:pt x="114" y="151"/>
                  </a:lnTo>
                  <a:lnTo>
                    <a:pt x="125" y="114"/>
                  </a:lnTo>
                  <a:lnTo>
                    <a:pt x="189" y="58"/>
                  </a:lnTo>
                  <a:lnTo>
                    <a:pt x="99" y="0"/>
                  </a:lnTo>
                  <a:lnTo>
                    <a:pt x="0" y="25"/>
                  </a:lnTo>
                  <a:close/>
                </a:path>
              </a:pathLst>
            </a:custGeom>
            <a:grpFill/>
            <a:ln w="3175">
              <a:solidFill>
                <a:schemeClr val="bg1"/>
              </a:solidFill>
              <a:prstDash val="solid"/>
              <a:round/>
            </a:ln>
          </p:spPr>
          <p:txBody>
            <a:bodyPr/>
            <a:lstStyle/>
            <a:p>
              <a:endParaRPr lang="en-US" dirty="0"/>
            </a:p>
          </p:txBody>
        </p:sp>
        <p:sp>
          <p:nvSpPr>
            <p:cNvPr id="170" name="22104363.12545612.12517.8755">
              <a:extLst>
                <a:ext uri="{FF2B5EF4-FFF2-40B4-BE49-F238E27FC236}">
                  <a16:creationId xmlns:a16="http://schemas.microsoft.com/office/drawing/2014/main" id="{47D1B5C8-BB9A-EC2D-CFF6-AC0D8D6241F0}"/>
                </a:ext>
              </a:extLst>
            </p:cNvPr>
            <p:cNvSpPr/>
            <p:nvPr>
              <p:custDataLst>
                <p:tags r:id="rId166"/>
              </p:custDataLst>
            </p:nvPr>
          </p:nvSpPr>
          <p:spPr bwMode="auto">
            <a:xfrm>
              <a:off x="4211" y="2815"/>
              <a:ext cx="104" cy="71"/>
            </a:xfrm>
            <a:custGeom>
              <a:avLst/>
              <a:gdLst>
                <a:gd name="T0" fmla="*/ 0 w 322"/>
                <a:gd name="T1" fmla="*/ 0 h 216"/>
                <a:gd name="T2" fmla="*/ 0 w 322"/>
                <a:gd name="T3" fmla="*/ 0 h 216"/>
                <a:gd name="T4" fmla="*/ 0 w 322"/>
                <a:gd name="T5" fmla="*/ 0 h 216"/>
                <a:gd name="T6" fmla="*/ 0 w 322"/>
                <a:gd name="T7" fmla="*/ 0 h 216"/>
                <a:gd name="T8" fmla="*/ 0 w 322"/>
                <a:gd name="T9" fmla="*/ 0 h 216"/>
                <a:gd name="T10" fmla="*/ 0 w 322"/>
                <a:gd name="T11" fmla="*/ 0 h 216"/>
                <a:gd name="T12" fmla="*/ 0 w 322"/>
                <a:gd name="T13" fmla="*/ 0 h 216"/>
                <a:gd name="T14" fmla="*/ 0 w 322"/>
                <a:gd name="T15" fmla="*/ 0 h 216"/>
                <a:gd name="T16" fmla="*/ 0 w 322"/>
                <a:gd name="T17" fmla="*/ 0 h 216"/>
                <a:gd name="T18" fmla="*/ 0 w 322"/>
                <a:gd name="T19" fmla="*/ 0 h 2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22" h="216">
                  <a:moveTo>
                    <a:pt x="0" y="216"/>
                  </a:moveTo>
                  <a:lnTo>
                    <a:pt x="85" y="168"/>
                  </a:lnTo>
                  <a:lnTo>
                    <a:pt x="70" y="145"/>
                  </a:lnTo>
                  <a:lnTo>
                    <a:pt x="95" y="117"/>
                  </a:lnTo>
                  <a:lnTo>
                    <a:pt x="180" y="24"/>
                  </a:lnTo>
                  <a:lnTo>
                    <a:pt x="287" y="0"/>
                  </a:lnTo>
                  <a:lnTo>
                    <a:pt x="322" y="84"/>
                  </a:lnTo>
                  <a:lnTo>
                    <a:pt x="294" y="117"/>
                  </a:lnTo>
                  <a:lnTo>
                    <a:pt x="172" y="175"/>
                  </a:lnTo>
                  <a:lnTo>
                    <a:pt x="0" y="216"/>
                  </a:lnTo>
                  <a:close/>
                </a:path>
              </a:pathLst>
            </a:custGeom>
            <a:grpFill/>
            <a:ln w="3175">
              <a:solidFill>
                <a:schemeClr val="bg1"/>
              </a:solidFill>
              <a:prstDash val="solid"/>
              <a:round/>
            </a:ln>
          </p:spPr>
          <p:txBody>
            <a:bodyPr/>
            <a:lstStyle/>
            <a:p>
              <a:endParaRPr lang="en-US" dirty="0"/>
            </a:p>
          </p:txBody>
        </p:sp>
        <p:sp>
          <p:nvSpPr>
            <p:cNvPr id="171" name="22105366.375454.58.8756.755">
              <a:extLst>
                <a:ext uri="{FF2B5EF4-FFF2-40B4-BE49-F238E27FC236}">
                  <a16:creationId xmlns:a16="http://schemas.microsoft.com/office/drawing/2014/main" id="{133A7E9F-C5FA-6024-6633-539232D412D5}"/>
                </a:ext>
              </a:extLst>
            </p:cNvPr>
            <p:cNvSpPr/>
            <p:nvPr>
              <p:custDataLst>
                <p:tags r:id="rId167"/>
              </p:custDataLst>
            </p:nvPr>
          </p:nvSpPr>
          <p:spPr bwMode="auto">
            <a:xfrm>
              <a:off x="4203" y="2834"/>
              <a:ext cx="39" cy="52"/>
            </a:xfrm>
            <a:custGeom>
              <a:avLst/>
              <a:gdLst>
                <a:gd name="T0" fmla="*/ 0 w 121"/>
                <a:gd name="T1" fmla="*/ 0 h 158"/>
                <a:gd name="T2" fmla="*/ 0 w 121"/>
                <a:gd name="T3" fmla="*/ 0 h 158"/>
                <a:gd name="T4" fmla="*/ 0 w 121"/>
                <a:gd name="T5" fmla="*/ 0 h 158"/>
                <a:gd name="T6" fmla="*/ 0 w 121"/>
                <a:gd name="T7" fmla="*/ 0 h 158"/>
                <a:gd name="T8" fmla="*/ 0 w 121"/>
                <a:gd name="T9" fmla="*/ 0 h 158"/>
                <a:gd name="T10" fmla="*/ 0 w 121"/>
                <a:gd name="T11" fmla="*/ 0 h 158"/>
                <a:gd name="T12" fmla="*/ 0 w 121"/>
                <a:gd name="T13" fmla="*/ 0 h 158"/>
                <a:gd name="T14" fmla="*/ 0 w 121"/>
                <a:gd name="T15" fmla="*/ 0 h 1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0" h="158">
                  <a:moveTo>
                    <a:pt x="0" y="32"/>
                  </a:moveTo>
                  <a:lnTo>
                    <a:pt x="26" y="158"/>
                  </a:lnTo>
                  <a:lnTo>
                    <a:pt x="111" y="110"/>
                  </a:lnTo>
                  <a:lnTo>
                    <a:pt x="96" y="87"/>
                  </a:lnTo>
                  <a:lnTo>
                    <a:pt x="121" y="59"/>
                  </a:lnTo>
                  <a:lnTo>
                    <a:pt x="121" y="24"/>
                  </a:lnTo>
                  <a:lnTo>
                    <a:pt x="60" y="0"/>
                  </a:lnTo>
                  <a:lnTo>
                    <a:pt x="0" y="32"/>
                  </a:lnTo>
                  <a:close/>
                </a:path>
              </a:pathLst>
            </a:custGeom>
            <a:grpFill/>
            <a:ln w="3175">
              <a:solidFill>
                <a:schemeClr val="bg1"/>
              </a:solidFill>
              <a:prstDash val="solid"/>
              <a:round/>
            </a:ln>
          </p:spPr>
          <p:txBody>
            <a:bodyPr/>
            <a:lstStyle/>
            <a:p>
              <a:endParaRPr lang="en-US" dirty="0"/>
            </a:p>
          </p:txBody>
        </p:sp>
        <p:sp>
          <p:nvSpPr>
            <p:cNvPr id="172" name="22106440.875405.37524.62530.6255">
              <a:extLst>
                <a:ext uri="{FF2B5EF4-FFF2-40B4-BE49-F238E27FC236}">
                  <a16:creationId xmlns:a16="http://schemas.microsoft.com/office/drawing/2014/main" id="{ABD867B1-2469-E2F1-5217-774A45F05B06}"/>
                </a:ext>
              </a:extLst>
            </p:cNvPr>
            <p:cNvSpPr/>
            <p:nvPr>
              <p:custDataLst>
                <p:tags r:id="rId168"/>
              </p:custDataLst>
            </p:nvPr>
          </p:nvSpPr>
          <p:spPr bwMode="auto">
            <a:xfrm>
              <a:off x="3919" y="3265"/>
              <a:ext cx="177" cy="143"/>
            </a:xfrm>
            <a:custGeom>
              <a:avLst/>
              <a:gdLst>
                <a:gd name="T0" fmla="*/ 0 w 546"/>
                <a:gd name="T1" fmla="*/ 0 h 439"/>
                <a:gd name="T2" fmla="*/ 0 w 546"/>
                <a:gd name="T3" fmla="*/ 0 h 439"/>
                <a:gd name="T4" fmla="*/ 0 w 546"/>
                <a:gd name="T5" fmla="*/ 0 h 439"/>
                <a:gd name="T6" fmla="*/ 0 w 546"/>
                <a:gd name="T7" fmla="*/ 0 h 439"/>
                <a:gd name="T8" fmla="*/ 0 w 546"/>
                <a:gd name="T9" fmla="*/ 0 h 439"/>
                <a:gd name="T10" fmla="*/ 0 w 546"/>
                <a:gd name="T11" fmla="*/ 0 h 439"/>
                <a:gd name="T12" fmla="*/ 0 w 546"/>
                <a:gd name="T13" fmla="*/ 0 h 439"/>
                <a:gd name="T14" fmla="*/ 0 w 546"/>
                <a:gd name="T15" fmla="*/ 0 h 439"/>
                <a:gd name="T16" fmla="*/ 0 w 546"/>
                <a:gd name="T17" fmla="*/ 0 h 439"/>
                <a:gd name="T18" fmla="*/ 0 w 546"/>
                <a:gd name="T19" fmla="*/ 0 h 439"/>
                <a:gd name="T20" fmla="*/ 0 w 546"/>
                <a:gd name="T21" fmla="*/ 0 h 439"/>
                <a:gd name="T22" fmla="*/ 0 w 546"/>
                <a:gd name="T23" fmla="*/ 0 h 439"/>
                <a:gd name="T24" fmla="*/ 0 w 546"/>
                <a:gd name="T25" fmla="*/ 0 h 439"/>
                <a:gd name="T26" fmla="*/ 0 w 546"/>
                <a:gd name="T27" fmla="*/ 0 h 439"/>
                <a:gd name="T28" fmla="*/ 0 w 546"/>
                <a:gd name="T29" fmla="*/ 0 h 439"/>
                <a:gd name="T30" fmla="*/ 0 w 546"/>
                <a:gd name="T31" fmla="*/ 0 h 439"/>
                <a:gd name="T32" fmla="*/ 0 w 546"/>
                <a:gd name="T33" fmla="*/ 0 h 439"/>
                <a:gd name="T34" fmla="*/ 0 w 546"/>
                <a:gd name="T35" fmla="*/ 0 h 439"/>
                <a:gd name="T36" fmla="*/ 0 w 546"/>
                <a:gd name="T37" fmla="*/ 0 h 439"/>
                <a:gd name="T38" fmla="*/ 0 w 546"/>
                <a:gd name="T39" fmla="*/ 0 h 439"/>
                <a:gd name="T40" fmla="*/ 0 w 546"/>
                <a:gd name="T41" fmla="*/ 0 h 439"/>
                <a:gd name="T42" fmla="*/ 0 w 546"/>
                <a:gd name="T43" fmla="*/ 0 h 439"/>
                <a:gd name="T44" fmla="*/ 0 w 546"/>
                <a:gd name="T45" fmla="*/ 0 h 439"/>
                <a:gd name="T46" fmla="*/ 0 w 546"/>
                <a:gd name="T47" fmla="*/ 0 h 439"/>
                <a:gd name="T48" fmla="*/ 0 w 546"/>
                <a:gd name="T49" fmla="*/ 0 h 439"/>
                <a:gd name="T50" fmla="*/ 0 w 546"/>
                <a:gd name="T51" fmla="*/ 0 h 4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46" h="439">
                  <a:moveTo>
                    <a:pt x="0" y="231"/>
                  </a:moveTo>
                  <a:lnTo>
                    <a:pt x="19" y="216"/>
                  </a:lnTo>
                  <a:lnTo>
                    <a:pt x="43" y="245"/>
                  </a:lnTo>
                  <a:lnTo>
                    <a:pt x="85" y="245"/>
                  </a:lnTo>
                  <a:lnTo>
                    <a:pt x="114" y="224"/>
                  </a:lnTo>
                  <a:lnTo>
                    <a:pt x="114" y="88"/>
                  </a:lnTo>
                  <a:lnTo>
                    <a:pt x="143" y="123"/>
                  </a:lnTo>
                  <a:lnTo>
                    <a:pt x="142" y="160"/>
                  </a:lnTo>
                  <a:lnTo>
                    <a:pt x="188" y="158"/>
                  </a:lnTo>
                  <a:lnTo>
                    <a:pt x="228" y="117"/>
                  </a:lnTo>
                  <a:lnTo>
                    <a:pt x="301" y="117"/>
                  </a:lnTo>
                  <a:lnTo>
                    <a:pt x="427" y="0"/>
                  </a:lnTo>
                  <a:lnTo>
                    <a:pt x="503" y="17"/>
                  </a:lnTo>
                  <a:lnTo>
                    <a:pt x="515" y="125"/>
                  </a:lnTo>
                  <a:lnTo>
                    <a:pt x="480" y="156"/>
                  </a:lnTo>
                  <a:lnTo>
                    <a:pt x="502" y="179"/>
                  </a:lnTo>
                  <a:lnTo>
                    <a:pt x="519" y="160"/>
                  </a:lnTo>
                  <a:lnTo>
                    <a:pt x="546" y="160"/>
                  </a:lnTo>
                  <a:lnTo>
                    <a:pt x="532" y="224"/>
                  </a:lnTo>
                  <a:lnTo>
                    <a:pt x="452" y="323"/>
                  </a:lnTo>
                  <a:lnTo>
                    <a:pt x="353" y="409"/>
                  </a:lnTo>
                  <a:lnTo>
                    <a:pt x="279" y="438"/>
                  </a:lnTo>
                  <a:lnTo>
                    <a:pt x="65" y="439"/>
                  </a:lnTo>
                  <a:lnTo>
                    <a:pt x="47" y="390"/>
                  </a:lnTo>
                  <a:lnTo>
                    <a:pt x="55" y="351"/>
                  </a:lnTo>
                  <a:lnTo>
                    <a:pt x="0" y="231"/>
                  </a:lnTo>
                  <a:close/>
                </a:path>
              </a:pathLst>
            </a:custGeom>
            <a:grpFill/>
            <a:ln w="3175">
              <a:solidFill>
                <a:schemeClr val="bg1"/>
              </a:solidFill>
              <a:prstDash val="solid"/>
              <a:round/>
            </a:ln>
          </p:spPr>
          <p:txBody>
            <a:bodyPr/>
            <a:lstStyle/>
            <a:p>
              <a:endParaRPr lang="en-US" dirty="0"/>
            </a:p>
          </p:txBody>
        </p:sp>
        <p:sp>
          <p:nvSpPr>
            <p:cNvPr id="173" name="22107409.625396.2523.2523.6255">
              <a:extLst>
                <a:ext uri="{FF2B5EF4-FFF2-40B4-BE49-F238E27FC236}">
                  <a16:creationId xmlns:a16="http://schemas.microsoft.com/office/drawing/2014/main" id="{4FA19878-ACBD-A225-D93B-C6FEB2E31E0E}"/>
                </a:ext>
              </a:extLst>
            </p:cNvPr>
            <p:cNvSpPr/>
            <p:nvPr>
              <p:custDataLst>
                <p:tags r:id="rId169"/>
              </p:custDataLst>
            </p:nvPr>
          </p:nvSpPr>
          <p:spPr bwMode="auto">
            <a:xfrm>
              <a:off x="3866" y="3084"/>
              <a:ext cx="136" cy="135"/>
            </a:xfrm>
            <a:custGeom>
              <a:avLst/>
              <a:gdLst>
                <a:gd name="T0" fmla="*/ 0 w 422"/>
                <a:gd name="T1" fmla="*/ 0 h 414"/>
                <a:gd name="T2" fmla="*/ 0 w 422"/>
                <a:gd name="T3" fmla="*/ 0 h 414"/>
                <a:gd name="T4" fmla="*/ 0 w 422"/>
                <a:gd name="T5" fmla="*/ 0 h 414"/>
                <a:gd name="T6" fmla="*/ 0 w 422"/>
                <a:gd name="T7" fmla="*/ 0 h 414"/>
                <a:gd name="T8" fmla="*/ 0 w 422"/>
                <a:gd name="T9" fmla="*/ 0 h 414"/>
                <a:gd name="T10" fmla="*/ 0 w 422"/>
                <a:gd name="T11" fmla="*/ 0 h 414"/>
                <a:gd name="T12" fmla="*/ 0 w 422"/>
                <a:gd name="T13" fmla="*/ 0 h 414"/>
                <a:gd name="T14" fmla="*/ 0 w 422"/>
                <a:gd name="T15" fmla="*/ 0 h 414"/>
                <a:gd name="T16" fmla="*/ 0 w 422"/>
                <a:gd name="T17" fmla="*/ 0 h 414"/>
                <a:gd name="T18" fmla="*/ 0 w 422"/>
                <a:gd name="T19" fmla="*/ 0 h 414"/>
                <a:gd name="T20" fmla="*/ 0 w 422"/>
                <a:gd name="T21" fmla="*/ 0 h 414"/>
                <a:gd name="T22" fmla="*/ 0 w 422"/>
                <a:gd name="T23" fmla="*/ 0 h 414"/>
                <a:gd name="T24" fmla="*/ 0 w 422"/>
                <a:gd name="T25" fmla="*/ 0 h 414"/>
                <a:gd name="T26" fmla="*/ 0 w 422"/>
                <a:gd name="T27" fmla="*/ 0 h 414"/>
                <a:gd name="T28" fmla="*/ 0 w 422"/>
                <a:gd name="T29" fmla="*/ 0 h 414"/>
                <a:gd name="T30" fmla="*/ 0 w 422"/>
                <a:gd name="T31" fmla="*/ 0 h 414"/>
                <a:gd name="T32" fmla="*/ 0 w 422"/>
                <a:gd name="T33" fmla="*/ 0 h 414"/>
                <a:gd name="T34" fmla="*/ 0 w 422"/>
                <a:gd name="T35" fmla="*/ 0 h 4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22" h="413">
                  <a:moveTo>
                    <a:pt x="0" y="388"/>
                  </a:moveTo>
                  <a:lnTo>
                    <a:pt x="55" y="374"/>
                  </a:lnTo>
                  <a:lnTo>
                    <a:pt x="328" y="414"/>
                  </a:lnTo>
                  <a:lnTo>
                    <a:pt x="389" y="396"/>
                  </a:lnTo>
                  <a:lnTo>
                    <a:pt x="348" y="364"/>
                  </a:lnTo>
                  <a:lnTo>
                    <a:pt x="348" y="239"/>
                  </a:lnTo>
                  <a:lnTo>
                    <a:pt x="422" y="239"/>
                  </a:lnTo>
                  <a:lnTo>
                    <a:pt x="417" y="170"/>
                  </a:lnTo>
                  <a:lnTo>
                    <a:pt x="348" y="177"/>
                  </a:lnTo>
                  <a:lnTo>
                    <a:pt x="341" y="58"/>
                  </a:lnTo>
                  <a:lnTo>
                    <a:pt x="310" y="36"/>
                  </a:lnTo>
                  <a:lnTo>
                    <a:pt x="267" y="38"/>
                  </a:lnTo>
                  <a:lnTo>
                    <a:pt x="256" y="73"/>
                  </a:lnTo>
                  <a:lnTo>
                    <a:pt x="209" y="77"/>
                  </a:lnTo>
                  <a:lnTo>
                    <a:pt x="154" y="0"/>
                  </a:lnTo>
                  <a:lnTo>
                    <a:pt x="27" y="16"/>
                  </a:lnTo>
                  <a:lnTo>
                    <a:pt x="73" y="173"/>
                  </a:lnTo>
                  <a:lnTo>
                    <a:pt x="0" y="388"/>
                  </a:lnTo>
                  <a:close/>
                </a:path>
              </a:pathLst>
            </a:custGeom>
            <a:grpFill/>
            <a:ln w="3175">
              <a:solidFill>
                <a:schemeClr val="bg1"/>
              </a:solidFill>
              <a:prstDash val="solid"/>
              <a:round/>
            </a:ln>
          </p:spPr>
          <p:txBody>
            <a:bodyPr/>
            <a:lstStyle/>
            <a:p>
              <a:endParaRPr lang="en-US" dirty="0"/>
            </a:p>
          </p:txBody>
        </p:sp>
        <p:sp>
          <p:nvSpPr>
            <p:cNvPr id="174" name="22108407.75396.8751.87525">
              <a:extLst>
                <a:ext uri="{FF2B5EF4-FFF2-40B4-BE49-F238E27FC236}">
                  <a16:creationId xmlns:a16="http://schemas.microsoft.com/office/drawing/2014/main" id="{5640A939-552D-BF5F-71B1-23343866A640}"/>
                </a:ext>
              </a:extLst>
            </p:cNvPr>
            <p:cNvSpPr/>
            <p:nvPr>
              <p:custDataLst>
                <p:tags r:id="rId170"/>
              </p:custDataLst>
            </p:nvPr>
          </p:nvSpPr>
          <p:spPr bwMode="auto">
            <a:xfrm>
              <a:off x="3869" y="3074"/>
              <a:ext cx="12" cy="10"/>
            </a:xfrm>
            <a:custGeom>
              <a:avLst/>
              <a:gdLst>
                <a:gd name="T0" fmla="*/ 0 w 34"/>
                <a:gd name="T1" fmla="*/ 0 h 36"/>
                <a:gd name="T2" fmla="*/ 0 w 34"/>
                <a:gd name="T3" fmla="*/ 0 h 36"/>
                <a:gd name="T4" fmla="*/ 0 w 34"/>
                <a:gd name="T5" fmla="*/ 0 h 36"/>
                <a:gd name="T6" fmla="*/ 0 w 34"/>
                <a:gd name="T7" fmla="*/ 0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 h="36">
                  <a:moveTo>
                    <a:pt x="0" y="11"/>
                  </a:moveTo>
                  <a:lnTo>
                    <a:pt x="12" y="36"/>
                  </a:lnTo>
                  <a:lnTo>
                    <a:pt x="34" y="0"/>
                  </a:lnTo>
                  <a:lnTo>
                    <a:pt x="0" y="11"/>
                  </a:lnTo>
                  <a:close/>
                </a:path>
              </a:pathLst>
            </a:custGeom>
            <a:grpFill/>
            <a:ln w="3175">
              <a:solidFill>
                <a:schemeClr val="bg1"/>
              </a:solidFill>
              <a:prstDash val="solid"/>
              <a:round/>
            </a:ln>
          </p:spPr>
          <p:txBody>
            <a:bodyPr/>
            <a:lstStyle/>
            <a:p>
              <a:endParaRPr lang="en-US" dirty="0"/>
            </a:p>
          </p:txBody>
        </p:sp>
        <p:sp>
          <p:nvSpPr>
            <p:cNvPr id="175" name="22109432.5411.87517.2517.55">
              <a:extLst>
                <a:ext uri="{FF2B5EF4-FFF2-40B4-BE49-F238E27FC236}">
                  <a16:creationId xmlns:a16="http://schemas.microsoft.com/office/drawing/2014/main" id="{6D07E352-F792-908E-AE91-7FE141FA6CC6}"/>
                </a:ext>
              </a:extLst>
            </p:cNvPr>
            <p:cNvSpPr/>
            <p:nvPr>
              <p:custDataLst>
                <p:tags r:id="rId171"/>
              </p:custDataLst>
            </p:nvPr>
          </p:nvSpPr>
          <p:spPr bwMode="auto">
            <a:xfrm>
              <a:off x="3956" y="3217"/>
              <a:ext cx="101" cy="100"/>
            </a:xfrm>
            <a:custGeom>
              <a:avLst/>
              <a:gdLst>
                <a:gd name="T0" fmla="*/ 0 w 313"/>
                <a:gd name="T1" fmla="*/ 0 h 310"/>
                <a:gd name="T2" fmla="*/ 0 w 313"/>
                <a:gd name="T3" fmla="*/ 0 h 310"/>
                <a:gd name="T4" fmla="*/ 0 w 313"/>
                <a:gd name="T5" fmla="*/ 0 h 310"/>
                <a:gd name="T6" fmla="*/ 0 w 313"/>
                <a:gd name="T7" fmla="*/ 0 h 310"/>
                <a:gd name="T8" fmla="*/ 0 w 313"/>
                <a:gd name="T9" fmla="*/ 0 h 310"/>
                <a:gd name="T10" fmla="*/ 0 w 313"/>
                <a:gd name="T11" fmla="*/ 0 h 310"/>
                <a:gd name="T12" fmla="*/ 0 w 313"/>
                <a:gd name="T13" fmla="*/ 0 h 310"/>
                <a:gd name="T14" fmla="*/ 0 w 313"/>
                <a:gd name="T15" fmla="*/ 0 h 310"/>
                <a:gd name="T16" fmla="*/ 0 w 313"/>
                <a:gd name="T17" fmla="*/ 0 h 310"/>
                <a:gd name="T18" fmla="*/ 0 w 313"/>
                <a:gd name="T19" fmla="*/ 0 h 310"/>
                <a:gd name="T20" fmla="*/ 0 w 313"/>
                <a:gd name="T21" fmla="*/ 0 h 310"/>
                <a:gd name="T22" fmla="*/ 0 w 313"/>
                <a:gd name="T23" fmla="*/ 0 h 310"/>
                <a:gd name="T24" fmla="*/ 0 w 313"/>
                <a:gd name="T25" fmla="*/ 0 h 310"/>
                <a:gd name="T26" fmla="*/ 0 w 313"/>
                <a:gd name="T27" fmla="*/ 0 h 310"/>
                <a:gd name="T28" fmla="*/ 0 w 313"/>
                <a:gd name="T29" fmla="*/ 0 h 3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13" h="310">
                  <a:moveTo>
                    <a:pt x="0" y="238"/>
                  </a:moveTo>
                  <a:lnTo>
                    <a:pt x="0" y="145"/>
                  </a:lnTo>
                  <a:lnTo>
                    <a:pt x="34" y="143"/>
                  </a:lnTo>
                  <a:lnTo>
                    <a:pt x="34" y="24"/>
                  </a:lnTo>
                  <a:lnTo>
                    <a:pt x="99" y="10"/>
                  </a:lnTo>
                  <a:lnTo>
                    <a:pt x="120" y="31"/>
                  </a:lnTo>
                  <a:lnTo>
                    <a:pt x="175" y="0"/>
                  </a:lnTo>
                  <a:lnTo>
                    <a:pt x="268" y="128"/>
                  </a:lnTo>
                  <a:lnTo>
                    <a:pt x="313" y="150"/>
                  </a:lnTo>
                  <a:lnTo>
                    <a:pt x="187" y="267"/>
                  </a:lnTo>
                  <a:lnTo>
                    <a:pt x="114" y="267"/>
                  </a:lnTo>
                  <a:lnTo>
                    <a:pt x="74" y="308"/>
                  </a:lnTo>
                  <a:lnTo>
                    <a:pt x="28" y="310"/>
                  </a:lnTo>
                  <a:lnTo>
                    <a:pt x="29" y="273"/>
                  </a:lnTo>
                  <a:lnTo>
                    <a:pt x="0" y="238"/>
                  </a:lnTo>
                  <a:close/>
                </a:path>
              </a:pathLst>
            </a:custGeom>
            <a:grpFill/>
            <a:ln w="3175">
              <a:solidFill>
                <a:schemeClr val="bg1"/>
              </a:solidFill>
              <a:prstDash val="solid"/>
              <a:round/>
            </a:ln>
          </p:spPr>
          <p:txBody>
            <a:bodyPr/>
            <a:lstStyle/>
            <a:p>
              <a:endParaRPr lang="en-US" dirty="0"/>
            </a:p>
          </p:txBody>
        </p:sp>
        <p:sp>
          <p:nvSpPr>
            <p:cNvPr id="176" name="22110403.254293.753.255">
              <a:extLst>
                <a:ext uri="{FF2B5EF4-FFF2-40B4-BE49-F238E27FC236}">
                  <a16:creationId xmlns:a16="http://schemas.microsoft.com/office/drawing/2014/main" id="{837FA9FF-A78E-C842-0013-52BB62E606FD}"/>
                </a:ext>
              </a:extLst>
            </p:cNvPr>
            <p:cNvSpPr/>
            <p:nvPr>
              <p:custDataLst>
                <p:tags r:id="rId172"/>
              </p:custDataLst>
            </p:nvPr>
          </p:nvSpPr>
          <p:spPr bwMode="auto">
            <a:xfrm>
              <a:off x="4055" y="3048"/>
              <a:ext cx="19" cy="21"/>
            </a:xfrm>
            <a:custGeom>
              <a:avLst/>
              <a:gdLst>
                <a:gd name="T0" fmla="*/ 0 w 58"/>
                <a:gd name="T1" fmla="*/ 0 h 66"/>
                <a:gd name="T2" fmla="*/ 0 w 58"/>
                <a:gd name="T3" fmla="*/ 0 h 66"/>
                <a:gd name="T4" fmla="*/ 0 w 58"/>
                <a:gd name="T5" fmla="*/ 0 h 66"/>
                <a:gd name="T6" fmla="*/ 0 w 58"/>
                <a:gd name="T7" fmla="*/ 0 h 66"/>
                <a:gd name="T8" fmla="*/ 0 w 58"/>
                <a:gd name="T9" fmla="*/ 0 h 66"/>
                <a:gd name="T10" fmla="*/ 0 w 58"/>
                <a:gd name="T11" fmla="*/ 0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66">
                  <a:moveTo>
                    <a:pt x="0" y="9"/>
                  </a:moveTo>
                  <a:lnTo>
                    <a:pt x="7" y="34"/>
                  </a:lnTo>
                  <a:lnTo>
                    <a:pt x="20" y="66"/>
                  </a:lnTo>
                  <a:lnTo>
                    <a:pt x="58" y="27"/>
                  </a:lnTo>
                  <a:lnTo>
                    <a:pt x="55" y="0"/>
                  </a:lnTo>
                  <a:lnTo>
                    <a:pt x="0" y="9"/>
                  </a:lnTo>
                  <a:close/>
                </a:path>
              </a:pathLst>
            </a:custGeom>
            <a:grpFill/>
            <a:ln w="3175">
              <a:solidFill>
                <a:schemeClr val="bg1"/>
              </a:solidFill>
              <a:prstDash val="solid"/>
              <a:round/>
            </a:ln>
          </p:spPr>
          <p:txBody>
            <a:bodyPr/>
            <a:lstStyle/>
            <a:p>
              <a:endParaRPr lang="en-US" dirty="0"/>
            </a:p>
          </p:txBody>
        </p:sp>
        <p:sp>
          <p:nvSpPr>
            <p:cNvPr id="177" name="22111372.25390.2523.87514.3755">
              <a:extLst>
                <a:ext uri="{FF2B5EF4-FFF2-40B4-BE49-F238E27FC236}">
                  <a16:creationId xmlns:a16="http://schemas.microsoft.com/office/drawing/2014/main" id="{9128CCC3-4A2B-DC4D-D356-F5ADC1B1F687}"/>
                </a:ext>
              </a:extLst>
            </p:cNvPr>
            <p:cNvSpPr/>
            <p:nvPr>
              <p:custDataLst>
                <p:tags r:id="rId173"/>
              </p:custDataLst>
            </p:nvPr>
          </p:nvSpPr>
          <p:spPr bwMode="auto">
            <a:xfrm>
              <a:off x="3831" y="2868"/>
              <a:ext cx="83" cy="138"/>
            </a:xfrm>
            <a:custGeom>
              <a:avLst/>
              <a:gdLst>
                <a:gd name="T0" fmla="*/ 0 w 115"/>
                <a:gd name="T1" fmla="*/ 1 h 191"/>
                <a:gd name="T2" fmla="*/ 1 w 115"/>
                <a:gd name="T3" fmla="*/ 1 h 191"/>
                <a:gd name="T4" fmla="*/ 1 w 115"/>
                <a:gd name="T5" fmla="*/ 1 h 191"/>
                <a:gd name="T6" fmla="*/ 1 w 115"/>
                <a:gd name="T7" fmla="*/ 1 h 191"/>
                <a:gd name="T8" fmla="*/ 1 w 115"/>
                <a:gd name="T9" fmla="*/ 1 h 191"/>
                <a:gd name="T10" fmla="*/ 1 w 115"/>
                <a:gd name="T11" fmla="*/ 1 h 191"/>
                <a:gd name="T12" fmla="*/ 1 w 115"/>
                <a:gd name="T13" fmla="*/ 0 h 191"/>
                <a:gd name="T14" fmla="*/ 1 w 115"/>
                <a:gd name="T15" fmla="*/ 1 h 191"/>
                <a:gd name="T16" fmla="*/ 1 w 115"/>
                <a:gd name="T17" fmla="*/ 1 h 191"/>
                <a:gd name="T18" fmla="*/ 1 w 115"/>
                <a:gd name="T19" fmla="*/ 1 h 191"/>
                <a:gd name="T20" fmla="*/ 1 w 115"/>
                <a:gd name="T21" fmla="*/ 1 h 191"/>
                <a:gd name="T22" fmla="*/ 1 w 115"/>
                <a:gd name="T23" fmla="*/ 1 h 191"/>
                <a:gd name="T24" fmla="*/ 1 w 115"/>
                <a:gd name="T25" fmla="*/ 1 h 191"/>
                <a:gd name="T26" fmla="*/ 1 w 115"/>
                <a:gd name="T27" fmla="*/ 1 h 191"/>
                <a:gd name="T28" fmla="*/ 1 w 115"/>
                <a:gd name="T29" fmla="*/ 1 h 191"/>
                <a:gd name="T30" fmla="*/ 1 w 115"/>
                <a:gd name="T31" fmla="*/ 1 h 191"/>
                <a:gd name="T32" fmla="*/ 1 w 115"/>
                <a:gd name="T33" fmla="*/ 1 h 191"/>
                <a:gd name="T34" fmla="*/ 1 w 115"/>
                <a:gd name="T35" fmla="*/ 1 h 191"/>
                <a:gd name="T36" fmla="*/ 1 w 115"/>
                <a:gd name="T37" fmla="*/ 1 h 191"/>
                <a:gd name="T38" fmla="*/ 0 w 115"/>
                <a:gd name="T39" fmla="*/ 1 h 19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15" h="191">
                  <a:moveTo>
                    <a:pt x="0" y="143"/>
                  </a:moveTo>
                  <a:lnTo>
                    <a:pt x="16" y="111"/>
                  </a:lnTo>
                  <a:lnTo>
                    <a:pt x="44" y="116"/>
                  </a:lnTo>
                  <a:lnTo>
                    <a:pt x="75" y="50"/>
                  </a:lnTo>
                  <a:lnTo>
                    <a:pt x="90" y="38"/>
                  </a:lnTo>
                  <a:lnTo>
                    <a:pt x="72" y="6"/>
                  </a:lnTo>
                  <a:lnTo>
                    <a:pt x="73" y="0"/>
                  </a:lnTo>
                  <a:lnTo>
                    <a:pt x="99" y="9"/>
                  </a:lnTo>
                  <a:lnTo>
                    <a:pt x="91" y="23"/>
                  </a:lnTo>
                  <a:lnTo>
                    <a:pt x="102" y="63"/>
                  </a:lnTo>
                  <a:lnTo>
                    <a:pt x="84" y="71"/>
                  </a:lnTo>
                  <a:lnTo>
                    <a:pt x="105" y="103"/>
                  </a:lnTo>
                  <a:lnTo>
                    <a:pt x="91" y="142"/>
                  </a:lnTo>
                  <a:lnTo>
                    <a:pt x="115" y="170"/>
                  </a:lnTo>
                  <a:lnTo>
                    <a:pt x="112" y="191"/>
                  </a:lnTo>
                  <a:lnTo>
                    <a:pt x="73" y="182"/>
                  </a:lnTo>
                  <a:lnTo>
                    <a:pt x="43" y="181"/>
                  </a:lnTo>
                  <a:lnTo>
                    <a:pt x="18" y="182"/>
                  </a:lnTo>
                  <a:lnTo>
                    <a:pt x="17" y="154"/>
                  </a:lnTo>
                  <a:lnTo>
                    <a:pt x="0" y="143"/>
                  </a:lnTo>
                  <a:close/>
                </a:path>
              </a:pathLst>
            </a:custGeom>
            <a:grpFill/>
            <a:ln w="3175">
              <a:solidFill>
                <a:schemeClr val="bg1"/>
              </a:solidFill>
              <a:prstDash val="solid"/>
              <a:round/>
            </a:ln>
          </p:spPr>
          <p:txBody>
            <a:bodyPr/>
            <a:lstStyle/>
            <a:p>
              <a:endParaRPr lang="en-US" dirty="0"/>
            </a:p>
          </p:txBody>
        </p:sp>
        <p:sp>
          <p:nvSpPr>
            <p:cNvPr id="178" name="22112378.5401.7515.12524.55">
              <a:extLst>
                <a:ext uri="{FF2B5EF4-FFF2-40B4-BE49-F238E27FC236}">
                  <a16:creationId xmlns:a16="http://schemas.microsoft.com/office/drawing/2014/main" id="{FF1DBE3A-86E1-590F-3FC4-7AE5FAB60488}"/>
                </a:ext>
              </a:extLst>
            </p:cNvPr>
            <p:cNvSpPr/>
            <p:nvPr>
              <p:custDataLst>
                <p:tags r:id="rId174"/>
              </p:custDataLst>
            </p:nvPr>
          </p:nvSpPr>
          <p:spPr bwMode="auto">
            <a:xfrm>
              <a:off x="3898" y="2904"/>
              <a:ext cx="141" cy="88"/>
            </a:xfrm>
            <a:custGeom>
              <a:avLst/>
              <a:gdLst>
                <a:gd name="T0" fmla="*/ 0 w 436"/>
                <a:gd name="T1" fmla="*/ 0 h 269"/>
                <a:gd name="T2" fmla="*/ 0 w 436"/>
                <a:gd name="T3" fmla="*/ 0 h 269"/>
                <a:gd name="T4" fmla="*/ 0 w 436"/>
                <a:gd name="T5" fmla="*/ 0 h 269"/>
                <a:gd name="T6" fmla="*/ 0 w 436"/>
                <a:gd name="T7" fmla="*/ 0 h 269"/>
                <a:gd name="T8" fmla="*/ 0 w 436"/>
                <a:gd name="T9" fmla="*/ 0 h 269"/>
                <a:gd name="T10" fmla="*/ 0 w 436"/>
                <a:gd name="T11" fmla="*/ 0 h 269"/>
                <a:gd name="T12" fmla="*/ 0 w 436"/>
                <a:gd name="T13" fmla="*/ 0 h 269"/>
                <a:gd name="T14" fmla="*/ 0 w 436"/>
                <a:gd name="T15" fmla="*/ 0 h 269"/>
                <a:gd name="T16" fmla="*/ 0 w 436"/>
                <a:gd name="T17" fmla="*/ 0 h 269"/>
                <a:gd name="T18" fmla="*/ 0 w 436"/>
                <a:gd name="T19" fmla="*/ 0 h 269"/>
                <a:gd name="T20" fmla="*/ 0 w 436"/>
                <a:gd name="T21" fmla="*/ 0 h 269"/>
                <a:gd name="T22" fmla="*/ 0 w 436"/>
                <a:gd name="T23" fmla="*/ 0 h 269"/>
                <a:gd name="T24" fmla="*/ 0 w 436"/>
                <a:gd name="T25" fmla="*/ 0 h 269"/>
                <a:gd name="T26" fmla="*/ 0 w 436"/>
                <a:gd name="T27" fmla="*/ 0 h 269"/>
                <a:gd name="T28" fmla="*/ 0 w 436"/>
                <a:gd name="T29" fmla="*/ 0 h 2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36" h="269">
                  <a:moveTo>
                    <a:pt x="0" y="205"/>
                  </a:moveTo>
                  <a:lnTo>
                    <a:pt x="31" y="120"/>
                  </a:lnTo>
                  <a:lnTo>
                    <a:pt x="139" y="98"/>
                  </a:lnTo>
                  <a:lnTo>
                    <a:pt x="150" y="70"/>
                  </a:lnTo>
                  <a:lnTo>
                    <a:pt x="200" y="60"/>
                  </a:lnTo>
                  <a:lnTo>
                    <a:pt x="274" y="0"/>
                  </a:lnTo>
                  <a:lnTo>
                    <a:pt x="299" y="71"/>
                  </a:lnTo>
                  <a:lnTo>
                    <a:pt x="355" y="98"/>
                  </a:lnTo>
                  <a:lnTo>
                    <a:pt x="436" y="195"/>
                  </a:lnTo>
                  <a:lnTo>
                    <a:pt x="234" y="223"/>
                  </a:lnTo>
                  <a:lnTo>
                    <a:pt x="168" y="195"/>
                  </a:lnTo>
                  <a:lnTo>
                    <a:pt x="139" y="243"/>
                  </a:lnTo>
                  <a:lnTo>
                    <a:pt x="81" y="243"/>
                  </a:lnTo>
                  <a:lnTo>
                    <a:pt x="53" y="269"/>
                  </a:lnTo>
                  <a:lnTo>
                    <a:pt x="0" y="205"/>
                  </a:lnTo>
                  <a:close/>
                </a:path>
              </a:pathLst>
            </a:custGeom>
            <a:grpFill/>
            <a:ln w="3175">
              <a:solidFill>
                <a:schemeClr val="bg1"/>
              </a:solidFill>
              <a:prstDash val="solid"/>
              <a:round/>
            </a:ln>
          </p:spPr>
          <p:txBody>
            <a:bodyPr/>
            <a:lstStyle/>
            <a:p>
              <a:endParaRPr lang="en-US" dirty="0"/>
            </a:p>
          </p:txBody>
        </p:sp>
        <p:sp>
          <p:nvSpPr>
            <p:cNvPr id="179" name="22113354.5399.62530.62520.1255">
              <a:extLst>
                <a:ext uri="{FF2B5EF4-FFF2-40B4-BE49-F238E27FC236}">
                  <a16:creationId xmlns:a16="http://schemas.microsoft.com/office/drawing/2014/main" id="{5D6C2D37-8418-E29E-CAA0-E3646A9E7592}"/>
                </a:ext>
              </a:extLst>
            </p:cNvPr>
            <p:cNvSpPr/>
            <p:nvPr>
              <p:custDataLst>
                <p:tags r:id="rId175"/>
              </p:custDataLst>
            </p:nvPr>
          </p:nvSpPr>
          <p:spPr bwMode="auto">
            <a:xfrm>
              <a:off x="3885" y="2766"/>
              <a:ext cx="117" cy="177"/>
            </a:xfrm>
            <a:custGeom>
              <a:avLst/>
              <a:gdLst>
                <a:gd name="T0" fmla="*/ 0 w 357"/>
                <a:gd name="T1" fmla="*/ 0 h 547"/>
                <a:gd name="T2" fmla="*/ 0 w 357"/>
                <a:gd name="T3" fmla="*/ 0 h 547"/>
                <a:gd name="T4" fmla="*/ 0 w 357"/>
                <a:gd name="T5" fmla="*/ 0 h 547"/>
                <a:gd name="T6" fmla="*/ 0 w 357"/>
                <a:gd name="T7" fmla="*/ 0 h 547"/>
                <a:gd name="T8" fmla="*/ 0 w 357"/>
                <a:gd name="T9" fmla="*/ 0 h 547"/>
                <a:gd name="T10" fmla="*/ 0 w 357"/>
                <a:gd name="T11" fmla="*/ 0 h 547"/>
                <a:gd name="T12" fmla="*/ 0 w 357"/>
                <a:gd name="T13" fmla="*/ 0 h 547"/>
                <a:gd name="T14" fmla="*/ 0 w 357"/>
                <a:gd name="T15" fmla="*/ 0 h 547"/>
                <a:gd name="T16" fmla="*/ 0 w 357"/>
                <a:gd name="T17" fmla="*/ 0 h 547"/>
                <a:gd name="T18" fmla="*/ 0 w 357"/>
                <a:gd name="T19" fmla="*/ 0 h 547"/>
                <a:gd name="T20" fmla="*/ 0 w 357"/>
                <a:gd name="T21" fmla="*/ 0 h 547"/>
                <a:gd name="T22" fmla="*/ 0 w 357"/>
                <a:gd name="T23" fmla="*/ 0 h 547"/>
                <a:gd name="T24" fmla="*/ 0 w 357"/>
                <a:gd name="T25" fmla="*/ 0 h 547"/>
                <a:gd name="T26" fmla="*/ 0 w 357"/>
                <a:gd name="T27" fmla="*/ 0 h 547"/>
                <a:gd name="T28" fmla="*/ 0 w 357"/>
                <a:gd name="T29" fmla="*/ 0 h 547"/>
                <a:gd name="T30" fmla="*/ 0 w 357"/>
                <a:gd name="T31" fmla="*/ 0 h 547"/>
                <a:gd name="T32" fmla="*/ 0 w 357"/>
                <a:gd name="T33" fmla="*/ 0 h 547"/>
                <a:gd name="T34" fmla="*/ 0 w 357"/>
                <a:gd name="T35" fmla="*/ 0 h 547"/>
                <a:gd name="T36" fmla="*/ 0 w 357"/>
                <a:gd name="T37" fmla="*/ 0 h 547"/>
                <a:gd name="T38" fmla="*/ 0 w 357"/>
                <a:gd name="T39" fmla="*/ 0 h 54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57" h="547">
                  <a:moveTo>
                    <a:pt x="0" y="313"/>
                  </a:moveTo>
                  <a:lnTo>
                    <a:pt x="52" y="340"/>
                  </a:lnTo>
                  <a:lnTo>
                    <a:pt x="38" y="368"/>
                  </a:lnTo>
                  <a:lnTo>
                    <a:pt x="63" y="458"/>
                  </a:lnTo>
                  <a:lnTo>
                    <a:pt x="22" y="475"/>
                  </a:lnTo>
                  <a:lnTo>
                    <a:pt x="69" y="547"/>
                  </a:lnTo>
                  <a:lnTo>
                    <a:pt x="177" y="525"/>
                  </a:lnTo>
                  <a:lnTo>
                    <a:pt x="188" y="497"/>
                  </a:lnTo>
                  <a:lnTo>
                    <a:pt x="238" y="487"/>
                  </a:lnTo>
                  <a:lnTo>
                    <a:pt x="312" y="427"/>
                  </a:lnTo>
                  <a:lnTo>
                    <a:pt x="286" y="361"/>
                  </a:lnTo>
                  <a:lnTo>
                    <a:pt x="321" y="271"/>
                  </a:lnTo>
                  <a:lnTo>
                    <a:pt x="356" y="265"/>
                  </a:lnTo>
                  <a:lnTo>
                    <a:pt x="357" y="138"/>
                  </a:lnTo>
                  <a:lnTo>
                    <a:pt x="89" y="0"/>
                  </a:lnTo>
                  <a:lnTo>
                    <a:pt x="55" y="14"/>
                  </a:lnTo>
                  <a:lnTo>
                    <a:pt x="55" y="68"/>
                  </a:lnTo>
                  <a:lnTo>
                    <a:pt x="89" y="105"/>
                  </a:lnTo>
                  <a:lnTo>
                    <a:pt x="69" y="225"/>
                  </a:lnTo>
                  <a:lnTo>
                    <a:pt x="0" y="313"/>
                  </a:lnTo>
                  <a:close/>
                </a:path>
              </a:pathLst>
            </a:custGeom>
            <a:grpFill/>
            <a:ln w="3175">
              <a:solidFill>
                <a:schemeClr val="bg1"/>
              </a:solidFill>
              <a:prstDash val="solid"/>
              <a:round/>
            </a:ln>
          </p:spPr>
          <p:txBody>
            <a:bodyPr/>
            <a:lstStyle/>
            <a:p>
              <a:endParaRPr lang="en-US" dirty="0"/>
            </a:p>
          </p:txBody>
        </p:sp>
        <p:sp>
          <p:nvSpPr>
            <p:cNvPr id="180" name="22114392.125395.516.12514.1255">
              <a:extLst>
                <a:ext uri="{FF2B5EF4-FFF2-40B4-BE49-F238E27FC236}">
                  <a16:creationId xmlns:a16="http://schemas.microsoft.com/office/drawing/2014/main" id="{AA64AAC4-065F-A7AD-ECCA-B59FB70F7F44}"/>
                </a:ext>
              </a:extLst>
            </p:cNvPr>
            <p:cNvSpPr/>
            <p:nvPr>
              <p:custDataLst>
                <p:tags r:id="rId176"/>
              </p:custDataLst>
            </p:nvPr>
          </p:nvSpPr>
          <p:spPr bwMode="auto">
            <a:xfrm>
              <a:off x="3861" y="2983"/>
              <a:ext cx="82" cy="93"/>
            </a:xfrm>
            <a:custGeom>
              <a:avLst/>
              <a:gdLst>
                <a:gd name="T0" fmla="*/ 0 w 251"/>
                <a:gd name="T1" fmla="*/ 0 h 289"/>
                <a:gd name="T2" fmla="*/ 0 w 251"/>
                <a:gd name="T3" fmla="*/ 0 h 289"/>
                <a:gd name="T4" fmla="*/ 0 w 251"/>
                <a:gd name="T5" fmla="*/ 0 h 289"/>
                <a:gd name="T6" fmla="*/ 0 w 251"/>
                <a:gd name="T7" fmla="*/ 0 h 289"/>
                <a:gd name="T8" fmla="*/ 0 w 251"/>
                <a:gd name="T9" fmla="*/ 0 h 289"/>
                <a:gd name="T10" fmla="*/ 0 w 251"/>
                <a:gd name="T11" fmla="*/ 0 h 289"/>
                <a:gd name="T12" fmla="*/ 0 w 251"/>
                <a:gd name="T13" fmla="*/ 0 h 289"/>
                <a:gd name="T14" fmla="*/ 0 w 251"/>
                <a:gd name="T15" fmla="*/ 0 h 289"/>
                <a:gd name="T16" fmla="*/ 0 w 251"/>
                <a:gd name="T17" fmla="*/ 0 h 289"/>
                <a:gd name="T18" fmla="*/ 0 w 251"/>
                <a:gd name="T19" fmla="*/ 0 h 289"/>
                <a:gd name="T20" fmla="*/ 0 w 251"/>
                <a:gd name="T21" fmla="*/ 0 h 289"/>
                <a:gd name="T22" fmla="*/ 0 w 251"/>
                <a:gd name="T23" fmla="*/ 0 h 289"/>
                <a:gd name="T24" fmla="*/ 0 w 251"/>
                <a:gd name="T25" fmla="*/ 0 h 289"/>
                <a:gd name="T26" fmla="*/ 0 w 251"/>
                <a:gd name="T27" fmla="*/ 0 h 289"/>
                <a:gd name="T28" fmla="*/ 0 w 251"/>
                <a:gd name="T29" fmla="*/ 0 h 289"/>
                <a:gd name="T30" fmla="*/ 0 w 251"/>
                <a:gd name="T31" fmla="*/ 0 h 289"/>
                <a:gd name="T32" fmla="*/ 0 w 251"/>
                <a:gd name="T33" fmla="*/ 0 h 28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1" h="289">
                  <a:moveTo>
                    <a:pt x="0" y="253"/>
                  </a:moveTo>
                  <a:lnTo>
                    <a:pt x="26" y="289"/>
                  </a:lnTo>
                  <a:lnTo>
                    <a:pt x="60" y="278"/>
                  </a:lnTo>
                  <a:lnTo>
                    <a:pt x="111" y="281"/>
                  </a:lnTo>
                  <a:lnTo>
                    <a:pt x="158" y="251"/>
                  </a:lnTo>
                  <a:lnTo>
                    <a:pt x="170" y="193"/>
                  </a:lnTo>
                  <a:lnTo>
                    <a:pt x="220" y="145"/>
                  </a:lnTo>
                  <a:lnTo>
                    <a:pt x="251" y="0"/>
                  </a:lnTo>
                  <a:lnTo>
                    <a:pt x="193" y="0"/>
                  </a:lnTo>
                  <a:lnTo>
                    <a:pt x="165" y="26"/>
                  </a:lnTo>
                  <a:lnTo>
                    <a:pt x="159" y="72"/>
                  </a:lnTo>
                  <a:lnTo>
                    <a:pt x="71" y="51"/>
                  </a:lnTo>
                  <a:lnTo>
                    <a:pt x="68" y="81"/>
                  </a:lnTo>
                  <a:lnTo>
                    <a:pt x="104" y="84"/>
                  </a:lnTo>
                  <a:lnTo>
                    <a:pt x="93" y="198"/>
                  </a:lnTo>
                  <a:lnTo>
                    <a:pt x="49" y="185"/>
                  </a:lnTo>
                  <a:lnTo>
                    <a:pt x="0" y="253"/>
                  </a:lnTo>
                  <a:close/>
                </a:path>
              </a:pathLst>
            </a:custGeom>
            <a:grpFill/>
            <a:ln w="3175">
              <a:solidFill>
                <a:schemeClr val="bg1"/>
              </a:solidFill>
              <a:prstDash val="solid"/>
              <a:round/>
            </a:ln>
          </p:spPr>
          <p:txBody>
            <a:bodyPr/>
            <a:lstStyle/>
            <a:p>
              <a:endParaRPr lang="en-US" dirty="0"/>
            </a:p>
          </p:txBody>
        </p:sp>
        <p:sp>
          <p:nvSpPr>
            <p:cNvPr id="181" name="22115389.5397.62534.2535.55">
              <a:extLst>
                <a:ext uri="{FF2B5EF4-FFF2-40B4-BE49-F238E27FC236}">
                  <a16:creationId xmlns:a16="http://schemas.microsoft.com/office/drawing/2014/main" id="{226FACF2-7F16-D0FE-57C9-42DD88F89D39}"/>
                </a:ext>
              </a:extLst>
            </p:cNvPr>
            <p:cNvSpPr/>
            <p:nvPr>
              <p:custDataLst>
                <p:tags r:id="rId177"/>
              </p:custDataLst>
            </p:nvPr>
          </p:nvSpPr>
          <p:spPr bwMode="auto">
            <a:xfrm>
              <a:off x="3874" y="2968"/>
              <a:ext cx="205" cy="198"/>
            </a:xfrm>
            <a:custGeom>
              <a:avLst/>
              <a:gdLst>
                <a:gd name="T0" fmla="*/ 0 w 634"/>
                <a:gd name="T1" fmla="*/ 0 h 611"/>
                <a:gd name="T2" fmla="*/ 0 w 634"/>
                <a:gd name="T3" fmla="*/ 0 h 611"/>
                <a:gd name="T4" fmla="*/ 0 w 634"/>
                <a:gd name="T5" fmla="*/ 0 h 611"/>
                <a:gd name="T6" fmla="*/ 0 w 634"/>
                <a:gd name="T7" fmla="*/ 0 h 611"/>
                <a:gd name="T8" fmla="*/ 0 w 634"/>
                <a:gd name="T9" fmla="*/ 0 h 611"/>
                <a:gd name="T10" fmla="*/ 0 w 634"/>
                <a:gd name="T11" fmla="*/ 0 h 611"/>
                <a:gd name="T12" fmla="*/ 0 w 634"/>
                <a:gd name="T13" fmla="*/ 0 h 611"/>
                <a:gd name="T14" fmla="*/ 0 w 634"/>
                <a:gd name="T15" fmla="*/ 0 h 611"/>
                <a:gd name="T16" fmla="*/ 0 w 634"/>
                <a:gd name="T17" fmla="*/ 0 h 611"/>
                <a:gd name="T18" fmla="*/ 0 w 634"/>
                <a:gd name="T19" fmla="*/ 0 h 611"/>
                <a:gd name="T20" fmla="*/ 0 w 634"/>
                <a:gd name="T21" fmla="*/ 0 h 611"/>
                <a:gd name="T22" fmla="*/ 0 w 634"/>
                <a:gd name="T23" fmla="*/ 0 h 611"/>
                <a:gd name="T24" fmla="*/ 0 w 634"/>
                <a:gd name="T25" fmla="*/ 0 h 611"/>
                <a:gd name="T26" fmla="*/ 0 w 634"/>
                <a:gd name="T27" fmla="*/ 0 h 611"/>
                <a:gd name="T28" fmla="*/ 0 w 634"/>
                <a:gd name="T29" fmla="*/ 0 h 611"/>
                <a:gd name="T30" fmla="*/ 0 w 634"/>
                <a:gd name="T31" fmla="*/ 0 h 611"/>
                <a:gd name="T32" fmla="*/ 0 w 634"/>
                <a:gd name="T33" fmla="*/ 0 h 611"/>
                <a:gd name="T34" fmla="*/ 0 w 634"/>
                <a:gd name="T35" fmla="*/ 0 h 611"/>
                <a:gd name="T36" fmla="*/ 0 w 634"/>
                <a:gd name="T37" fmla="*/ 0 h 611"/>
                <a:gd name="T38" fmla="*/ 0 w 634"/>
                <a:gd name="T39" fmla="*/ 0 h 611"/>
                <a:gd name="T40" fmla="*/ 0 w 634"/>
                <a:gd name="T41" fmla="*/ 0 h 611"/>
                <a:gd name="T42" fmla="*/ 0 w 634"/>
                <a:gd name="T43" fmla="*/ 0 h 611"/>
                <a:gd name="T44" fmla="*/ 0 w 634"/>
                <a:gd name="T45" fmla="*/ 0 h 611"/>
                <a:gd name="T46" fmla="*/ 0 w 634"/>
                <a:gd name="T47" fmla="*/ 0 h 611"/>
                <a:gd name="T48" fmla="*/ 0 w 634"/>
                <a:gd name="T49" fmla="*/ 0 h 611"/>
                <a:gd name="T50" fmla="*/ 0 w 634"/>
                <a:gd name="T51" fmla="*/ 0 h 611"/>
                <a:gd name="T52" fmla="*/ 0 w 634"/>
                <a:gd name="T53" fmla="*/ 0 h 611"/>
                <a:gd name="T54" fmla="*/ 0 w 634"/>
                <a:gd name="T55" fmla="*/ 0 h 611"/>
                <a:gd name="T56" fmla="*/ 0 w 634"/>
                <a:gd name="T57" fmla="*/ 0 h 611"/>
                <a:gd name="T58" fmla="*/ 0 w 634"/>
                <a:gd name="T59" fmla="*/ 0 h 611"/>
                <a:gd name="T60" fmla="*/ 0 w 634"/>
                <a:gd name="T61" fmla="*/ 0 h 611"/>
                <a:gd name="T62" fmla="*/ 0 w 634"/>
                <a:gd name="T63" fmla="*/ 0 h 6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34" h="611">
                  <a:moveTo>
                    <a:pt x="0" y="362"/>
                  </a:moveTo>
                  <a:lnTo>
                    <a:pt x="2" y="378"/>
                  </a:lnTo>
                  <a:lnTo>
                    <a:pt x="129" y="362"/>
                  </a:lnTo>
                  <a:lnTo>
                    <a:pt x="184" y="439"/>
                  </a:lnTo>
                  <a:lnTo>
                    <a:pt x="231" y="435"/>
                  </a:lnTo>
                  <a:lnTo>
                    <a:pt x="242" y="400"/>
                  </a:lnTo>
                  <a:lnTo>
                    <a:pt x="285" y="398"/>
                  </a:lnTo>
                  <a:lnTo>
                    <a:pt x="316" y="420"/>
                  </a:lnTo>
                  <a:lnTo>
                    <a:pt x="323" y="539"/>
                  </a:lnTo>
                  <a:lnTo>
                    <a:pt x="392" y="532"/>
                  </a:lnTo>
                  <a:lnTo>
                    <a:pt x="583" y="611"/>
                  </a:lnTo>
                  <a:lnTo>
                    <a:pt x="581" y="575"/>
                  </a:lnTo>
                  <a:lnTo>
                    <a:pt x="544" y="559"/>
                  </a:lnTo>
                  <a:lnTo>
                    <a:pt x="551" y="472"/>
                  </a:lnTo>
                  <a:lnTo>
                    <a:pt x="612" y="442"/>
                  </a:lnTo>
                  <a:lnTo>
                    <a:pt x="573" y="383"/>
                  </a:lnTo>
                  <a:lnTo>
                    <a:pt x="568" y="282"/>
                  </a:lnTo>
                  <a:lnTo>
                    <a:pt x="561" y="257"/>
                  </a:lnTo>
                  <a:lnTo>
                    <a:pt x="583" y="213"/>
                  </a:lnTo>
                  <a:lnTo>
                    <a:pt x="612" y="129"/>
                  </a:lnTo>
                  <a:lnTo>
                    <a:pt x="634" y="98"/>
                  </a:lnTo>
                  <a:lnTo>
                    <a:pt x="621" y="50"/>
                  </a:lnTo>
                  <a:lnTo>
                    <a:pt x="510" y="0"/>
                  </a:lnTo>
                  <a:lnTo>
                    <a:pt x="308" y="28"/>
                  </a:lnTo>
                  <a:lnTo>
                    <a:pt x="242" y="0"/>
                  </a:lnTo>
                  <a:lnTo>
                    <a:pt x="213" y="48"/>
                  </a:lnTo>
                  <a:lnTo>
                    <a:pt x="182" y="193"/>
                  </a:lnTo>
                  <a:lnTo>
                    <a:pt x="132" y="241"/>
                  </a:lnTo>
                  <a:lnTo>
                    <a:pt x="120" y="299"/>
                  </a:lnTo>
                  <a:lnTo>
                    <a:pt x="73" y="329"/>
                  </a:lnTo>
                  <a:lnTo>
                    <a:pt x="22" y="326"/>
                  </a:lnTo>
                  <a:lnTo>
                    <a:pt x="0" y="362"/>
                  </a:lnTo>
                  <a:close/>
                </a:path>
              </a:pathLst>
            </a:custGeom>
            <a:grpFill/>
            <a:ln w="3175">
              <a:solidFill>
                <a:schemeClr val="bg1"/>
              </a:solidFill>
              <a:prstDash val="solid"/>
              <a:round/>
            </a:ln>
          </p:spPr>
          <p:txBody>
            <a:bodyPr/>
            <a:lstStyle/>
            <a:p>
              <a:endParaRPr lang="en-US" dirty="0"/>
            </a:p>
          </p:txBody>
        </p:sp>
        <p:sp>
          <p:nvSpPr>
            <p:cNvPr id="182" name="22116329.625435.1252.3754.3755">
              <a:extLst>
                <a:ext uri="{FF2B5EF4-FFF2-40B4-BE49-F238E27FC236}">
                  <a16:creationId xmlns:a16="http://schemas.microsoft.com/office/drawing/2014/main" id="{55D810A3-AF5F-B6F8-9274-3128474644B9}"/>
                </a:ext>
              </a:extLst>
            </p:cNvPr>
            <p:cNvSpPr/>
            <p:nvPr>
              <p:custDataLst>
                <p:tags r:id="rId178"/>
              </p:custDataLst>
            </p:nvPr>
          </p:nvSpPr>
          <p:spPr bwMode="auto">
            <a:xfrm>
              <a:off x="4091" y="2622"/>
              <a:ext cx="25" cy="13"/>
            </a:xfrm>
            <a:custGeom>
              <a:avLst/>
              <a:gdLst>
                <a:gd name="T0" fmla="*/ 0 w 79"/>
                <a:gd name="T1" fmla="*/ 0 h 41"/>
                <a:gd name="T2" fmla="*/ 0 w 79"/>
                <a:gd name="T3" fmla="*/ 0 h 41"/>
                <a:gd name="T4" fmla="*/ 0 w 79"/>
                <a:gd name="T5" fmla="*/ 0 h 41"/>
                <a:gd name="T6" fmla="*/ 0 w 79"/>
                <a:gd name="T7" fmla="*/ 0 h 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 h="41">
                  <a:moveTo>
                    <a:pt x="0" y="22"/>
                  </a:moveTo>
                  <a:lnTo>
                    <a:pt x="28" y="41"/>
                  </a:lnTo>
                  <a:lnTo>
                    <a:pt x="79" y="0"/>
                  </a:lnTo>
                  <a:lnTo>
                    <a:pt x="0" y="22"/>
                  </a:lnTo>
                  <a:close/>
                </a:path>
              </a:pathLst>
            </a:custGeom>
            <a:grpFill/>
            <a:ln w="3175">
              <a:solidFill>
                <a:schemeClr val="bg1"/>
              </a:solidFill>
              <a:prstDash val="solid"/>
              <a:round/>
            </a:ln>
          </p:spPr>
          <p:txBody>
            <a:bodyPr/>
            <a:lstStyle/>
            <a:p>
              <a:endParaRPr lang="en-US" dirty="0"/>
            </a:p>
          </p:txBody>
        </p:sp>
        <p:sp>
          <p:nvSpPr>
            <p:cNvPr id="183" name="22117375.75376.2511.555">
              <a:extLst>
                <a:ext uri="{FF2B5EF4-FFF2-40B4-BE49-F238E27FC236}">
                  <a16:creationId xmlns:a16="http://schemas.microsoft.com/office/drawing/2014/main" id="{9D6B5443-871E-6573-AD6C-A63DEB3D8C68}"/>
                </a:ext>
              </a:extLst>
            </p:cNvPr>
            <p:cNvSpPr/>
            <p:nvPr>
              <p:custDataLst>
                <p:tags r:id="rId179"/>
              </p:custDataLst>
            </p:nvPr>
          </p:nvSpPr>
          <p:spPr bwMode="auto">
            <a:xfrm>
              <a:off x="3750" y="2888"/>
              <a:ext cx="29" cy="67"/>
            </a:xfrm>
            <a:custGeom>
              <a:avLst/>
              <a:gdLst>
                <a:gd name="T0" fmla="*/ 0 w 91"/>
                <a:gd name="T1" fmla="*/ 0 h 205"/>
                <a:gd name="T2" fmla="*/ 0 w 91"/>
                <a:gd name="T3" fmla="*/ 0 h 205"/>
                <a:gd name="T4" fmla="*/ 0 w 91"/>
                <a:gd name="T5" fmla="*/ 0 h 205"/>
                <a:gd name="T6" fmla="*/ 0 w 91"/>
                <a:gd name="T7" fmla="*/ 0 h 205"/>
                <a:gd name="T8" fmla="*/ 0 w 91"/>
                <a:gd name="T9" fmla="*/ 0 h 205"/>
                <a:gd name="T10" fmla="*/ 0 w 91"/>
                <a:gd name="T11" fmla="*/ 0 h 205"/>
                <a:gd name="T12" fmla="*/ 0 w 91"/>
                <a:gd name="T13" fmla="*/ 0 h 2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1" h="205">
                  <a:moveTo>
                    <a:pt x="0" y="49"/>
                  </a:moveTo>
                  <a:lnTo>
                    <a:pt x="36" y="205"/>
                  </a:lnTo>
                  <a:lnTo>
                    <a:pt x="65" y="203"/>
                  </a:lnTo>
                  <a:lnTo>
                    <a:pt x="91" y="23"/>
                  </a:lnTo>
                  <a:lnTo>
                    <a:pt x="65" y="0"/>
                  </a:lnTo>
                  <a:lnTo>
                    <a:pt x="49" y="15"/>
                  </a:lnTo>
                  <a:lnTo>
                    <a:pt x="0" y="49"/>
                  </a:lnTo>
                  <a:close/>
                </a:path>
              </a:pathLst>
            </a:custGeom>
            <a:grpFill/>
            <a:ln w="3175">
              <a:solidFill>
                <a:schemeClr val="bg1"/>
              </a:solidFill>
              <a:prstDash val="solid"/>
              <a:round/>
            </a:ln>
          </p:spPr>
          <p:txBody>
            <a:bodyPr/>
            <a:lstStyle/>
            <a:p>
              <a:endParaRPr lang="en-US" dirty="0"/>
            </a:p>
          </p:txBody>
        </p:sp>
        <p:sp>
          <p:nvSpPr>
            <p:cNvPr id="184" name="22118394.875392.252.3753.3755">
              <a:extLst>
                <a:ext uri="{FF2B5EF4-FFF2-40B4-BE49-F238E27FC236}">
                  <a16:creationId xmlns:a16="http://schemas.microsoft.com/office/drawing/2014/main" id="{1FFE01C2-4ECF-886C-02DA-FD7F3B681BFC}"/>
                </a:ext>
              </a:extLst>
            </p:cNvPr>
            <p:cNvSpPr/>
            <p:nvPr>
              <p:custDataLst>
                <p:tags r:id="rId180"/>
              </p:custDataLst>
            </p:nvPr>
          </p:nvSpPr>
          <p:spPr bwMode="auto">
            <a:xfrm>
              <a:off x="3843" y="2999"/>
              <a:ext cx="19" cy="14"/>
            </a:xfrm>
            <a:custGeom>
              <a:avLst/>
              <a:gdLst>
                <a:gd name="T0" fmla="*/ 0 w 61"/>
                <a:gd name="T1" fmla="*/ 0 h 41"/>
                <a:gd name="T2" fmla="*/ 0 w 61"/>
                <a:gd name="T3" fmla="*/ 0 h 41"/>
                <a:gd name="T4" fmla="*/ 0 w 61"/>
                <a:gd name="T5" fmla="*/ 0 h 41"/>
                <a:gd name="T6" fmla="*/ 0 w 61"/>
                <a:gd name="T7" fmla="*/ 0 h 41"/>
                <a:gd name="T8" fmla="*/ 0 w 61"/>
                <a:gd name="T9" fmla="*/ 0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41">
                  <a:moveTo>
                    <a:pt x="0" y="41"/>
                  </a:moveTo>
                  <a:lnTo>
                    <a:pt x="6" y="1"/>
                  </a:lnTo>
                  <a:lnTo>
                    <a:pt x="61" y="0"/>
                  </a:lnTo>
                  <a:lnTo>
                    <a:pt x="61" y="36"/>
                  </a:lnTo>
                  <a:lnTo>
                    <a:pt x="0" y="41"/>
                  </a:lnTo>
                  <a:close/>
                </a:path>
              </a:pathLst>
            </a:custGeom>
            <a:grpFill/>
            <a:ln w="3175">
              <a:solidFill>
                <a:schemeClr val="bg1"/>
              </a:solidFill>
              <a:prstDash val="solid"/>
              <a:round/>
            </a:ln>
          </p:spPr>
          <p:txBody>
            <a:bodyPr/>
            <a:lstStyle/>
            <a:p>
              <a:endParaRPr lang="en-US" dirty="0"/>
            </a:p>
          </p:txBody>
        </p:sp>
        <p:sp>
          <p:nvSpPr>
            <p:cNvPr id="185" name="22119365436.2527.528.3755">
              <a:extLst>
                <a:ext uri="{FF2B5EF4-FFF2-40B4-BE49-F238E27FC236}">
                  <a16:creationId xmlns:a16="http://schemas.microsoft.com/office/drawing/2014/main" id="{FB82F6B5-9E71-82E7-E2D3-261B16DB1A64}"/>
                </a:ext>
              </a:extLst>
            </p:cNvPr>
            <p:cNvSpPr/>
            <p:nvPr>
              <p:custDataLst>
                <p:tags r:id="rId181"/>
              </p:custDataLst>
            </p:nvPr>
          </p:nvSpPr>
          <p:spPr bwMode="auto">
            <a:xfrm>
              <a:off x="4097" y="2826"/>
              <a:ext cx="164" cy="159"/>
            </a:xfrm>
            <a:custGeom>
              <a:avLst/>
              <a:gdLst>
                <a:gd name="T0" fmla="*/ 0 w 504"/>
                <a:gd name="T1" fmla="*/ 0 h 489"/>
                <a:gd name="T2" fmla="*/ 0 w 504"/>
                <a:gd name="T3" fmla="*/ 0 h 489"/>
                <a:gd name="T4" fmla="*/ 0 w 504"/>
                <a:gd name="T5" fmla="*/ 0 h 489"/>
                <a:gd name="T6" fmla="*/ 0 w 504"/>
                <a:gd name="T7" fmla="*/ 0 h 489"/>
                <a:gd name="T8" fmla="*/ 0 w 504"/>
                <a:gd name="T9" fmla="*/ 0 h 489"/>
                <a:gd name="T10" fmla="*/ 0 w 504"/>
                <a:gd name="T11" fmla="*/ 0 h 489"/>
                <a:gd name="T12" fmla="*/ 0 w 504"/>
                <a:gd name="T13" fmla="*/ 0 h 489"/>
                <a:gd name="T14" fmla="*/ 0 w 504"/>
                <a:gd name="T15" fmla="*/ 0 h 489"/>
                <a:gd name="T16" fmla="*/ 0 w 504"/>
                <a:gd name="T17" fmla="*/ 0 h 489"/>
                <a:gd name="T18" fmla="*/ 0 w 504"/>
                <a:gd name="T19" fmla="*/ 0 h 489"/>
                <a:gd name="T20" fmla="*/ 0 w 504"/>
                <a:gd name="T21" fmla="*/ 0 h 489"/>
                <a:gd name="T22" fmla="*/ 0 w 504"/>
                <a:gd name="T23" fmla="*/ 0 h 489"/>
                <a:gd name="T24" fmla="*/ 0 w 504"/>
                <a:gd name="T25" fmla="*/ 0 h 489"/>
                <a:gd name="T26" fmla="*/ 0 w 504"/>
                <a:gd name="T27" fmla="*/ 0 h 489"/>
                <a:gd name="T28" fmla="*/ 0 w 504"/>
                <a:gd name="T29" fmla="*/ 0 h 489"/>
                <a:gd name="T30" fmla="*/ 0 w 504"/>
                <a:gd name="T31" fmla="*/ 0 h 489"/>
                <a:gd name="T32" fmla="*/ 0 w 504"/>
                <a:gd name="T33" fmla="*/ 0 h 489"/>
                <a:gd name="T34" fmla="*/ 0 w 504"/>
                <a:gd name="T35" fmla="*/ 0 h 4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03" h="489">
                  <a:moveTo>
                    <a:pt x="0" y="342"/>
                  </a:moveTo>
                  <a:lnTo>
                    <a:pt x="39" y="316"/>
                  </a:lnTo>
                  <a:lnTo>
                    <a:pt x="43" y="255"/>
                  </a:lnTo>
                  <a:lnTo>
                    <a:pt x="109" y="174"/>
                  </a:lnTo>
                  <a:lnTo>
                    <a:pt x="135" y="31"/>
                  </a:lnTo>
                  <a:lnTo>
                    <a:pt x="186" y="0"/>
                  </a:lnTo>
                  <a:lnTo>
                    <a:pt x="224" y="97"/>
                  </a:lnTo>
                  <a:lnTo>
                    <a:pt x="335" y="181"/>
                  </a:lnTo>
                  <a:lnTo>
                    <a:pt x="296" y="231"/>
                  </a:lnTo>
                  <a:lnTo>
                    <a:pt x="331" y="243"/>
                  </a:lnTo>
                  <a:lnTo>
                    <a:pt x="372" y="303"/>
                  </a:lnTo>
                  <a:lnTo>
                    <a:pt x="504" y="337"/>
                  </a:lnTo>
                  <a:lnTo>
                    <a:pt x="403" y="437"/>
                  </a:lnTo>
                  <a:lnTo>
                    <a:pt x="298" y="474"/>
                  </a:lnTo>
                  <a:lnTo>
                    <a:pt x="202" y="489"/>
                  </a:lnTo>
                  <a:lnTo>
                    <a:pt x="96" y="452"/>
                  </a:lnTo>
                  <a:lnTo>
                    <a:pt x="59" y="382"/>
                  </a:lnTo>
                  <a:lnTo>
                    <a:pt x="0" y="342"/>
                  </a:lnTo>
                  <a:close/>
                </a:path>
              </a:pathLst>
            </a:custGeom>
            <a:grpFill/>
            <a:ln w="3175">
              <a:solidFill>
                <a:schemeClr val="bg1"/>
              </a:solidFill>
              <a:prstDash val="solid"/>
              <a:round/>
            </a:ln>
          </p:spPr>
          <p:txBody>
            <a:bodyPr/>
            <a:lstStyle/>
            <a:p>
              <a:endParaRPr lang="en-US" dirty="0"/>
            </a:p>
          </p:txBody>
        </p:sp>
        <p:sp>
          <p:nvSpPr>
            <p:cNvPr id="186" name="22120375.125452.8753.535">
              <a:extLst>
                <a:ext uri="{FF2B5EF4-FFF2-40B4-BE49-F238E27FC236}">
                  <a16:creationId xmlns:a16="http://schemas.microsoft.com/office/drawing/2014/main" id="{63025036-A25B-930E-F1B9-58D261EF40E9}"/>
                </a:ext>
              </a:extLst>
            </p:cNvPr>
            <p:cNvSpPr/>
            <p:nvPr>
              <p:custDataLst>
                <p:tags r:id="rId182"/>
              </p:custDataLst>
            </p:nvPr>
          </p:nvSpPr>
          <p:spPr bwMode="auto">
            <a:xfrm>
              <a:off x="4193" y="2885"/>
              <a:ext cx="18" cy="20"/>
            </a:xfrm>
            <a:custGeom>
              <a:avLst/>
              <a:gdLst>
                <a:gd name="T0" fmla="*/ 0 w 52"/>
                <a:gd name="T1" fmla="*/ 0 h 62"/>
                <a:gd name="T2" fmla="*/ 0 w 52"/>
                <a:gd name="T3" fmla="*/ 0 h 62"/>
                <a:gd name="T4" fmla="*/ 0 w 52"/>
                <a:gd name="T5" fmla="*/ 0 h 62"/>
                <a:gd name="T6" fmla="*/ 0 w 52"/>
                <a:gd name="T7" fmla="*/ 0 h 62"/>
                <a:gd name="T8" fmla="*/ 0 w 52"/>
                <a:gd name="T9" fmla="*/ 0 h 62"/>
                <a:gd name="T10" fmla="*/ 0 w 52"/>
                <a:gd name="T11" fmla="*/ 0 h 62"/>
                <a:gd name="T12" fmla="*/ 0 w 52"/>
                <a:gd name="T13" fmla="*/ 0 h 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 h="62">
                  <a:moveTo>
                    <a:pt x="0" y="50"/>
                  </a:moveTo>
                  <a:lnTo>
                    <a:pt x="35" y="62"/>
                  </a:lnTo>
                  <a:lnTo>
                    <a:pt x="50" y="43"/>
                  </a:lnTo>
                  <a:lnTo>
                    <a:pt x="24" y="39"/>
                  </a:lnTo>
                  <a:lnTo>
                    <a:pt x="52" y="23"/>
                  </a:lnTo>
                  <a:lnTo>
                    <a:pt x="39" y="0"/>
                  </a:lnTo>
                  <a:lnTo>
                    <a:pt x="0" y="50"/>
                  </a:lnTo>
                  <a:close/>
                </a:path>
              </a:pathLst>
            </a:custGeom>
            <a:grpFill/>
            <a:ln w="3175">
              <a:solidFill>
                <a:schemeClr val="bg1"/>
              </a:solidFill>
              <a:prstDash val="solid"/>
              <a:round/>
            </a:ln>
          </p:spPr>
          <p:txBody>
            <a:bodyPr/>
            <a:lstStyle/>
            <a:p>
              <a:endParaRPr lang="en-US" dirty="0"/>
            </a:p>
          </p:txBody>
        </p:sp>
        <p:sp>
          <p:nvSpPr>
            <p:cNvPr id="187" name="22121394.875390.87511.37510.3755">
              <a:extLst>
                <a:ext uri="{FF2B5EF4-FFF2-40B4-BE49-F238E27FC236}">
                  <a16:creationId xmlns:a16="http://schemas.microsoft.com/office/drawing/2014/main" id="{CB7978DA-2E1C-FA7F-4E0C-8CA5BB44BFDD}"/>
                </a:ext>
              </a:extLst>
            </p:cNvPr>
            <p:cNvSpPr/>
            <p:nvPr>
              <p:custDataLst>
                <p:tags r:id="rId183"/>
              </p:custDataLst>
            </p:nvPr>
          </p:nvSpPr>
          <p:spPr bwMode="auto">
            <a:xfrm>
              <a:off x="3835" y="2999"/>
              <a:ext cx="60" cy="66"/>
            </a:xfrm>
            <a:custGeom>
              <a:avLst/>
              <a:gdLst>
                <a:gd name="T0" fmla="*/ 0 w 185"/>
                <a:gd name="T1" fmla="*/ 0 h 203"/>
                <a:gd name="T2" fmla="*/ 0 w 185"/>
                <a:gd name="T3" fmla="*/ 0 h 203"/>
                <a:gd name="T4" fmla="*/ 0 w 185"/>
                <a:gd name="T5" fmla="*/ 0 h 203"/>
                <a:gd name="T6" fmla="*/ 0 w 185"/>
                <a:gd name="T7" fmla="*/ 0 h 203"/>
                <a:gd name="T8" fmla="*/ 0 w 185"/>
                <a:gd name="T9" fmla="*/ 0 h 203"/>
                <a:gd name="T10" fmla="*/ 0 w 185"/>
                <a:gd name="T11" fmla="*/ 0 h 203"/>
                <a:gd name="T12" fmla="*/ 0 w 185"/>
                <a:gd name="T13" fmla="*/ 0 h 203"/>
                <a:gd name="T14" fmla="*/ 0 w 185"/>
                <a:gd name="T15" fmla="*/ 0 h 203"/>
                <a:gd name="T16" fmla="*/ 0 w 185"/>
                <a:gd name="T17" fmla="*/ 0 h 203"/>
                <a:gd name="T18" fmla="*/ 0 w 185"/>
                <a:gd name="T19" fmla="*/ 0 h 203"/>
                <a:gd name="T20" fmla="*/ 0 w 185"/>
                <a:gd name="T21" fmla="*/ 0 h 203"/>
                <a:gd name="T22" fmla="*/ 0 w 185"/>
                <a:gd name="T23" fmla="*/ 0 h 203"/>
                <a:gd name="T24" fmla="*/ 0 w 185"/>
                <a:gd name="T25" fmla="*/ 0 h 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5" h="203">
                  <a:moveTo>
                    <a:pt x="0" y="96"/>
                  </a:moveTo>
                  <a:lnTo>
                    <a:pt x="20" y="64"/>
                  </a:lnTo>
                  <a:lnTo>
                    <a:pt x="34" y="67"/>
                  </a:lnTo>
                  <a:lnTo>
                    <a:pt x="24" y="41"/>
                  </a:lnTo>
                  <a:lnTo>
                    <a:pt x="85" y="36"/>
                  </a:lnTo>
                  <a:lnTo>
                    <a:pt x="85" y="0"/>
                  </a:lnTo>
                  <a:lnTo>
                    <a:pt x="152" y="1"/>
                  </a:lnTo>
                  <a:lnTo>
                    <a:pt x="149" y="31"/>
                  </a:lnTo>
                  <a:lnTo>
                    <a:pt x="185" y="34"/>
                  </a:lnTo>
                  <a:lnTo>
                    <a:pt x="174" y="148"/>
                  </a:lnTo>
                  <a:lnTo>
                    <a:pt x="130" y="135"/>
                  </a:lnTo>
                  <a:lnTo>
                    <a:pt x="81" y="203"/>
                  </a:lnTo>
                  <a:lnTo>
                    <a:pt x="0" y="96"/>
                  </a:lnTo>
                  <a:close/>
                </a:path>
              </a:pathLst>
            </a:custGeom>
            <a:grpFill/>
            <a:ln w="3175">
              <a:solidFill>
                <a:schemeClr val="bg1"/>
              </a:solidFill>
              <a:prstDash val="solid"/>
              <a:round/>
            </a:ln>
          </p:spPr>
          <p:txBody>
            <a:bodyPr/>
            <a:lstStyle/>
            <a:p>
              <a:endParaRPr lang="en-US" dirty="0"/>
            </a:p>
          </p:txBody>
        </p:sp>
        <p:sp>
          <p:nvSpPr>
            <p:cNvPr id="188" name="22122373.375343.251.1255.55">
              <a:extLst>
                <a:ext uri="{FF2B5EF4-FFF2-40B4-BE49-F238E27FC236}">
                  <a16:creationId xmlns:a16="http://schemas.microsoft.com/office/drawing/2014/main" id="{FEA0F7B4-1F97-74DE-0F34-C6850D20A18C}"/>
                </a:ext>
              </a:extLst>
            </p:cNvPr>
            <p:cNvSpPr/>
            <p:nvPr>
              <p:custDataLst>
                <p:tags r:id="rId184"/>
              </p:custDataLst>
            </p:nvPr>
          </p:nvSpPr>
          <p:spPr bwMode="auto">
            <a:xfrm>
              <a:off x="3559" y="2875"/>
              <a:ext cx="32" cy="6"/>
            </a:xfrm>
            <a:custGeom>
              <a:avLst/>
              <a:gdLst>
                <a:gd name="T0" fmla="*/ 0 w 99"/>
                <a:gd name="T1" fmla="*/ 0 h 20"/>
                <a:gd name="T2" fmla="*/ 0 w 99"/>
                <a:gd name="T3" fmla="*/ 0 h 20"/>
                <a:gd name="T4" fmla="*/ 0 w 99"/>
                <a:gd name="T5" fmla="*/ 0 h 20"/>
                <a:gd name="T6" fmla="*/ 0 w 99"/>
                <a:gd name="T7" fmla="*/ 0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 h="20">
                  <a:moveTo>
                    <a:pt x="0" y="20"/>
                  </a:moveTo>
                  <a:lnTo>
                    <a:pt x="4" y="0"/>
                  </a:lnTo>
                  <a:lnTo>
                    <a:pt x="99" y="7"/>
                  </a:lnTo>
                  <a:lnTo>
                    <a:pt x="0" y="20"/>
                  </a:lnTo>
                  <a:close/>
                </a:path>
              </a:pathLst>
            </a:custGeom>
            <a:grpFill/>
            <a:ln w="3175">
              <a:solidFill>
                <a:schemeClr val="bg1"/>
              </a:solidFill>
              <a:prstDash val="solid"/>
              <a:round/>
            </a:ln>
          </p:spPr>
          <p:txBody>
            <a:bodyPr/>
            <a:lstStyle/>
            <a:p>
              <a:endParaRPr lang="en-US" dirty="0"/>
            </a:p>
          </p:txBody>
        </p:sp>
        <p:sp>
          <p:nvSpPr>
            <p:cNvPr id="189" name="22123378368.87512.12585">
              <a:extLst>
                <a:ext uri="{FF2B5EF4-FFF2-40B4-BE49-F238E27FC236}">
                  <a16:creationId xmlns:a16="http://schemas.microsoft.com/office/drawing/2014/main" id="{1B5822F2-A335-D7D4-1AA8-3379035BF346}"/>
                </a:ext>
              </a:extLst>
            </p:cNvPr>
            <p:cNvSpPr/>
            <p:nvPr>
              <p:custDataLst>
                <p:tags r:id="rId185"/>
              </p:custDataLst>
            </p:nvPr>
          </p:nvSpPr>
          <p:spPr bwMode="auto">
            <a:xfrm>
              <a:off x="3707" y="2902"/>
              <a:ext cx="47" cy="70"/>
            </a:xfrm>
            <a:custGeom>
              <a:avLst/>
              <a:gdLst>
                <a:gd name="T0" fmla="*/ 0 w 142"/>
                <a:gd name="T1" fmla="*/ 0 h 216"/>
                <a:gd name="T2" fmla="*/ 0 w 142"/>
                <a:gd name="T3" fmla="*/ 0 h 216"/>
                <a:gd name="T4" fmla="*/ 0 w 142"/>
                <a:gd name="T5" fmla="*/ 0 h 216"/>
                <a:gd name="T6" fmla="*/ 0 w 142"/>
                <a:gd name="T7" fmla="*/ 0 h 216"/>
                <a:gd name="T8" fmla="*/ 0 w 142"/>
                <a:gd name="T9" fmla="*/ 0 h 216"/>
                <a:gd name="T10" fmla="*/ 0 w 142"/>
                <a:gd name="T11" fmla="*/ 0 h 216"/>
                <a:gd name="T12" fmla="*/ 0 w 142"/>
                <a:gd name="T13" fmla="*/ 0 h 2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2" h="216">
                  <a:moveTo>
                    <a:pt x="0" y="204"/>
                  </a:moveTo>
                  <a:lnTo>
                    <a:pt x="13" y="55"/>
                  </a:lnTo>
                  <a:lnTo>
                    <a:pt x="6" y="8"/>
                  </a:lnTo>
                  <a:lnTo>
                    <a:pt x="96" y="0"/>
                  </a:lnTo>
                  <a:lnTo>
                    <a:pt x="142" y="171"/>
                  </a:lnTo>
                  <a:lnTo>
                    <a:pt x="37" y="216"/>
                  </a:lnTo>
                  <a:lnTo>
                    <a:pt x="0" y="204"/>
                  </a:lnTo>
                  <a:close/>
                </a:path>
              </a:pathLst>
            </a:custGeom>
            <a:grpFill/>
            <a:ln w="3175">
              <a:solidFill>
                <a:schemeClr val="bg1"/>
              </a:solidFill>
              <a:prstDash val="solid"/>
              <a:round/>
            </a:ln>
          </p:spPr>
          <p:txBody>
            <a:bodyPr/>
            <a:lstStyle/>
            <a:p>
              <a:endParaRPr lang="en-US" dirty="0"/>
            </a:p>
          </p:txBody>
        </p:sp>
        <p:sp>
          <p:nvSpPr>
            <p:cNvPr id="190" name="22124375.125346.51013.755">
              <a:extLst>
                <a:ext uri="{FF2B5EF4-FFF2-40B4-BE49-F238E27FC236}">
                  <a16:creationId xmlns:a16="http://schemas.microsoft.com/office/drawing/2014/main" id="{C9B5F2C6-0202-0EA2-10CA-28A5EBF2FA4D}"/>
                </a:ext>
              </a:extLst>
            </p:cNvPr>
            <p:cNvSpPr/>
            <p:nvPr>
              <p:custDataLst>
                <p:tags r:id="rId186"/>
              </p:custDataLst>
            </p:nvPr>
          </p:nvSpPr>
          <p:spPr bwMode="auto">
            <a:xfrm>
              <a:off x="3578" y="2885"/>
              <a:ext cx="79" cy="58"/>
            </a:xfrm>
            <a:custGeom>
              <a:avLst/>
              <a:gdLst>
                <a:gd name="T0" fmla="*/ 0 w 245"/>
                <a:gd name="T1" fmla="*/ 0 h 179"/>
                <a:gd name="T2" fmla="*/ 0 w 245"/>
                <a:gd name="T3" fmla="*/ 0 h 179"/>
                <a:gd name="T4" fmla="*/ 0 w 245"/>
                <a:gd name="T5" fmla="*/ 0 h 179"/>
                <a:gd name="T6" fmla="*/ 0 w 245"/>
                <a:gd name="T7" fmla="*/ 0 h 179"/>
                <a:gd name="T8" fmla="*/ 0 w 245"/>
                <a:gd name="T9" fmla="*/ 0 h 179"/>
                <a:gd name="T10" fmla="*/ 0 w 245"/>
                <a:gd name="T11" fmla="*/ 0 h 179"/>
                <a:gd name="T12" fmla="*/ 0 w 245"/>
                <a:gd name="T13" fmla="*/ 0 h 179"/>
                <a:gd name="T14" fmla="*/ 0 w 245"/>
                <a:gd name="T15" fmla="*/ 0 h 179"/>
                <a:gd name="T16" fmla="*/ 0 w 245"/>
                <a:gd name="T17" fmla="*/ 0 h 179"/>
                <a:gd name="T18" fmla="*/ 0 w 245"/>
                <a:gd name="T19" fmla="*/ 0 h 179"/>
                <a:gd name="T20" fmla="*/ 0 w 245"/>
                <a:gd name="T21" fmla="*/ 0 h 179"/>
                <a:gd name="T22" fmla="*/ 0 w 245"/>
                <a:gd name="T23" fmla="*/ 0 h 179"/>
                <a:gd name="T24" fmla="*/ 0 w 245"/>
                <a:gd name="T25" fmla="*/ 0 h 179"/>
                <a:gd name="T26" fmla="*/ 0 w 245"/>
                <a:gd name="T27" fmla="*/ 0 h 179"/>
                <a:gd name="T28" fmla="*/ 0 w 245"/>
                <a:gd name="T29" fmla="*/ 0 h 179"/>
                <a:gd name="T30" fmla="*/ 0 w 245"/>
                <a:gd name="T31" fmla="*/ 0 h 17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5" h="179">
                  <a:moveTo>
                    <a:pt x="0" y="59"/>
                  </a:moveTo>
                  <a:lnTo>
                    <a:pt x="41" y="33"/>
                  </a:lnTo>
                  <a:lnTo>
                    <a:pt x="43" y="0"/>
                  </a:lnTo>
                  <a:lnTo>
                    <a:pt x="122" y="7"/>
                  </a:lnTo>
                  <a:lnTo>
                    <a:pt x="144" y="23"/>
                  </a:lnTo>
                  <a:lnTo>
                    <a:pt x="201" y="4"/>
                  </a:lnTo>
                  <a:lnTo>
                    <a:pt x="235" y="84"/>
                  </a:lnTo>
                  <a:lnTo>
                    <a:pt x="245" y="144"/>
                  </a:lnTo>
                  <a:lnTo>
                    <a:pt x="224" y="140"/>
                  </a:lnTo>
                  <a:lnTo>
                    <a:pt x="219" y="173"/>
                  </a:lnTo>
                  <a:lnTo>
                    <a:pt x="183" y="179"/>
                  </a:lnTo>
                  <a:lnTo>
                    <a:pt x="181" y="144"/>
                  </a:lnTo>
                  <a:lnTo>
                    <a:pt x="161" y="143"/>
                  </a:lnTo>
                  <a:lnTo>
                    <a:pt x="128" y="92"/>
                  </a:lnTo>
                  <a:lnTo>
                    <a:pt x="58" y="121"/>
                  </a:lnTo>
                  <a:lnTo>
                    <a:pt x="0" y="59"/>
                  </a:lnTo>
                  <a:close/>
                </a:path>
              </a:pathLst>
            </a:custGeom>
            <a:grpFill/>
            <a:ln w="3175">
              <a:solidFill>
                <a:schemeClr val="bg1"/>
              </a:solidFill>
              <a:prstDash val="solid"/>
              <a:round/>
            </a:ln>
          </p:spPr>
          <p:txBody>
            <a:bodyPr/>
            <a:lstStyle/>
            <a:p>
              <a:endParaRPr lang="en-US" dirty="0"/>
            </a:p>
          </p:txBody>
        </p:sp>
        <p:sp>
          <p:nvSpPr>
            <p:cNvPr id="191" name="22125343458.3750.8753.3755">
              <a:extLst>
                <a:ext uri="{FF2B5EF4-FFF2-40B4-BE49-F238E27FC236}">
                  <a16:creationId xmlns:a16="http://schemas.microsoft.com/office/drawing/2014/main" id="{7620C090-9590-8636-33DC-AD39429F7BCE}"/>
                </a:ext>
              </a:extLst>
            </p:cNvPr>
            <p:cNvSpPr/>
            <p:nvPr>
              <p:custDataLst>
                <p:tags r:id="rId187"/>
              </p:custDataLst>
            </p:nvPr>
          </p:nvSpPr>
          <p:spPr bwMode="auto">
            <a:xfrm>
              <a:off x="4225" y="2699"/>
              <a:ext cx="20" cy="5"/>
            </a:xfrm>
            <a:custGeom>
              <a:avLst/>
              <a:gdLst>
                <a:gd name="T0" fmla="*/ 0 w 61"/>
                <a:gd name="T1" fmla="*/ 0 h 17"/>
                <a:gd name="T2" fmla="*/ 0 w 61"/>
                <a:gd name="T3" fmla="*/ 0 h 17"/>
                <a:gd name="T4" fmla="*/ 0 w 61"/>
                <a:gd name="T5" fmla="*/ 0 h 17"/>
                <a:gd name="T6" fmla="*/ 0 w 61"/>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1" h="17">
                  <a:moveTo>
                    <a:pt x="0" y="0"/>
                  </a:moveTo>
                  <a:lnTo>
                    <a:pt x="32" y="17"/>
                  </a:lnTo>
                  <a:lnTo>
                    <a:pt x="61" y="5"/>
                  </a:lnTo>
                  <a:lnTo>
                    <a:pt x="0" y="0"/>
                  </a:lnTo>
                  <a:close/>
                </a:path>
              </a:pathLst>
            </a:custGeom>
            <a:grpFill/>
            <a:ln w="3175">
              <a:solidFill>
                <a:schemeClr val="bg1"/>
              </a:solidFill>
              <a:prstDash val="solid"/>
              <a:round/>
            </a:ln>
          </p:spPr>
          <p:txBody>
            <a:bodyPr/>
            <a:lstStyle/>
            <a:p>
              <a:endParaRPr lang="en-US" dirty="0"/>
            </a:p>
          </p:txBody>
        </p:sp>
        <p:sp>
          <p:nvSpPr>
            <p:cNvPr id="192" name="22126334.75438.2582.8755">
              <a:extLst>
                <a:ext uri="{FF2B5EF4-FFF2-40B4-BE49-F238E27FC236}">
                  <a16:creationId xmlns:a16="http://schemas.microsoft.com/office/drawing/2014/main" id="{C5227B6B-E4F2-6294-D21F-AB8B055D7CEF}"/>
                </a:ext>
              </a:extLst>
            </p:cNvPr>
            <p:cNvSpPr/>
            <p:nvPr>
              <p:custDataLst>
                <p:tags r:id="rId188"/>
              </p:custDataLst>
            </p:nvPr>
          </p:nvSpPr>
          <p:spPr bwMode="auto">
            <a:xfrm>
              <a:off x="4109" y="2651"/>
              <a:ext cx="16" cy="47"/>
            </a:xfrm>
            <a:custGeom>
              <a:avLst/>
              <a:gdLst>
                <a:gd name="T0" fmla="*/ 0 w 53"/>
                <a:gd name="T1" fmla="*/ 0 h 141"/>
                <a:gd name="T2" fmla="*/ 0 w 53"/>
                <a:gd name="T3" fmla="*/ 0 h 141"/>
                <a:gd name="T4" fmla="*/ 0 w 53"/>
                <a:gd name="T5" fmla="*/ 0 h 141"/>
                <a:gd name="T6" fmla="*/ 0 w 53"/>
                <a:gd name="T7" fmla="*/ 0 h 141"/>
                <a:gd name="T8" fmla="*/ 0 w 53"/>
                <a:gd name="T9" fmla="*/ 0 h 141"/>
                <a:gd name="T10" fmla="*/ 0 w 53"/>
                <a:gd name="T11" fmla="*/ 0 h 141"/>
                <a:gd name="T12" fmla="*/ 0 w 53"/>
                <a:gd name="T13" fmla="*/ 0 h 141"/>
                <a:gd name="T14" fmla="*/ 0 w 53"/>
                <a:gd name="T15" fmla="*/ 0 h 141"/>
                <a:gd name="T16" fmla="*/ 0 w 53"/>
                <a:gd name="T17" fmla="*/ 0 h 141"/>
                <a:gd name="T18" fmla="*/ 0 w 53"/>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2" h="141">
                  <a:moveTo>
                    <a:pt x="0" y="70"/>
                  </a:moveTo>
                  <a:lnTo>
                    <a:pt x="28" y="141"/>
                  </a:lnTo>
                  <a:lnTo>
                    <a:pt x="32" y="139"/>
                  </a:lnTo>
                  <a:lnTo>
                    <a:pt x="47" y="63"/>
                  </a:lnTo>
                  <a:lnTo>
                    <a:pt x="27" y="68"/>
                  </a:lnTo>
                  <a:lnTo>
                    <a:pt x="32" y="35"/>
                  </a:lnTo>
                  <a:lnTo>
                    <a:pt x="49" y="19"/>
                  </a:lnTo>
                  <a:lnTo>
                    <a:pt x="53" y="0"/>
                  </a:lnTo>
                  <a:lnTo>
                    <a:pt x="35" y="2"/>
                  </a:lnTo>
                  <a:lnTo>
                    <a:pt x="0" y="70"/>
                  </a:lnTo>
                  <a:close/>
                </a:path>
              </a:pathLst>
            </a:custGeom>
            <a:grpFill/>
            <a:ln w="3175">
              <a:solidFill>
                <a:schemeClr val="bg1"/>
              </a:solidFill>
              <a:prstDash val="solid"/>
              <a:round/>
            </a:ln>
          </p:spPr>
          <p:txBody>
            <a:bodyPr/>
            <a:lstStyle/>
            <a:p>
              <a:endParaRPr lang="en-US" dirty="0"/>
            </a:p>
          </p:txBody>
        </p:sp>
        <p:sp>
          <p:nvSpPr>
            <p:cNvPr id="193" name="22127378.875358.511.7511.1255">
              <a:extLst>
                <a:ext uri="{FF2B5EF4-FFF2-40B4-BE49-F238E27FC236}">
                  <a16:creationId xmlns:a16="http://schemas.microsoft.com/office/drawing/2014/main" id="{E5173A16-6AA8-D3D1-302E-F393DA3F35D5}"/>
                </a:ext>
              </a:extLst>
            </p:cNvPr>
            <p:cNvSpPr/>
            <p:nvPr>
              <p:custDataLst>
                <p:tags r:id="rId189"/>
              </p:custDataLst>
            </p:nvPr>
          </p:nvSpPr>
          <p:spPr bwMode="auto">
            <a:xfrm>
              <a:off x="3647" y="2907"/>
              <a:ext cx="65" cy="68"/>
            </a:xfrm>
            <a:custGeom>
              <a:avLst/>
              <a:gdLst>
                <a:gd name="T0" fmla="*/ 0 w 196"/>
                <a:gd name="T1" fmla="*/ 0 h 211"/>
                <a:gd name="T2" fmla="*/ 0 w 196"/>
                <a:gd name="T3" fmla="*/ 0 h 211"/>
                <a:gd name="T4" fmla="*/ 0 w 196"/>
                <a:gd name="T5" fmla="*/ 0 h 211"/>
                <a:gd name="T6" fmla="*/ 0 w 196"/>
                <a:gd name="T7" fmla="*/ 0 h 211"/>
                <a:gd name="T8" fmla="*/ 0 w 196"/>
                <a:gd name="T9" fmla="*/ 0 h 211"/>
                <a:gd name="T10" fmla="*/ 0 w 196"/>
                <a:gd name="T11" fmla="*/ 0 h 211"/>
                <a:gd name="T12" fmla="*/ 0 w 196"/>
                <a:gd name="T13" fmla="*/ 0 h 211"/>
                <a:gd name="T14" fmla="*/ 0 w 196"/>
                <a:gd name="T15" fmla="*/ 0 h 211"/>
                <a:gd name="T16" fmla="*/ 0 w 196"/>
                <a:gd name="T17" fmla="*/ 0 h 211"/>
                <a:gd name="T18" fmla="*/ 0 w 196"/>
                <a:gd name="T19" fmla="*/ 0 h 211"/>
                <a:gd name="T20" fmla="*/ 0 w 196"/>
                <a:gd name="T21" fmla="*/ 0 h 211"/>
                <a:gd name="T22" fmla="*/ 0 w 196"/>
                <a:gd name="T23" fmla="*/ 0 h 211"/>
                <a:gd name="T24" fmla="*/ 0 w 196"/>
                <a:gd name="T25" fmla="*/ 0 h 2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6" h="211">
                  <a:moveTo>
                    <a:pt x="0" y="139"/>
                  </a:moveTo>
                  <a:lnTo>
                    <a:pt x="3" y="107"/>
                  </a:lnTo>
                  <a:lnTo>
                    <a:pt x="8" y="74"/>
                  </a:lnTo>
                  <a:lnTo>
                    <a:pt x="29" y="78"/>
                  </a:lnTo>
                  <a:lnTo>
                    <a:pt x="19" y="18"/>
                  </a:lnTo>
                  <a:lnTo>
                    <a:pt x="77" y="0"/>
                  </a:lnTo>
                  <a:lnTo>
                    <a:pt x="111" y="12"/>
                  </a:lnTo>
                  <a:lnTo>
                    <a:pt x="129" y="33"/>
                  </a:lnTo>
                  <a:lnTo>
                    <a:pt x="196" y="40"/>
                  </a:lnTo>
                  <a:lnTo>
                    <a:pt x="183" y="189"/>
                  </a:lnTo>
                  <a:lnTo>
                    <a:pt x="31" y="211"/>
                  </a:lnTo>
                  <a:lnTo>
                    <a:pt x="36" y="162"/>
                  </a:lnTo>
                  <a:lnTo>
                    <a:pt x="0" y="139"/>
                  </a:lnTo>
                  <a:close/>
                </a:path>
              </a:pathLst>
            </a:custGeom>
            <a:grpFill/>
            <a:ln w="3175">
              <a:solidFill>
                <a:schemeClr val="bg1"/>
              </a:solidFill>
              <a:prstDash val="solid"/>
              <a:round/>
            </a:ln>
          </p:spPr>
          <p:txBody>
            <a:bodyPr/>
            <a:lstStyle/>
            <a:p>
              <a:endParaRPr lang="en-US" dirty="0"/>
            </a:p>
          </p:txBody>
        </p:sp>
        <p:sp>
          <p:nvSpPr>
            <p:cNvPr id="194" name="22128334.5439.6258.6258.255">
              <a:extLst>
                <a:ext uri="{FF2B5EF4-FFF2-40B4-BE49-F238E27FC236}">
                  <a16:creationId xmlns:a16="http://schemas.microsoft.com/office/drawing/2014/main" id="{5989F5C6-19A9-73BA-9934-F6041EFFA655}"/>
                </a:ext>
              </a:extLst>
            </p:cNvPr>
            <p:cNvSpPr/>
            <p:nvPr>
              <p:custDataLst>
                <p:tags r:id="rId190"/>
              </p:custDataLst>
            </p:nvPr>
          </p:nvSpPr>
          <p:spPr bwMode="auto">
            <a:xfrm>
              <a:off x="4117" y="2650"/>
              <a:ext cx="47" cy="50"/>
            </a:xfrm>
            <a:custGeom>
              <a:avLst/>
              <a:gdLst>
                <a:gd name="T0" fmla="*/ 0 w 145"/>
                <a:gd name="T1" fmla="*/ 0 h 156"/>
                <a:gd name="T2" fmla="*/ 0 w 145"/>
                <a:gd name="T3" fmla="*/ 0 h 156"/>
                <a:gd name="T4" fmla="*/ 0 w 145"/>
                <a:gd name="T5" fmla="*/ 0 h 156"/>
                <a:gd name="T6" fmla="*/ 0 w 145"/>
                <a:gd name="T7" fmla="*/ 0 h 156"/>
                <a:gd name="T8" fmla="*/ 0 w 145"/>
                <a:gd name="T9" fmla="*/ 0 h 156"/>
                <a:gd name="T10" fmla="*/ 0 w 145"/>
                <a:gd name="T11" fmla="*/ 0 h 156"/>
                <a:gd name="T12" fmla="*/ 0 w 145"/>
                <a:gd name="T13" fmla="*/ 0 h 156"/>
                <a:gd name="T14" fmla="*/ 0 w 145"/>
                <a:gd name="T15" fmla="*/ 0 h 156"/>
                <a:gd name="T16" fmla="*/ 0 w 145"/>
                <a:gd name="T17" fmla="*/ 0 h 156"/>
                <a:gd name="T18" fmla="*/ 0 w 145"/>
                <a:gd name="T19" fmla="*/ 0 h 156"/>
                <a:gd name="T20" fmla="*/ 0 w 145"/>
                <a:gd name="T21" fmla="*/ 0 h 156"/>
                <a:gd name="T22" fmla="*/ 0 w 145"/>
                <a:gd name="T23" fmla="*/ 0 h 156"/>
                <a:gd name="T24" fmla="*/ 0 w 145"/>
                <a:gd name="T25" fmla="*/ 0 h 15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5" h="156">
                  <a:moveTo>
                    <a:pt x="0" y="74"/>
                  </a:moveTo>
                  <a:lnTo>
                    <a:pt x="5" y="41"/>
                  </a:lnTo>
                  <a:lnTo>
                    <a:pt x="22" y="25"/>
                  </a:lnTo>
                  <a:lnTo>
                    <a:pt x="57" y="39"/>
                  </a:lnTo>
                  <a:lnTo>
                    <a:pt x="129" y="0"/>
                  </a:lnTo>
                  <a:lnTo>
                    <a:pt x="145" y="43"/>
                  </a:lnTo>
                  <a:lnTo>
                    <a:pt x="70" y="68"/>
                  </a:lnTo>
                  <a:lnTo>
                    <a:pt x="107" y="102"/>
                  </a:lnTo>
                  <a:lnTo>
                    <a:pt x="87" y="124"/>
                  </a:lnTo>
                  <a:lnTo>
                    <a:pt x="42" y="156"/>
                  </a:lnTo>
                  <a:lnTo>
                    <a:pt x="5" y="145"/>
                  </a:lnTo>
                  <a:lnTo>
                    <a:pt x="20" y="69"/>
                  </a:lnTo>
                  <a:lnTo>
                    <a:pt x="0" y="74"/>
                  </a:lnTo>
                  <a:close/>
                </a:path>
              </a:pathLst>
            </a:custGeom>
            <a:grpFill/>
            <a:ln w="3175">
              <a:solidFill>
                <a:schemeClr val="bg1"/>
              </a:solidFill>
              <a:prstDash val="solid"/>
              <a:round/>
            </a:ln>
          </p:spPr>
          <p:txBody>
            <a:bodyPr/>
            <a:lstStyle/>
            <a:p>
              <a:endParaRPr lang="en-US" dirty="0"/>
            </a:p>
          </p:txBody>
        </p:sp>
        <p:sp>
          <p:nvSpPr>
            <p:cNvPr id="195" name="22129390.5438.2517.12514.755">
              <a:extLst>
                <a:ext uri="{FF2B5EF4-FFF2-40B4-BE49-F238E27FC236}">
                  <a16:creationId xmlns:a16="http://schemas.microsoft.com/office/drawing/2014/main" id="{4D7A6BA7-7F30-7DD6-9913-D805B19FD500}"/>
                </a:ext>
              </a:extLst>
            </p:cNvPr>
            <p:cNvSpPr/>
            <p:nvPr>
              <p:custDataLst>
                <p:tags r:id="rId191"/>
              </p:custDataLst>
            </p:nvPr>
          </p:nvSpPr>
          <p:spPr bwMode="auto">
            <a:xfrm>
              <a:off x="4109" y="2974"/>
              <a:ext cx="85" cy="99"/>
            </a:xfrm>
            <a:custGeom>
              <a:avLst/>
              <a:gdLst>
                <a:gd name="T0" fmla="*/ 0 w 264"/>
                <a:gd name="T1" fmla="*/ 0 h 307"/>
                <a:gd name="T2" fmla="*/ 0 w 264"/>
                <a:gd name="T3" fmla="*/ 0 h 307"/>
                <a:gd name="T4" fmla="*/ 0 w 264"/>
                <a:gd name="T5" fmla="*/ 0 h 307"/>
                <a:gd name="T6" fmla="*/ 0 w 264"/>
                <a:gd name="T7" fmla="*/ 0 h 307"/>
                <a:gd name="T8" fmla="*/ 0 w 264"/>
                <a:gd name="T9" fmla="*/ 0 h 307"/>
                <a:gd name="T10" fmla="*/ 0 w 264"/>
                <a:gd name="T11" fmla="*/ 0 h 307"/>
                <a:gd name="T12" fmla="*/ 0 w 264"/>
                <a:gd name="T13" fmla="*/ 0 h 307"/>
                <a:gd name="T14" fmla="*/ 0 w 264"/>
                <a:gd name="T15" fmla="*/ 0 h 307"/>
                <a:gd name="T16" fmla="*/ 0 w 264"/>
                <a:gd name="T17" fmla="*/ 0 h 307"/>
                <a:gd name="T18" fmla="*/ 0 w 264"/>
                <a:gd name="T19" fmla="*/ 0 h 307"/>
                <a:gd name="T20" fmla="*/ 0 w 264"/>
                <a:gd name="T21" fmla="*/ 0 h 307"/>
                <a:gd name="T22" fmla="*/ 0 w 264"/>
                <a:gd name="T23" fmla="*/ 0 h 307"/>
                <a:gd name="T24" fmla="*/ 0 w 264"/>
                <a:gd name="T25" fmla="*/ 0 h 3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4" h="307">
                  <a:moveTo>
                    <a:pt x="0" y="19"/>
                  </a:moveTo>
                  <a:lnTo>
                    <a:pt x="36" y="84"/>
                  </a:lnTo>
                  <a:lnTo>
                    <a:pt x="0" y="144"/>
                  </a:lnTo>
                  <a:lnTo>
                    <a:pt x="28" y="161"/>
                  </a:lnTo>
                  <a:lnTo>
                    <a:pt x="9" y="183"/>
                  </a:lnTo>
                  <a:lnTo>
                    <a:pt x="180" y="307"/>
                  </a:lnTo>
                  <a:lnTo>
                    <a:pt x="253" y="208"/>
                  </a:lnTo>
                  <a:lnTo>
                    <a:pt x="237" y="180"/>
                  </a:lnTo>
                  <a:lnTo>
                    <a:pt x="237" y="58"/>
                  </a:lnTo>
                  <a:lnTo>
                    <a:pt x="264" y="22"/>
                  </a:lnTo>
                  <a:lnTo>
                    <a:pt x="168" y="37"/>
                  </a:lnTo>
                  <a:lnTo>
                    <a:pt x="62" y="0"/>
                  </a:lnTo>
                  <a:lnTo>
                    <a:pt x="0" y="19"/>
                  </a:lnTo>
                  <a:close/>
                </a:path>
              </a:pathLst>
            </a:custGeom>
            <a:grpFill/>
            <a:ln w="3175">
              <a:solidFill>
                <a:schemeClr val="bg1"/>
              </a:solidFill>
              <a:prstDash val="solid"/>
              <a:round/>
            </a:ln>
          </p:spPr>
          <p:txBody>
            <a:bodyPr/>
            <a:lstStyle/>
            <a:p>
              <a:endParaRPr lang="en-US" dirty="0"/>
            </a:p>
          </p:txBody>
        </p:sp>
        <p:sp>
          <p:nvSpPr>
            <p:cNvPr id="196" name="22130341.375461.752.8753.3755">
              <a:extLst>
                <a:ext uri="{FF2B5EF4-FFF2-40B4-BE49-F238E27FC236}">
                  <a16:creationId xmlns:a16="http://schemas.microsoft.com/office/drawing/2014/main" id="{998BF1DF-CCB2-DD03-7AE4-2568BBA87F49}"/>
                </a:ext>
              </a:extLst>
            </p:cNvPr>
            <p:cNvSpPr/>
            <p:nvPr>
              <p:custDataLst>
                <p:tags r:id="rId192"/>
              </p:custDataLst>
            </p:nvPr>
          </p:nvSpPr>
          <p:spPr bwMode="auto">
            <a:xfrm>
              <a:off x="4245" y="2690"/>
              <a:ext cx="19" cy="16"/>
            </a:xfrm>
            <a:custGeom>
              <a:avLst/>
              <a:gdLst>
                <a:gd name="T0" fmla="*/ 0 w 60"/>
                <a:gd name="T1" fmla="*/ 0 h 51"/>
                <a:gd name="T2" fmla="*/ 0 w 60"/>
                <a:gd name="T3" fmla="*/ 0 h 51"/>
                <a:gd name="T4" fmla="*/ 0 w 60"/>
                <a:gd name="T5" fmla="*/ 0 h 51"/>
                <a:gd name="T6" fmla="*/ 0 w 60"/>
                <a:gd name="T7" fmla="*/ 0 h 5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 h="51">
                  <a:moveTo>
                    <a:pt x="0" y="32"/>
                  </a:moveTo>
                  <a:lnTo>
                    <a:pt x="49" y="0"/>
                  </a:lnTo>
                  <a:lnTo>
                    <a:pt x="60" y="51"/>
                  </a:lnTo>
                  <a:lnTo>
                    <a:pt x="0" y="32"/>
                  </a:lnTo>
                  <a:close/>
                </a:path>
              </a:pathLst>
            </a:custGeom>
            <a:grpFill/>
            <a:ln w="3175">
              <a:solidFill>
                <a:schemeClr val="bg1"/>
              </a:solidFill>
              <a:prstDash val="solid"/>
              <a:round/>
            </a:ln>
          </p:spPr>
          <p:txBody>
            <a:bodyPr/>
            <a:lstStyle/>
            <a:p>
              <a:endParaRPr lang="en-US" dirty="0"/>
            </a:p>
          </p:txBody>
        </p:sp>
        <p:sp>
          <p:nvSpPr>
            <p:cNvPr id="197" name="22131331.625440.1253.3752.8755">
              <a:extLst>
                <a:ext uri="{FF2B5EF4-FFF2-40B4-BE49-F238E27FC236}">
                  <a16:creationId xmlns:a16="http://schemas.microsoft.com/office/drawing/2014/main" id="{3185AA46-C303-B45C-2C52-66B30BEFFC8D}"/>
                </a:ext>
              </a:extLst>
            </p:cNvPr>
            <p:cNvSpPr/>
            <p:nvPr>
              <p:custDataLst>
                <p:tags r:id="rId193"/>
              </p:custDataLst>
            </p:nvPr>
          </p:nvSpPr>
          <p:spPr bwMode="auto">
            <a:xfrm>
              <a:off x="4120" y="2633"/>
              <a:ext cx="16" cy="20"/>
            </a:xfrm>
            <a:custGeom>
              <a:avLst/>
              <a:gdLst>
                <a:gd name="T0" fmla="*/ 0 w 52"/>
                <a:gd name="T1" fmla="*/ 0 h 59"/>
                <a:gd name="T2" fmla="*/ 0 w 52"/>
                <a:gd name="T3" fmla="*/ 0 h 59"/>
                <a:gd name="T4" fmla="*/ 0 w 52"/>
                <a:gd name="T5" fmla="*/ 0 h 59"/>
                <a:gd name="T6" fmla="*/ 0 w 52"/>
                <a:gd name="T7" fmla="*/ 0 h 59"/>
                <a:gd name="T8" fmla="*/ 0 w 52"/>
                <a:gd name="T9" fmla="*/ 0 h 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59">
                  <a:moveTo>
                    <a:pt x="0" y="59"/>
                  </a:moveTo>
                  <a:lnTo>
                    <a:pt x="18" y="57"/>
                  </a:lnTo>
                  <a:lnTo>
                    <a:pt x="52" y="18"/>
                  </a:lnTo>
                  <a:lnTo>
                    <a:pt x="33" y="0"/>
                  </a:lnTo>
                  <a:lnTo>
                    <a:pt x="0" y="59"/>
                  </a:lnTo>
                  <a:close/>
                </a:path>
              </a:pathLst>
            </a:custGeom>
            <a:grpFill/>
            <a:ln w="3175">
              <a:solidFill>
                <a:schemeClr val="bg1"/>
              </a:solidFill>
              <a:prstDash val="solid"/>
              <a:round/>
            </a:ln>
          </p:spPr>
          <p:txBody>
            <a:bodyPr/>
            <a:lstStyle/>
            <a:p>
              <a:endParaRPr lang="en-US" dirty="0"/>
            </a:p>
          </p:txBody>
        </p:sp>
        <p:sp>
          <p:nvSpPr>
            <p:cNvPr id="198" name="22132383.25353.1257.3757.3755">
              <a:extLst>
                <a:ext uri="{FF2B5EF4-FFF2-40B4-BE49-F238E27FC236}">
                  <a16:creationId xmlns:a16="http://schemas.microsoft.com/office/drawing/2014/main" id="{8129C4A2-65FC-A663-F394-E6EC00F330DD}"/>
                </a:ext>
              </a:extLst>
            </p:cNvPr>
            <p:cNvSpPr/>
            <p:nvPr>
              <p:custDataLst>
                <p:tags r:id="rId194"/>
              </p:custDataLst>
            </p:nvPr>
          </p:nvSpPr>
          <p:spPr bwMode="auto">
            <a:xfrm>
              <a:off x="3616" y="2932"/>
              <a:ext cx="43" cy="43"/>
            </a:xfrm>
            <a:custGeom>
              <a:avLst/>
              <a:gdLst>
                <a:gd name="T0" fmla="*/ 0 w 132"/>
                <a:gd name="T1" fmla="*/ 0 h 134"/>
                <a:gd name="T2" fmla="*/ 0 w 132"/>
                <a:gd name="T3" fmla="*/ 0 h 134"/>
                <a:gd name="T4" fmla="*/ 0 w 132"/>
                <a:gd name="T5" fmla="*/ 0 h 134"/>
                <a:gd name="T6" fmla="*/ 0 w 132"/>
                <a:gd name="T7" fmla="*/ 0 h 134"/>
                <a:gd name="T8" fmla="*/ 0 w 132"/>
                <a:gd name="T9" fmla="*/ 0 h 134"/>
                <a:gd name="T10" fmla="*/ 0 w 132"/>
                <a:gd name="T11" fmla="*/ 0 h 134"/>
                <a:gd name="T12" fmla="*/ 0 w 132"/>
                <a:gd name="T13" fmla="*/ 0 h 134"/>
                <a:gd name="T14" fmla="*/ 0 w 132"/>
                <a:gd name="T15" fmla="*/ 0 h 134"/>
                <a:gd name="T16" fmla="*/ 0 w 132"/>
                <a:gd name="T17" fmla="*/ 0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2" h="134">
                  <a:moveTo>
                    <a:pt x="0" y="50"/>
                  </a:moveTo>
                  <a:lnTo>
                    <a:pt x="41" y="0"/>
                  </a:lnTo>
                  <a:lnTo>
                    <a:pt x="61" y="1"/>
                  </a:lnTo>
                  <a:lnTo>
                    <a:pt x="63" y="36"/>
                  </a:lnTo>
                  <a:lnTo>
                    <a:pt x="99" y="30"/>
                  </a:lnTo>
                  <a:lnTo>
                    <a:pt x="96" y="62"/>
                  </a:lnTo>
                  <a:lnTo>
                    <a:pt x="132" y="85"/>
                  </a:lnTo>
                  <a:lnTo>
                    <a:pt x="127" y="134"/>
                  </a:lnTo>
                  <a:lnTo>
                    <a:pt x="0" y="50"/>
                  </a:lnTo>
                  <a:close/>
                </a:path>
              </a:pathLst>
            </a:custGeom>
            <a:grpFill/>
            <a:ln w="3175">
              <a:solidFill>
                <a:schemeClr val="bg1"/>
              </a:solidFill>
              <a:prstDash val="solid"/>
              <a:round/>
            </a:ln>
          </p:spPr>
          <p:txBody>
            <a:bodyPr/>
            <a:lstStyle/>
            <a:p>
              <a:endParaRPr lang="en-US" dirty="0"/>
            </a:p>
          </p:txBody>
        </p:sp>
        <p:sp>
          <p:nvSpPr>
            <p:cNvPr id="199" name="22133335392.12527.12529.255">
              <a:extLst>
                <a:ext uri="{FF2B5EF4-FFF2-40B4-BE49-F238E27FC236}">
                  <a16:creationId xmlns:a16="http://schemas.microsoft.com/office/drawing/2014/main" id="{0103009D-7864-BC8A-E457-A1FAB35A5FFA}"/>
                </a:ext>
              </a:extLst>
            </p:cNvPr>
            <p:cNvSpPr/>
            <p:nvPr>
              <p:custDataLst>
                <p:tags r:id="rId195"/>
              </p:custDataLst>
            </p:nvPr>
          </p:nvSpPr>
          <p:spPr bwMode="auto">
            <a:xfrm>
              <a:off x="3842" y="2653"/>
              <a:ext cx="169" cy="157"/>
            </a:xfrm>
            <a:custGeom>
              <a:avLst/>
              <a:gdLst>
                <a:gd name="T0" fmla="*/ 0 w 522"/>
                <a:gd name="T1" fmla="*/ 0 h 486"/>
                <a:gd name="T2" fmla="*/ 0 w 522"/>
                <a:gd name="T3" fmla="*/ 0 h 486"/>
                <a:gd name="T4" fmla="*/ 0 w 522"/>
                <a:gd name="T5" fmla="*/ 0 h 486"/>
                <a:gd name="T6" fmla="*/ 0 w 522"/>
                <a:gd name="T7" fmla="*/ 0 h 486"/>
                <a:gd name="T8" fmla="*/ 0 w 522"/>
                <a:gd name="T9" fmla="*/ 0 h 486"/>
                <a:gd name="T10" fmla="*/ 0 w 522"/>
                <a:gd name="T11" fmla="*/ 0 h 486"/>
                <a:gd name="T12" fmla="*/ 0 w 522"/>
                <a:gd name="T13" fmla="*/ 0 h 486"/>
                <a:gd name="T14" fmla="*/ 0 w 522"/>
                <a:gd name="T15" fmla="*/ 0 h 486"/>
                <a:gd name="T16" fmla="*/ 0 w 522"/>
                <a:gd name="T17" fmla="*/ 0 h 486"/>
                <a:gd name="T18" fmla="*/ 0 w 522"/>
                <a:gd name="T19" fmla="*/ 0 h 486"/>
                <a:gd name="T20" fmla="*/ 0 w 522"/>
                <a:gd name="T21" fmla="*/ 0 h 486"/>
                <a:gd name="T22" fmla="*/ 0 w 522"/>
                <a:gd name="T23" fmla="*/ 0 h 486"/>
                <a:gd name="T24" fmla="*/ 0 w 522"/>
                <a:gd name="T25" fmla="*/ 0 h 486"/>
                <a:gd name="T26" fmla="*/ 0 w 522"/>
                <a:gd name="T27" fmla="*/ 0 h 486"/>
                <a:gd name="T28" fmla="*/ 0 w 522"/>
                <a:gd name="T29" fmla="*/ 0 h 486"/>
                <a:gd name="T30" fmla="*/ 0 w 522"/>
                <a:gd name="T31" fmla="*/ 0 h 486"/>
                <a:gd name="T32" fmla="*/ 0 w 522"/>
                <a:gd name="T33" fmla="*/ 0 h 486"/>
                <a:gd name="T34" fmla="*/ 0 w 522"/>
                <a:gd name="T35" fmla="*/ 0 h 486"/>
                <a:gd name="T36" fmla="*/ 0 w 522"/>
                <a:gd name="T37" fmla="*/ 0 h 48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22" h="486">
                  <a:moveTo>
                    <a:pt x="0" y="254"/>
                  </a:moveTo>
                  <a:lnTo>
                    <a:pt x="2" y="105"/>
                  </a:lnTo>
                  <a:lnTo>
                    <a:pt x="68" y="0"/>
                  </a:lnTo>
                  <a:lnTo>
                    <a:pt x="191" y="31"/>
                  </a:lnTo>
                  <a:lnTo>
                    <a:pt x="215" y="66"/>
                  </a:lnTo>
                  <a:lnTo>
                    <a:pt x="316" y="105"/>
                  </a:lnTo>
                  <a:lnTo>
                    <a:pt x="349" y="91"/>
                  </a:lnTo>
                  <a:lnTo>
                    <a:pt x="352" y="39"/>
                  </a:lnTo>
                  <a:lnTo>
                    <a:pt x="385" y="14"/>
                  </a:lnTo>
                  <a:lnTo>
                    <a:pt x="522" y="55"/>
                  </a:lnTo>
                  <a:lnTo>
                    <a:pt x="507" y="113"/>
                  </a:lnTo>
                  <a:lnTo>
                    <a:pt x="522" y="398"/>
                  </a:lnTo>
                  <a:lnTo>
                    <a:pt x="522" y="465"/>
                  </a:lnTo>
                  <a:lnTo>
                    <a:pt x="492" y="467"/>
                  </a:lnTo>
                  <a:lnTo>
                    <a:pt x="492" y="486"/>
                  </a:lnTo>
                  <a:lnTo>
                    <a:pt x="224" y="348"/>
                  </a:lnTo>
                  <a:lnTo>
                    <a:pt x="190" y="362"/>
                  </a:lnTo>
                  <a:lnTo>
                    <a:pt x="79" y="346"/>
                  </a:lnTo>
                  <a:lnTo>
                    <a:pt x="0" y="254"/>
                  </a:lnTo>
                  <a:close/>
                </a:path>
              </a:pathLst>
            </a:custGeom>
            <a:grpFill/>
            <a:ln w="3175">
              <a:solidFill>
                <a:schemeClr val="bg1"/>
              </a:solidFill>
              <a:prstDash val="solid"/>
              <a:round/>
            </a:ln>
          </p:spPr>
          <p:txBody>
            <a:bodyPr/>
            <a:lstStyle/>
            <a:p>
              <a:endParaRPr lang="en-US" dirty="0"/>
            </a:p>
          </p:txBody>
        </p:sp>
        <p:sp>
          <p:nvSpPr>
            <p:cNvPr id="200" name="22134421.625455.2526.12513.255">
              <a:extLst>
                <a:ext uri="{FF2B5EF4-FFF2-40B4-BE49-F238E27FC236}">
                  <a16:creationId xmlns:a16="http://schemas.microsoft.com/office/drawing/2014/main" id="{01EBC48D-6C55-AF9C-1F1B-872B1D53DE61}"/>
                </a:ext>
              </a:extLst>
            </p:cNvPr>
            <p:cNvSpPr/>
            <p:nvPr>
              <p:custDataLst>
                <p:tags r:id="rId196"/>
              </p:custDataLst>
            </p:nvPr>
          </p:nvSpPr>
          <p:spPr bwMode="auto">
            <a:xfrm>
              <a:off x="4207" y="3154"/>
              <a:ext cx="77" cy="151"/>
            </a:xfrm>
            <a:custGeom>
              <a:avLst/>
              <a:gdLst>
                <a:gd name="T0" fmla="*/ 0 w 235"/>
                <a:gd name="T1" fmla="*/ 0 h 464"/>
                <a:gd name="T2" fmla="*/ 0 w 235"/>
                <a:gd name="T3" fmla="*/ 0 h 464"/>
                <a:gd name="T4" fmla="*/ 0 w 235"/>
                <a:gd name="T5" fmla="*/ 0 h 464"/>
                <a:gd name="T6" fmla="*/ 0 w 235"/>
                <a:gd name="T7" fmla="*/ 0 h 464"/>
                <a:gd name="T8" fmla="*/ 0 w 235"/>
                <a:gd name="T9" fmla="*/ 0 h 464"/>
                <a:gd name="T10" fmla="*/ 0 w 235"/>
                <a:gd name="T11" fmla="*/ 0 h 464"/>
                <a:gd name="T12" fmla="*/ 0 w 235"/>
                <a:gd name="T13" fmla="*/ 0 h 464"/>
                <a:gd name="T14" fmla="*/ 0 w 235"/>
                <a:gd name="T15" fmla="*/ 0 h 464"/>
                <a:gd name="T16" fmla="*/ 0 w 235"/>
                <a:gd name="T17" fmla="*/ 0 h 464"/>
                <a:gd name="T18" fmla="*/ 0 w 235"/>
                <a:gd name="T19" fmla="*/ 0 h 464"/>
                <a:gd name="T20" fmla="*/ 0 w 235"/>
                <a:gd name="T21" fmla="*/ 0 h 464"/>
                <a:gd name="T22" fmla="*/ 0 w 235"/>
                <a:gd name="T23" fmla="*/ 0 h 464"/>
                <a:gd name="T24" fmla="*/ 0 w 235"/>
                <a:gd name="T25" fmla="*/ 0 h 464"/>
                <a:gd name="T26" fmla="*/ 0 w 235"/>
                <a:gd name="T27" fmla="*/ 0 h 4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35" h="463">
                  <a:moveTo>
                    <a:pt x="0" y="332"/>
                  </a:moveTo>
                  <a:lnTo>
                    <a:pt x="21" y="427"/>
                  </a:lnTo>
                  <a:lnTo>
                    <a:pt x="65" y="464"/>
                  </a:lnTo>
                  <a:lnTo>
                    <a:pt x="138" y="427"/>
                  </a:lnTo>
                  <a:lnTo>
                    <a:pt x="220" y="107"/>
                  </a:lnTo>
                  <a:lnTo>
                    <a:pt x="235" y="120"/>
                  </a:lnTo>
                  <a:lnTo>
                    <a:pt x="199" y="0"/>
                  </a:lnTo>
                  <a:lnTo>
                    <a:pt x="157" y="50"/>
                  </a:lnTo>
                  <a:lnTo>
                    <a:pt x="158" y="85"/>
                  </a:lnTo>
                  <a:lnTo>
                    <a:pt x="106" y="123"/>
                  </a:lnTo>
                  <a:lnTo>
                    <a:pt x="41" y="139"/>
                  </a:lnTo>
                  <a:lnTo>
                    <a:pt x="23" y="180"/>
                  </a:lnTo>
                  <a:lnTo>
                    <a:pt x="41" y="261"/>
                  </a:lnTo>
                  <a:lnTo>
                    <a:pt x="0" y="332"/>
                  </a:lnTo>
                  <a:close/>
                </a:path>
              </a:pathLst>
            </a:custGeom>
            <a:grpFill/>
            <a:ln w="3175">
              <a:solidFill>
                <a:schemeClr val="bg1"/>
              </a:solidFill>
              <a:prstDash val="solid"/>
              <a:round/>
            </a:ln>
          </p:spPr>
          <p:txBody>
            <a:bodyPr/>
            <a:lstStyle/>
            <a:p>
              <a:endParaRPr lang="en-US" dirty="0"/>
            </a:p>
          </p:txBody>
        </p:sp>
        <p:sp>
          <p:nvSpPr>
            <p:cNvPr id="201" name="22135416.543614.755.8755">
              <a:extLst>
                <a:ext uri="{FF2B5EF4-FFF2-40B4-BE49-F238E27FC236}">
                  <a16:creationId xmlns:a16="http://schemas.microsoft.com/office/drawing/2014/main" id="{F87F2E3E-C9BD-C689-9BA3-9CFFC258B1B2}"/>
                </a:ext>
              </a:extLst>
            </p:cNvPr>
            <p:cNvSpPr/>
            <p:nvPr>
              <p:custDataLst>
                <p:tags r:id="rId197"/>
              </p:custDataLst>
            </p:nvPr>
          </p:nvSpPr>
          <p:spPr bwMode="auto">
            <a:xfrm>
              <a:off x="4096" y="3124"/>
              <a:ext cx="34" cy="86"/>
            </a:xfrm>
            <a:custGeom>
              <a:avLst/>
              <a:gdLst>
                <a:gd name="T0" fmla="*/ 0 w 107"/>
                <a:gd name="T1" fmla="*/ 0 h 261"/>
                <a:gd name="T2" fmla="*/ 0 w 107"/>
                <a:gd name="T3" fmla="*/ 0 h 261"/>
                <a:gd name="T4" fmla="*/ 0 w 107"/>
                <a:gd name="T5" fmla="*/ 0 h 261"/>
                <a:gd name="T6" fmla="*/ 0 w 107"/>
                <a:gd name="T7" fmla="*/ 0 h 261"/>
                <a:gd name="T8" fmla="*/ 0 w 107"/>
                <a:gd name="T9" fmla="*/ 0 h 261"/>
                <a:gd name="T10" fmla="*/ 0 w 107"/>
                <a:gd name="T11" fmla="*/ 0 h 261"/>
                <a:gd name="T12" fmla="*/ 0 w 107"/>
                <a:gd name="T13" fmla="*/ 0 h 261"/>
                <a:gd name="T14" fmla="*/ 0 w 107"/>
                <a:gd name="T15" fmla="*/ 0 h 261"/>
                <a:gd name="T16" fmla="*/ 0 w 107"/>
                <a:gd name="T17" fmla="*/ 0 h 261"/>
                <a:gd name="T18" fmla="*/ 0 w 107"/>
                <a:gd name="T19" fmla="*/ 0 h 261"/>
                <a:gd name="T20" fmla="*/ 0 w 107"/>
                <a:gd name="T21" fmla="*/ 0 h 261"/>
                <a:gd name="T22" fmla="*/ 0 w 107"/>
                <a:gd name="T23" fmla="*/ 0 h 261"/>
                <a:gd name="T24" fmla="*/ 0 w 107"/>
                <a:gd name="T25" fmla="*/ 0 h 261"/>
                <a:gd name="T26" fmla="*/ 0 w 107"/>
                <a:gd name="T27" fmla="*/ 0 h 26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07" h="261">
                  <a:moveTo>
                    <a:pt x="0" y="142"/>
                  </a:moveTo>
                  <a:lnTo>
                    <a:pt x="14" y="158"/>
                  </a:lnTo>
                  <a:lnTo>
                    <a:pt x="57" y="172"/>
                  </a:lnTo>
                  <a:lnTo>
                    <a:pt x="51" y="221"/>
                  </a:lnTo>
                  <a:lnTo>
                    <a:pt x="87" y="261"/>
                  </a:lnTo>
                  <a:lnTo>
                    <a:pt x="107" y="187"/>
                  </a:lnTo>
                  <a:lnTo>
                    <a:pt x="73" y="138"/>
                  </a:lnTo>
                  <a:lnTo>
                    <a:pt x="84" y="165"/>
                  </a:lnTo>
                  <a:lnTo>
                    <a:pt x="63" y="164"/>
                  </a:lnTo>
                  <a:lnTo>
                    <a:pt x="41" y="96"/>
                  </a:lnTo>
                  <a:lnTo>
                    <a:pt x="40" y="7"/>
                  </a:lnTo>
                  <a:lnTo>
                    <a:pt x="7" y="0"/>
                  </a:lnTo>
                  <a:lnTo>
                    <a:pt x="33" y="43"/>
                  </a:lnTo>
                  <a:lnTo>
                    <a:pt x="0" y="142"/>
                  </a:lnTo>
                  <a:close/>
                </a:path>
              </a:pathLst>
            </a:custGeom>
            <a:grpFill/>
            <a:ln w="3175">
              <a:solidFill>
                <a:schemeClr val="bg1"/>
              </a:solidFill>
              <a:prstDash val="solid"/>
              <a:round/>
            </a:ln>
          </p:spPr>
          <p:txBody>
            <a:bodyPr/>
            <a:lstStyle/>
            <a:p>
              <a:endParaRPr lang="en-US" dirty="0"/>
            </a:p>
          </p:txBody>
        </p:sp>
        <p:sp>
          <p:nvSpPr>
            <p:cNvPr id="202" name="22136351.5351.87528.37530.3755">
              <a:extLst>
                <a:ext uri="{FF2B5EF4-FFF2-40B4-BE49-F238E27FC236}">
                  <a16:creationId xmlns:a16="http://schemas.microsoft.com/office/drawing/2014/main" id="{4127675E-3494-47C0-9378-AE95D13D399F}"/>
                </a:ext>
              </a:extLst>
            </p:cNvPr>
            <p:cNvSpPr/>
            <p:nvPr>
              <p:custDataLst>
                <p:tags r:id="rId198"/>
              </p:custDataLst>
            </p:nvPr>
          </p:nvSpPr>
          <p:spPr bwMode="auto">
            <a:xfrm>
              <a:off x="3609" y="2748"/>
              <a:ext cx="176" cy="164"/>
            </a:xfrm>
            <a:custGeom>
              <a:avLst/>
              <a:gdLst>
                <a:gd name="T0" fmla="*/ 0 w 540"/>
                <a:gd name="T1" fmla="*/ 0 h 506"/>
                <a:gd name="T2" fmla="*/ 0 w 540"/>
                <a:gd name="T3" fmla="*/ 0 h 506"/>
                <a:gd name="T4" fmla="*/ 0 w 540"/>
                <a:gd name="T5" fmla="*/ 0 h 506"/>
                <a:gd name="T6" fmla="*/ 0 w 540"/>
                <a:gd name="T7" fmla="*/ 0 h 506"/>
                <a:gd name="T8" fmla="*/ 0 w 540"/>
                <a:gd name="T9" fmla="*/ 0 h 506"/>
                <a:gd name="T10" fmla="*/ 0 w 540"/>
                <a:gd name="T11" fmla="*/ 0 h 506"/>
                <a:gd name="T12" fmla="*/ 0 w 540"/>
                <a:gd name="T13" fmla="*/ 0 h 506"/>
                <a:gd name="T14" fmla="*/ 0 w 540"/>
                <a:gd name="T15" fmla="*/ 0 h 506"/>
                <a:gd name="T16" fmla="*/ 0 w 540"/>
                <a:gd name="T17" fmla="*/ 0 h 506"/>
                <a:gd name="T18" fmla="*/ 0 w 540"/>
                <a:gd name="T19" fmla="*/ 0 h 506"/>
                <a:gd name="T20" fmla="*/ 0 w 540"/>
                <a:gd name="T21" fmla="*/ 0 h 506"/>
                <a:gd name="T22" fmla="*/ 0 w 540"/>
                <a:gd name="T23" fmla="*/ 0 h 506"/>
                <a:gd name="T24" fmla="*/ 0 w 540"/>
                <a:gd name="T25" fmla="*/ 0 h 506"/>
                <a:gd name="T26" fmla="*/ 0 w 540"/>
                <a:gd name="T27" fmla="*/ 0 h 506"/>
                <a:gd name="T28" fmla="*/ 0 w 540"/>
                <a:gd name="T29" fmla="*/ 0 h 506"/>
                <a:gd name="T30" fmla="*/ 0 w 540"/>
                <a:gd name="T31" fmla="*/ 0 h 506"/>
                <a:gd name="T32" fmla="*/ 0 w 540"/>
                <a:gd name="T33" fmla="*/ 0 h 506"/>
                <a:gd name="T34" fmla="*/ 0 w 540"/>
                <a:gd name="T35" fmla="*/ 0 h 506"/>
                <a:gd name="T36" fmla="*/ 0 w 540"/>
                <a:gd name="T37" fmla="*/ 0 h 506"/>
                <a:gd name="T38" fmla="*/ 0 w 540"/>
                <a:gd name="T39" fmla="*/ 0 h 50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40" h="506">
                  <a:moveTo>
                    <a:pt x="0" y="351"/>
                  </a:moveTo>
                  <a:lnTo>
                    <a:pt x="23" y="315"/>
                  </a:lnTo>
                  <a:lnTo>
                    <a:pt x="49" y="338"/>
                  </a:lnTo>
                  <a:lnTo>
                    <a:pt x="218" y="327"/>
                  </a:lnTo>
                  <a:lnTo>
                    <a:pt x="182" y="0"/>
                  </a:lnTo>
                  <a:lnTo>
                    <a:pt x="241" y="0"/>
                  </a:lnTo>
                  <a:lnTo>
                    <a:pt x="509" y="177"/>
                  </a:lnTo>
                  <a:lnTo>
                    <a:pt x="512" y="207"/>
                  </a:lnTo>
                  <a:lnTo>
                    <a:pt x="538" y="203"/>
                  </a:lnTo>
                  <a:lnTo>
                    <a:pt x="540" y="308"/>
                  </a:lnTo>
                  <a:lnTo>
                    <a:pt x="518" y="330"/>
                  </a:lnTo>
                  <a:lnTo>
                    <a:pt x="409" y="344"/>
                  </a:lnTo>
                  <a:lnTo>
                    <a:pt x="272" y="404"/>
                  </a:lnTo>
                  <a:lnTo>
                    <a:pt x="229" y="500"/>
                  </a:lnTo>
                  <a:lnTo>
                    <a:pt x="195" y="488"/>
                  </a:lnTo>
                  <a:lnTo>
                    <a:pt x="137" y="506"/>
                  </a:lnTo>
                  <a:lnTo>
                    <a:pt x="103" y="426"/>
                  </a:lnTo>
                  <a:lnTo>
                    <a:pt x="46" y="445"/>
                  </a:lnTo>
                  <a:lnTo>
                    <a:pt x="24" y="429"/>
                  </a:lnTo>
                  <a:lnTo>
                    <a:pt x="0" y="351"/>
                  </a:lnTo>
                  <a:close/>
                </a:path>
              </a:pathLst>
            </a:custGeom>
            <a:grpFill/>
            <a:ln w="3175">
              <a:solidFill>
                <a:schemeClr val="bg1"/>
              </a:solidFill>
              <a:prstDash val="solid"/>
              <a:round/>
            </a:ln>
          </p:spPr>
          <p:txBody>
            <a:bodyPr/>
            <a:lstStyle/>
            <a:p>
              <a:endParaRPr lang="en-US" dirty="0"/>
            </a:p>
          </p:txBody>
        </p:sp>
        <p:sp>
          <p:nvSpPr>
            <p:cNvPr id="203" name="22137346.875342.7524.2522.755">
              <a:extLst>
                <a:ext uri="{FF2B5EF4-FFF2-40B4-BE49-F238E27FC236}">
                  <a16:creationId xmlns:a16="http://schemas.microsoft.com/office/drawing/2014/main" id="{E31F8219-2B47-3B3F-E275-910E742EF47D}"/>
                </a:ext>
              </a:extLst>
            </p:cNvPr>
            <p:cNvSpPr/>
            <p:nvPr>
              <p:custDataLst>
                <p:tags r:id="rId199"/>
              </p:custDataLst>
            </p:nvPr>
          </p:nvSpPr>
          <p:spPr bwMode="auto">
            <a:xfrm>
              <a:off x="3556" y="2721"/>
              <a:ext cx="132" cy="141"/>
            </a:xfrm>
            <a:custGeom>
              <a:avLst/>
              <a:gdLst>
                <a:gd name="T0" fmla="*/ 0 w 404"/>
                <a:gd name="T1" fmla="*/ 0 h 432"/>
                <a:gd name="T2" fmla="*/ 0 w 404"/>
                <a:gd name="T3" fmla="*/ 0 h 432"/>
                <a:gd name="T4" fmla="*/ 0 w 404"/>
                <a:gd name="T5" fmla="*/ 0 h 432"/>
                <a:gd name="T6" fmla="*/ 0 w 404"/>
                <a:gd name="T7" fmla="*/ 0 h 432"/>
                <a:gd name="T8" fmla="*/ 0 w 404"/>
                <a:gd name="T9" fmla="*/ 0 h 432"/>
                <a:gd name="T10" fmla="*/ 0 w 404"/>
                <a:gd name="T11" fmla="*/ 0 h 432"/>
                <a:gd name="T12" fmla="*/ 0 w 404"/>
                <a:gd name="T13" fmla="*/ 0 h 432"/>
                <a:gd name="T14" fmla="*/ 0 w 404"/>
                <a:gd name="T15" fmla="*/ 0 h 432"/>
                <a:gd name="T16" fmla="*/ 0 w 404"/>
                <a:gd name="T17" fmla="*/ 0 h 432"/>
                <a:gd name="T18" fmla="*/ 0 w 404"/>
                <a:gd name="T19" fmla="*/ 0 h 432"/>
                <a:gd name="T20" fmla="*/ 0 w 404"/>
                <a:gd name="T21" fmla="*/ 0 h 432"/>
                <a:gd name="T22" fmla="*/ 0 w 404"/>
                <a:gd name="T23" fmla="*/ 0 h 432"/>
                <a:gd name="T24" fmla="*/ 0 w 404"/>
                <a:gd name="T25" fmla="*/ 0 h 432"/>
                <a:gd name="T26" fmla="*/ 0 w 404"/>
                <a:gd name="T27" fmla="*/ 0 h 432"/>
                <a:gd name="T28" fmla="*/ 0 w 404"/>
                <a:gd name="T29" fmla="*/ 0 h 432"/>
                <a:gd name="T30" fmla="*/ 0 w 404"/>
                <a:gd name="T31" fmla="*/ 0 h 432"/>
                <a:gd name="T32" fmla="*/ 0 w 404"/>
                <a:gd name="T33" fmla="*/ 0 h 432"/>
                <a:gd name="T34" fmla="*/ 0 w 404"/>
                <a:gd name="T35" fmla="*/ 0 h 4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3" h="432">
                  <a:moveTo>
                    <a:pt x="0" y="217"/>
                  </a:moveTo>
                  <a:lnTo>
                    <a:pt x="25" y="242"/>
                  </a:lnTo>
                  <a:lnTo>
                    <a:pt x="31" y="306"/>
                  </a:lnTo>
                  <a:lnTo>
                    <a:pt x="11" y="388"/>
                  </a:lnTo>
                  <a:lnTo>
                    <a:pt x="87" y="370"/>
                  </a:lnTo>
                  <a:lnTo>
                    <a:pt x="163" y="432"/>
                  </a:lnTo>
                  <a:lnTo>
                    <a:pt x="186" y="396"/>
                  </a:lnTo>
                  <a:lnTo>
                    <a:pt x="212" y="419"/>
                  </a:lnTo>
                  <a:lnTo>
                    <a:pt x="381" y="408"/>
                  </a:lnTo>
                  <a:lnTo>
                    <a:pt x="345" y="81"/>
                  </a:lnTo>
                  <a:lnTo>
                    <a:pt x="404" y="81"/>
                  </a:lnTo>
                  <a:lnTo>
                    <a:pt x="281" y="0"/>
                  </a:lnTo>
                  <a:lnTo>
                    <a:pt x="278" y="44"/>
                  </a:lnTo>
                  <a:lnTo>
                    <a:pt x="171" y="41"/>
                  </a:lnTo>
                  <a:lnTo>
                    <a:pt x="169" y="132"/>
                  </a:lnTo>
                  <a:lnTo>
                    <a:pt x="131" y="148"/>
                  </a:lnTo>
                  <a:lnTo>
                    <a:pt x="134" y="203"/>
                  </a:lnTo>
                  <a:lnTo>
                    <a:pt x="0" y="217"/>
                  </a:lnTo>
                  <a:close/>
                </a:path>
              </a:pathLst>
            </a:custGeom>
            <a:grpFill/>
            <a:ln w="3175">
              <a:solidFill>
                <a:schemeClr val="bg1"/>
              </a:solidFill>
              <a:prstDash val="solid"/>
              <a:round/>
            </a:ln>
          </p:spPr>
          <p:txBody>
            <a:bodyPr/>
            <a:lstStyle/>
            <a:p>
              <a:endParaRPr lang="en-US" dirty="0"/>
            </a:p>
          </p:txBody>
        </p:sp>
        <p:sp>
          <p:nvSpPr>
            <p:cNvPr id="204" name="22138329.625350.2516.625225">
              <a:extLst>
                <a:ext uri="{FF2B5EF4-FFF2-40B4-BE49-F238E27FC236}">
                  <a16:creationId xmlns:a16="http://schemas.microsoft.com/office/drawing/2014/main" id="{48141E7B-2B2B-77F7-1B62-C793E024EA06}"/>
                </a:ext>
              </a:extLst>
            </p:cNvPr>
            <p:cNvSpPr/>
            <p:nvPr>
              <p:custDataLst>
                <p:tags r:id="rId200"/>
              </p:custDataLst>
            </p:nvPr>
          </p:nvSpPr>
          <p:spPr bwMode="auto">
            <a:xfrm>
              <a:off x="3600" y="2622"/>
              <a:ext cx="127" cy="96"/>
            </a:xfrm>
            <a:custGeom>
              <a:avLst/>
              <a:gdLst>
                <a:gd name="T0" fmla="*/ 0 w 392"/>
                <a:gd name="T1" fmla="*/ 0 h 295"/>
                <a:gd name="T2" fmla="*/ 0 w 392"/>
                <a:gd name="T3" fmla="*/ 0 h 295"/>
                <a:gd name="T4" fmla="*/ 0 w 392"/>
                <a:gd name="T5" fmla="*/ 0 h 295"/>
                <a:gd name="T6" fmla="*/ 0 w 392"/>
                <a:gd name="T7" fmla="*/ 0 h 295"/>
                <a:gd name="T8" fmla="*/ 0 w 392"/>
                <a:gd name="T9" fmla="*/ 0 h 295"/>
                <a:gd name="T10" fmla="*/ 0 w 392"/>
                <a:gd name="T11" fmla="*/ 0 h 295"/>
                <a:gd name="T12" fmla="*/ 0 w 392"/>
                <a:gd name="T13" fmla="*/ 0 h 295"/>
                <a:gd name="T14" fmla="*/ 0 w 392"/>
                <a:gd name="T15" fmla="*/ 0 h 295"/>
                <a:gd name="T16" fmla="*/ 0 w 392"/>
                <a:gd name="T17" fmla="*/ 0 h 295"/>
                <a:gd name="T18" fmla="*/ 0 w 392"/>
                <a:gd name="T19" fmla="*/ 0 h 295"/>
                <a:gd name="T20" fmla="*/ 0 w 392"/>
                <a:gd name="T21" fmla="*/ 0 h 295"/>
                <a:gd name="T22" fmla="*/ 0 w 392"/>
                <a:gd name="T23" fmla="*/ 0 h 295"/>
                <a:gd name="T24" fmla="*/ 0 w 392"/>
                <a:gd name="T25" fmla="*/ 0 h 2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2" h="295">
                  <a:moveTo>
                    <a:pt x="0" y="291"/>
                  </a:moveTo>
                  <a:lnTo>
                    <a:pt x="97" y="235"/>
                  </a:lnTo>
                  <a:lnTo>
                    <a:pt x="131" y="118"/>
                  </a:lnTo>
                  <a:lnTo>
                    <a:pt x="213" y="59"/>
                  </a:lnTo>
                  <a:lnTo>
                    <a:pt x="241" y="0"/>
                  </a:lnTo>
                  <a:lnTo>
                    <a:pt x="360" y="19"/>
                  </a:lnTo>
                  <a:lnTo>
                    <a:pt x="392" y="129"/>
                  </a:lnTo>
                  <a:lnTo>
                    <a:pt x="338" y="132"/>
                  </a:lnTo>
                  <a:lnTo>
                    <a:pt x="310" y="144"/>
                  </a:lnTo>
                  <a:lnTo>
                    <a:pt x="315" y="173"/>
                  </a:lnTo>
                  <a:lnTo>
                    <a:pt x="164" y="239"/>
                  </a:lnTo>
                  <a:lnTo>
                    <a:pt x="146" y="295"/>
                  </a:lnTo>
                  <a:lnTo>
                    <a:pt x="0" y="291"/>
                  </a:lnTo>
                  <a:close/>
                </a:path>
              </a:pathLst>
            </a:custGeom>
            <a:grpFill/>
            <a:ln w="3175">
              <a:solidFill>
                <a:schemeClr val="bg1"/>
              </a:solidFill>
              <a:prstDash val="solid"/>
              <a:round/>
            </a:ln>
          </p:spPr>
          <p:txBody>
            <a:bodyPr/>
            <a:lstStyle/>
            <a:p>
              <a:endParaRPr lang="en-US" dirty="0"/>
            </a:p>
          </p:txBody>
        </p:sp>
        <p:sp>
          <p:nvSpPr>
            <p:cNvPr id="205" name="22139418.5430.7531.2519.755">
              <a:extLst>
                <a:ext uri="{FF2B5EF4-FFF2-40B4-BE49-F238E27FC236}">
                  <a16:creationId xmlns:a16="http://schemas.microsoft.com/office/drawing/2014/main" id="{3E79AFB1-8066-A669-BABE-8A24CCC785A3}"/>
                </a:ext>
              </a:extLst>
            </p:cNvPr>
            <p:cNvSpPr/>
            <p:nvPr>
              <p:custDataLst>
                <p:tags r:id="rId201"/>
              </p:custDataLst>
            </p:nvPr>
          </p:nvSpPr>
          <p:spPr bwMode="auto">
            <a:xfrm>
              <a:off x="4065" y="3136"/>
              <a:ext cx="115" cy="181"/>
            </a:xfrm>
            <a:custGeom>
              <a:avLst/>
              <a:gdLst>
                <a:gd name="T0" fmla="*/ 0 w 352"/>
                <a:gd name="T1" fmla="*/ 0 h 557"/>
                <a:gd name="T2" fmla="*/ 0 w 352"/>
                <a:gd name="T3" fmla="*/ 0 h 557"/>
                <a:gd name="T4" fmla="*/ 0 w 352"/>
                <a:gd name="T5" fmla="*/ 0 h 557"/>
                <a:gd name="T6" fmla="*/ 0 w 352"/>
                <a:gd name="T7" fmla="*/ 0 h 557"/>
                <a:gd name="T8" fmla="*/ 0 w 352"/>
                <a:gd name="T9" fmla="*/ 0 h 557"/>
                <a:gd name="T10" fmla="*/ 0 w 352"/>
                <a:gd name="T11" fmla="*/ 0 h 557"/>
                <a:gd name="T12" fmla="*/ 0 w 352"/>
                <a:gd name="T13" fmla="*/ 0 h 557"/>
                <a:gd name="T14" fmla="*/ 0 w 352"/>
                <a:gd name="T15" fmla="*/ 0 h 557"/>
                <a:gd name="T16" fmla="*/ 0 w 352"/>
                <a:gd name="T17" fmla="*/ 0 h 557"/>
                <a:gd name="T18" fmla="*/ 0 w 352"/>
                <a:gd name="T19" fmla="*/ 0 h 557"/>
                <a:gd name="T20" fmla="*/ 0 w 352"/>
                <a:gd name="T21" fmla="*/ 0 h 557"/>
                <a:gd name="T22" fmla="*/ 0 w 352"/>
                <a:gd name="T23" fmla="*/ 0 h 557"/>
                <a:gd name="T24" fmla="*/ 0 w 352"/>
                <a:gd name="T25" fmla="*/ 0 h 557"/>
                <a:gd name="T26" fmla="*/ 0 w 352"/>
                <a:gd name="T27" fmla="*/ 0 h 557"/>
                <a:gd name="T28" fmla="*/ 0 w 352"/>
                <a:gd name="T29" fmla="*/ 0 h 557"/>
                <a:gd name="T30" fmla="*/ 0 w 352"/>
                <a:gd name="T31" fmla="*/ 0 h 557"/>
                <a:gd name="T32" fmla="*/ 0 w 352"/>
                <a:gd name="T33" fmla="*/ 0 h 557"/>
                <a:gd name="T34" fmla="*/ 0 w 352"/>
                <a:gd name="T35" fmla="*/ 0 h 557"/>
                <a:gd name="T36" fmla="*/ 0 w 352"/>
                <a:gd name="T37" fmla="*/ 0 h 557"/>
                <a:gd name="T38" fmla="*/ 0 w 352"/>
                <a:gd name="T39" fmla="*/ 0 h 557"/>
                <a:gd name="T40" fmla="*/ 0 w 352"/>
                <a:gd name="T41" fmla="*/ 0 h 557"/>
                <a:gd name="T42" fmla="*/ 0 w 352"/>
                <a:gd name="T43" fmla="*/ 0 h 557"/>
                <a:gd name="T44" fmla="*/ 0 w 352"/>
                <a:gd name="T45" fmla="*/ 0 h 5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52" h="557">
                  <a:moveTo>
                    <a:pt x="0" y="155"/>
                  </a:moveTo>
                  <a:lnTo>
                    <a:pt x="9" y="173"/>
                  </a:lnTo>
                  <a:lnTo>
                    <a:pt x="92" y="199"/>
                  </a:lnTo>
                  <a:lnTo>
                    <a:pt x="100" y="234"/>
                  </a:lnTo>
                  <a:lnTo>
                    <a:pt x="96" y="322"/>
                  </a:lnTo>
                  <a:lnTo>
                    <a:pt x="52" y="414"/>
                  </a:lnTo>
                  <a:lnTo>
                    <a:pt x="64" y="522"/>
                  </a:lnTo>
                  <a:lnTo>
                    <a:pt x="68" y="557"/>
                  </a:lnTo>
                  <a:lnTo>
                    <a:pt x="95" y="557"/>
                  </a:lnTo>
                  <a:lnTo>
                    <a:pt x="95" y="520"/>
                  </a:lnTo>
                  <a:lnTo>
                    <a:pt x="181" y="470"/>
                  </a:lnTo>
                  <a:lnTo>
                    <a:pt x="156" y="322"/>
                  </a:lnTo>
                  <a:lnTo>
                    <a:pt x="349" y="172"/>
                  </a:lnTo>
                  <a:lnTo>
                    <a:pt x="352" y="0"/>
                  </a:lnTo>
                  <a:lnTo>
                    <a:pt x="302" y="30"/>
                  </a:lnTo>
                  <a:lnTo>
                    <a:pt x="169" y="38"/>
                  </a:lnTo>
                  <a:lnTo>
                    <a:pt x="166" y="102"/>
                  </a:lnTo>
                  <a:lnTo>
                    <a:pt x="200" y="151"/>
                  </a:lnTo>
                  <a:lnTo>
                    <a:pt x="180" y="225"/>
                  </a:lnTo>
                  <a:lnTo>
                    <a:pt x="144" y="185"/>
                  </a:lnTo>
                  <a:lnTo>
                    <a:pt x="150" y="136"/>
                  </a:lnTo>
                  <a:lnTo>
                    <a:pt x="107" y="122"/>
                  </a:lnTo>
                  <a:lnTo>
                    <a:pt x="0" y="155"/>
                  </a:lnTo>
                  <a:close/>
                </a:path>
              </a:pathLst>
            </a:custGeom>
            <a:grpFill/>
            <a:ln w="3175">
              <a:solidFill>
                <a:schemeClr val="bg1"/>
              </a:solidFill>
              <a:prstDash val="solid"/>
              <a:round/>
            </a:ln>
          </p:spPr>
          <p:txBody>
            <a:bodyPr/>
            <a:lstStyle/>
            <a:p>
              <a:endParaRPr lang="en-US" dirty="0"/>
            </a:p>
          </p:txBody>
        </p:sp>
        <p:sp>
          <p:nvSpPr>
            <p:cNvPr id="206" name="22140354.25374.87522.87529.755">
              <a:extLst>
                <a:ext uri="{FF2B5EF4-FFF2-40B4-BE49-F238E27FC236}">
                  <a16:creationId xmlns:a16="http://schemas.microsoft.com/office/drawing/2014/main" id="{B6AB459A-EF45-EB22-DD63-2B0C82CDEAB9}"/>
                </a:ext>
              </a:extLst>
            </p:cNvPr>
            <p:cNvSpPr/>
            <p:nvPr>
              <p:custDataLst>
                <p:tags r:id="rId202"/>
              </p:custDataLst>
            </p:nvPr>
          </p:nvSpPr>
          <p:spPr bwMode="auto">
            <a:xfrm>
              <a:off x="3742" y="2764"/>
              <a:ext cx="172" cy="132"/>
            </a:xfrm>
            <a:custGeom>
              <a:avLst/>
              <a:gdLst>
                <a:gd name="T0" fmla="*/ 0 w 529"/>
                <a:gd name="T1" fmla="*/ 0 h 404"/>
                <a:gd name="T2" fmla="*/ 0 w 529"/>
                <a:gd name="T3" fmla="*/ 0 h 404"/>
                <a:gd name="T4" fmla="*/ 0 w 529"/>
                <a:gd name="T5" fmla="*/ 0 h 404"/>
                <a:gd name="T6" fmla="*/ 0 w 529"/>
                <a:gd name="T7" fmla="*/ 0 h 404"/>
                <a:gd name="T8" fmla="*/ 0 w 529"/>
                <a:gd name="T9" fmla="*/ 0 h 404"/>
                <a:gd name="T10" fmla="*/ 0 w 529"/>
                <a:gd name="T11" fmla="*/ 0 h 404"/>
                <a:gd name="T12" fmla="*/ 0 w 529"/>
                <a:gd name="T13" fmla="*/ 0 h 404"/>
                <a:gd name="T14" fmla="*/ 0 w 529"/>
                <a:gd name="T15" fmla="*/ 0 h 404"/>
                <a:gd name="T16" fmla="*/ 0 w 529"/>
                <a:gd name="T17" fmla="*/ 0 h 404"/>
                <a:gd name="T18" fmla="*/ 0 w 529"/>
                <a:gd name="T19" fmla="*/ 0 h 404"/>
                <a:gd name="T20" fmla="*/ 0 w 529"/>
                <a:gd name="T21" fmla="*/ 0 h 404"/>
                <a:gd name="T22" fmla="*/ 0 w 529"/>
                <a:gd name="T23" fmla="*/ 0 h 404"/>
                <a:gd name="T24" fmla="*/ 0 w 529"/>
                <a:gd name="T25" fmla="*/ 0 h 404"/>
                <a:gd name="T26" fmla="*/ 0 w 529"/>
                <a:gd name="T27" fmla="*/ 0 h 404"/>
                <a:gd name="T28" fmla="*/ 0 w 529"/>
                <a:gd name="T29" fmla="*/ 0 h 404"/>
                <a:gd name="T30" fmla="*/ 0 w 529"/>
                <a:gd name="T31" fmla="*/ 0 h 404"/>
                <a:gd name="T32" fmla="*/ 0 w 529"/>
                <a:gd name="T33" fmla="*/ 0 h 404"/>
                <a:gd name="T34" fmla="*/ 0 w 529"/>
                <a:gd name="T35" fmla="*/ 0 h 404"/>
                <a:gd name="T36" fmla="*/ 0 w 529"/>
                <a:gd name="T37" fmla="*/ 0 h 40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29" h="403">
                  <a:moveTo>
                    <a:pt x="0" y="293"/>
                  </a:moveTo>
                  <a:lnTo>
                    <a:pt x="7" y="326"/>
                  </a:lnTo>
                  <a:lnTo>
                    <a:pt x="72" y="396"/>
                  </a:lnTo>
                  <a:lnTo>
                    <a:pt x="88" y="381"/>
                  </a:lnTo>
                  <a:lnTo>
                    <a:pt x="114" y="404"/>
                  </a:lnTo>
                  <a:lnTo>
                    <a:pt x="154" y="334"/>
                  </a:lnTo>
                  <a:lnTo>
                    <a:pt x="305" y="370"/>
                  </a:lnTo>
                  <a:lnTo>
                    <a:pt x="436" y="333"/>
                  </a:lnTo>
                  <a:lnTo>
                    <a:pt x="440" y="315"/>
                  </a:lnTo>
                  <a:lnTo>
                    <a:pt x="509" y="227"/>
                  </a:lnTo>
                  <a:lnTo>
                    <a:pt x="529" y="107"/>
                  </a:lnTo>
                  <a:lnTo>
                    <a:pt x="495" y="70"/>
                  </a:lnTo>
                  <a:lnTo>
                    <a:pt x="495" y="16"/>
                  </a:lnTo>
                  <a:lnTo>
                    <a:pt x="384" y="0"/>
                  </a:lnTo>
                  <a:lnTo>
                    <a:pt x="182" y="139"/>
                  </a:lnTo>
                  <a:lnTo>
                    <a:pt x="129" y="152"/>
                  </a:lnTo>
                  <a:lnTo>
                    <a:pt x="131" y="257"/>
                  </a:lnTo>
                  <a:lnTo>
                    <a:pt x="109" y="279"/>
                  </a:lnTo>
                  <a:lnTo>
                    <a:pt x="0" y="293"/>
                  </a:lnTo>
                  <a:close/>
                </a:path>
              </a:pathLst>
            </a:custGeom>
            <a:grpFill/>
            <a:ln w="3175">
              <a:solidFill>
                <a:schemeClr val="bg1"/>
              </a:solidFill>
              <a:prstDash val="solid"/>
              <a:round/>
            </a:ln>
          </p:spPr>
          <p:txBody>
            <a:bodyPr/>
            <a:lstStyle/>
            <a:p>
              <a:endParaRPr lang="en-US" dirty="0"/>
            </a:p>
          </p:txBody>
        </p:sp>
        <p:sp>
          <p:nvSpPr>
            <p:cNvPr id="207" name="22141373379.87518.12521.755">
              <a:extLst>
                <a:ext uri="{FF2B5EF4-FFF2-40B4-BE49-F238E27FC236}">
                  <a16:creationId xmlns:a16="http://schemas.microsoft.com/office/drawing/2014/main" id="{F1D78D23-0434-D1EF-934F-048756908D66}"/>
                </a:ext>
              </a:extLst>
            </p:cNvPr>
            <p:cNvSpPr/>
            <p:nvPr>
              <p:custDataLst>
                <p:tags r:id="rId203"/>
              </p:custDataLst>
            </p:nvPr>
          </p:nvSpPr>
          <p:spPr bwMode="auto">
            <a:xfrm>
              <a:off x="3771" y="2873"/>
              <a:ext cx="126" cy="104"/>
            </a:xfrm>
            <a:custGeom>
              <a:avLst/>
              <a:gdLst>
                <a:gd name="T0" fmla="*/ 0 w 388"/>
                <a:gd name="T1" fmla="*/ 0 h 323"/>
                <a:gd name="T2" fmla="*/ 0 w 388"/>
                <a:gd name="T3" fmla="*/ 0 h 323"/>
                <a:gd name="T4" fmla="*/ 0 w 388"/>
                <a:gd name="T5" fmla="*/ 0 h 323"/>
                <a:gd name="T6" fmla="*/ 0 w 388"/>
                <a:gd name="T7" fmla="*/ 0 h 323"/>
                <a:gd name="T8" fmla="*/ 0 w 388"/>
                <a:gd name="T9" fmla="*/ 0 h 323"/>
                <a:gd name="T10" fmla="*/ 0 w 388"/>
                <a:gd name="T11" fmla="*/ 0 h 323"/>
                <a:gd name="T12" fmla="*/ 0 w 388"/>
                <a:gd name="T13" fmla="*/ 0 h 323"/>
                <a:gd name="T14" fmla="*/ 0 w 388"/>
                <a:gd name="T15" fmla="*/ 0 h 323"/>
                <a:gd name="T16" fmla="*/ 0 w 388"/>
                <a:gd name="T17" fmla="*/ 0 h 323"/>
                <a:gd name="T18" fmla="*/ 0 w 388"/>
                <a:gd name="T19" fmla="*/ 0 h 323"/>
                <a:gd name="T20" fmla="*/ 0 w 388"/>
                <a:gd name="T21" fmla="*/ 0 h 323"/>
                <a:gd name="T22" fmla="*/ 0 w 388"/>
                <a:gd name="T23" fmla="*/ 0 h 323"/>
                <a:gd name="T24" fmla="*/ 0 w 388"/>
                <a:gd name="T25" fmla="*/ 0 h 323"/>
                <a:gd name="T26" fmla="*/ 0 w 388"/>
                <a:gd name="T27" fmla="*/ 0 h 3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88" h="323">
                  <a:moveTo>
                    <a:pt x="0" y="251"/>
                  </a:moveTo>
                  <a:lnTo>
                    <a:pt x="26" y="71"/>
                  </a:lnTo>
                  <a:lnTo>
                    <a:pt x="66" y="1"/>
                  </a:lnTo>
                  <a:lnTo>
                    <a:pt x="217" y="37"/>
                  </a:lnTo>
                  <a:lnTo>
                    <a:pt x="348" y="0"/>
                  </a:lnTo>
                  <a:lnTo>
                    <a:pt x="374" y="42"/>
                  </a:lnTo>
                  <a:lnTo>
                    <a:pt x="388" y="71"/>
                  </a:lnTo>
                  <a:lnTo>
                    <a:pt x="353" y="97"/>
                  </a:lnTo>
                  <a:lnTo>
                    <a:pt x="285" y="243"/>
                  </a:lnTo>
                  <a:lnTo>
                    <a:pt x="221" y="233"/>
                  </a:lnTo>
                  <a:lnTo>
                    <a:pt x="186" y="304"/>
                  </a:lnTo>
                  <a:lnTo>
                    <a:pt x="111" y="323"/>
                  </a:lnTo>
                  <a:lnTo>
                    <a:pt x="66" y="260"/>
                  </a:lnTo>
                  <a:lnTo>
                    <a:pt x="0" y="251"/>
                  </a:lnTo>
                  <a:close/>
                </a:path>
              </a:pathLst>
            </a:custGeom>
            <a:grpFill/>
            <a:ln w="3175">
              <a:solidFill>
                <a:schemeClr val="bg1"/>
              </a:solidFill>
              <a:prstDash val="solid"/>
              <a:round/>
            </a:ln>
          </p:spPr>
          <p:txBody>
            <a:bodyPr/>
            <a:lstStyle/>
            <a:p>
              <a:endParaRPr lang="en-US" dirty="0"/>
            </a:p>
          </p:txBody>
        </p:sp>
        <p:sp>
          <p:nvSpPr>
            <p:cNvPr id="208" name="22142375.125343.253.3755.6255">
              <a:extLst>
                <a:ext uri="{FF2B5EF4-FFF2-40B4-BE49-F238E27FC236}">
                  <a16:creationId xmlns:a16="http://schemas.microsoft.com/office/drawing/2014/main" id="{C79BA8E5-BA63-DBCD-6AA8-283777527ABF}"/>
                </a:ext>
              </a:extLst>
            </p:cNvPr>
            <p:cNvSpPr/>
            <p:nvPr>
              <p:custDataLst>
                <p:tags r:id="rId204"/>
              </p:custDataLst>
            </p:nvPr>
          </p:nvSpPr>
          <p:spPr bwMode="auto">
            <a:xfrm>
              <a:off x="3559" y="2885"/>
              <a:ext cx="33" cy="19"/>
            </a:xfrm>
            <a:custGeom>
              <a:avLst/>
              <a:gdLst>
                <a:gd name="T0" fmla="*/ 0 w 101"/>
                <a:gd name="T1" fmla="*/ 0 h 59"/>
                <a:gd name="T2" fmla="*/ 0 w 101"/>
                <a:gd name="T3" fmla="*/ 0 h 59"/>
                <a:gd name="T4" fmla="*/ 0 w 101"/>
                <a:gd name="T5" fmla="*/ 0 h 59"/>
                <a:gd name="T6" fmla="*/ 0 w 101"/>
                <a:gd name="T7" fmla="*/ 0 h 59"/>
                <a:gd name="T8" fmla="*/ 0 w 101"/>
                <a:gd name="T9" fmla="*/ 0 h 59"/>
                <a:gd name="T10" fmla="*/ 0 w 101"/>
                <a:gd name="T11" fmla="*/ 0 h 59"/>
                <a:gd name="T12" fmla="*/ 0 w 101"/>
                <a:gd name="T13" fmla="*/ 0 h 59"/>
                <a:gd name="T14" fmla="*/ 0 w 101"/>
                <a:gd name="T15" fmla="*/ 0 h 5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0" h="59">
                  <a:moveTo>
                    <a:pt x="0" y="7"/>
                  </a:moveTo>
                  <a:lnTo>
                    <a:pt x="29" y="33"/>
                  </a:lnTo>
                  <a:lnTo>
                    <a:pt x="62" y="25"/>
                  </a:lnTo>
                  <a:lnTo>
                    <a:pt x="43" y="33"/>
                  </a:lnTo>
                  <a:lnTo>
                    <a:pt x="58" y="59"/>
                  </a:lnTo>
                  <a:lnTo>
                    <a:pt x="99" y="33"/>
                  </a:lnTo>
                  <a:lnTo>
                    <a:pt x="101" y="0"/>
                  </a:lnTo>
                  <a:lnTo>
                    <a:pt x="0" y="7"/>
                  </a:lnTo>
                  <a:close/>
                </a:path>
              </a:pathLst>
            </a:custGeom>
            <a:grpFill/>
            <a:ln w="3175">
              <a:solidFill>
                <a:schemeClr val="bg1"/>
              </a:solidFill>
              <a:prstDash val="solid"/>
              <a:round/>
            </a:ln>
          </p:spPr>
          <p:txBody>
            <a:bodyPr/>
            <a:lstStyle/>
            <a:p>
              <a:endParaRPr lang="en-US" dirty="0"/>
            </a:p>
          </p:txBody>
        </p:sp>
        <p:sp>
          <p:nvSpPr>
            <p:cNvPr id="209" name="22143349.25469.75315">
              <a:extLst>
                <a:ext uri="{FF2B5EF4-FFF2-40B4-BE49-F238E27FC236}">
                  <a16:creationId xmlns:a16="http://schemas.microsoft.com/office/drawing/2014/main" id="{9718B58F-4FC7-67DF-015E-AD228B379CB3}"/>
                </a:ext>
              </a:extLst>
            </p:cNvPr>
            <p:cNvSpPr/>
            <p:nvPr>
              <p:custDataLst>
                <p:tags r:id="rId205"/>
              </p:custDataLst>
            </p:nvPr>
          </p:nvSpPr>
          <p:spPr bwMode="auto">
            <a:xfrm>
              <a:off x="4291" y="2735"/>
              <a:ext cx="6" cy="18"/>
            </a:xfrm>
            <a:custGeom>
              <a:avLst/>
              <a:gdLst>
                <a:gd name="T0" fmla="*/ 0 w 19"/>
                <a:gd name="T1" fmla="*/ 0 h 55"/>
                <a:gd name="T2" fmla="*/ 0 w 19"/>
                <a:gd name="T3" fmla="*/ 0 h 55"/>
                <a:gd name="T4" fmla="*/ 0 w 19"/>
                <a:gd name="T5" fmla="*/ 0 h 55"/>
                <a:gd name="T6" fmla="*/ 0 w 19"/>
                <a:gd name="T7" fmla="*/ 0 h 55"/>
                <a:gd name="T8" fmla="*/ 0 w 19"/>
                <a:gd name="T9" fmla="*/ 0 h 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55">
                  <a:moveTo>
                    <a:pt x="0" y="45"/>
                  </a:moveTo>
                  <a:lnTo>
                    <a:pt x="10" y="55"/>
                  </a:lnTo>
                  <a:lnTo>
                    <a:pt x="19" y="52"/>
                  </a:lnTo>
                  <a:lnTo>
                    <a:pt x="11" y="0"/>
                  </a:lnTo>
                  <a:lnTo>
                    <a:pt x="0" y="45"/>
                  </a:lnTo>
                  <a:close/>
                </a:path>
              </a:pathLst>
            </a:custGeom>
            <a:grpFill/>
            <a:ln w="3175">
              <a:solidFill>
                <a:schemeClr val="bg1"/>
              </a:solidFill>
              <a:prstDash val="solid"/>
              <a:round/>
            </a:ln>
          </p:spPr>
          <p:txBody>
            <a:bodyPr/>
            <a:lstStyle/>
            <a:p>
              <a:endParaRPr lang="en-US" dirty="0"/>
            </a:p>
          </p:txBody>
        </p:sp>
        <p:sp>
          <p:nvSpPr>
            <p:cNvPr id="210" name="22144400.754293.1253.1255">
              <a:extLst>
                <a:ext uri="{FF2B5EF4-FFF2-40B4-BE49-F238E27FC236}">
                  <a16:creationId xmlns:a16="http://schemas.microsoft.com/office/drawing/2014/main" id="{2F6888B0-E66C-8F4E-A9D5-40CC9E4A135E}"/>
                </a:ext>
              </a:extLst>
            </p:cNvPr>
            <p:cNvSpPr/>
            <p:nvPr>
              <p:custDataLst>
                <p:tags r:id="rId206"/>
              </p:custDataLst>
            </p:nvPr>
          </p:nvSpPr>
          <p:spPr bwMode="auto">
            <a:xfrm>
              <a:off x="4055" y="3033"/>
              <a:ext cx="18" cy="18"/>
            </a:xfrm>
            <a:custGeom>
              <a:avLst/>
              <a:gdLst>
                <a:gd name="T0" fmla="*/ 0 w 55"/>
                <a:gd name="T1" fmla="*/ 0 h 53"/>
                <a:gd name="T2" fmla="*/ 0 w 55"/>
                <a:gd name="T3" fmla="*/ 0 h 53"/>
                <a:gd name="T4" fmla="*/ 0 w 55"/>
                <a:gd name="T5" fmla="*/ 0 h 53"/>
                <a:gd name="T6" fmla="*/ 0 w 55"/>
                <a:gd name="T7" fmla="*/ 0 h 53"/>
                <a:gd name="T8" fmla="*/ 0 w 55"/>
                <a:gd name="T9" fmla="*/ 0 h 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52">
                  <a:moveTo>
                    <a:pt x="0" y="53"/>
                  </a:moveTo>
                  <a:lnTo>
                    <a:pt x="22" y="9"/>
                  </a:lnTo>
                  <a:lnTo>
                    <a:pt x="48" y="0"/>
                  </a:lnTo>
                  <a:lnTo>
                    <a:pt x="55" y="44"/>
                  </a:lnTo>
                  <a:lnTo>
                    <a:pt x="0" y="53"/>
                  </a:lnTo>
                  <a:close/>
                </a:path>
              </a:pathLst>
            </a:custGeom>
            <a:grpFill/>
            <a:ln w="3175">
              <a:solidFill>
                <a:schemeClr val="bg1"/>
              </a:solidFill>
              <a:prstDash val="solid"/>
              <a:round/>
            </a:ln>
          </p:spPr>
          <p:txBody>
            <a:bodyPr/>
            <a:lstStyle/>
            <a:p>
              <a:endParaRPr lang="en-US" dirty="0"/>
            </a:p>
          </p:txBody>
        </p:sp>
        <p:sp>
          <p:nvSpPr>
            <p:cNvPr id="211" name="22145367.625341.757.87511.6255">
              <a:extLst>
                <a:ext uri="{FF2B5EF4-FFF2-40B4-BE49-F238E27FC236}">
                  <a16:creationId xmlns:a16="http://schemas.microsoft.com/office/drawing/2014/main" id="{35EEA5F5-4268-A258-7180-73C61AFE0996}"/>
                </a:ext>
              </a:extLst>
            </p:cNvPr>
            <p:cNvSpPr/>
            <p:nvPr>
              <p:custDataLst>
                <p:tags r:id="rId207"/>
              </p:custDataLst>
            </p:nvPr>
          </p:nvSpPr>
          <p:spPr bwMode="auto">
            <a:xfrm>
              <a:off x="3550" y="2841"/>
              <a:ext cx="68" cy="46"/>
            </a:xfrm>
            <a:custGeom>
              <a:avLst/>
              <a:gdLst>
                <a:gd name="T0" fmla="*/ 0 w 206"/>
                <a:gd name="T1" fmla="*/ 0 h 140"/>
                <a:gd name="T2" fmla="*/ 0 w 206"/>
                <a:gd name="T3" fmla="*/ 0 h 140"/>
                <a:gd name="T4" fmla="*/ 0 w 206"/>
                <a:gd name="T5" fmla="*/ 0 h 140"/>
                <a:gd name="T6" fmla="*/ 0 w 206"/>
                <a:gd name="T7" fmla="*/ 0 h 140"/>
                <a:gd name="T8" fmla="*/ 0 w 206"/>
                <a:gd name="T9" fmla="*/ 0 h 140"/>
                <a:gd name="T10" fmla="*/ 0 w 206"/>
                <a:gd name="T11" fmla="*/ 0 h 140"/>
                <a:gd name="T12" fmla="*/ 0 w 206"/>
                <a:gd name="T13" fmla="*/ 0 h 140"/>
                <a:gd name="T14" fmla="*/ 0 w 206"/>
                <a:gd name="T15" fmla="*/ 0 h 140"/>
                <a:gd name="T16" fmla="*/ 0 w 206"/>
                <a:gd name="T17" fmla="*/ 0 h 140"/>
                <a:gd name="T18" fmla="*/ 0 w 206"/>
                <a:gd name="T19" fmla="*/ 0 h 140"/>
                <a:gd name="T20" fmla="*/ 0 w 206"/>
                <a:gd name="T21" fmla="*/ 0 h 1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140">
                  <a:moveTo>
                    <a:pt x="0" y="62"/>
                  </a:moveTo>
                  <a:lnTo>
                    <a:pt x="30" y="101"/>
                  </a:lnTo>
                  <a:lnTo>
                    <a:pt x="125" y="108"/>
                  </a:lnTo>
                  <a:lnTo>
                    <a:pt x="26" y="121"/>
                  </a:lnTo>
                  <a:lnTo>
                    <a:pt x="26" y="140"/>
                  </a:lnTo>
                  <a:lnTo>
                    <a:pt x="127" y="133"/>
                  </a:lnTo>
                  <a:lnTo>
                    <a:pt x="206" y="140"/>
                  </a:lnTo>
                  <a:lnTo>
                    <a:pt x="182" y="62"/>
                  </a:lnTo>
                  <a:lnTo>
                    <a:pt x="106" y="0"/>
                  </a:lnTo>
                  <a:lnTo>
                    <a:pt x="30" y="18"/>
                  </a:lnTo>
                  <a:lnTo>
                    <a:pt x="0" y="62"/>
                  </a:lnTo>
                  <a:close/>
                </a:path>
              </a:pathLst>
            </a:custGeom>
            <a:grpFill/>
            <a:ln w="3175">
              <a:solidFill>
                <a:schemeClr val="bg1"/>
              </a:solidFill>
              <a:prstDash val="solid"/>
              <a:round/>
            </a:ln>
          </p:spPr>
          <p:txBody>
            <a:bodyPr/>
            <a:lstStyle/>
            <a:p>
              <a:endParaRPr lang="en-US" dirty="0"/>
            </a:p>
          </p:txBody>
        </p:sp>
        <p:sp>
          <p:nvSpPr>
            <p:cNvPr id="212" name="22146380.375349.6255.6255.8755">
              <a:extLst>
                <a:ext uri="{FF2B5EF4-FFF2-40B4-BE49-F238E27FC236}">
                  <a16:creationId xmlns:a16="http://schemas.microsoft.com/office/drawing/2014/main" id="{C64B6911-B07D-0862-FC72-12EADD27CA1B}"/>
                </a:ext>
              </a:extLst>
            </p:cNvPr>
            <p:cNvSpPr/>
            <p:nvPr>
              <p:custDataLst>
                <p:tags r:id="rId208"/>
              </p:custDataLst>
            </p:nvPr>
          </p:nvSpPr>
          <p:spPr bwMode="auto">
            <a:xfrm>
              <a:off x="3596" y="2915"/>
              <a:ext cx="34" cy="33"/>
            </a:xfrm>
            <a:custGeom>
              <a:avLst/>
              <a:gdLst>
                <a:gd name="T0" fmla="*/ 0 w 103"/>
                <a:gd name="T1" fmla="*/ 0 h 101"/>
                <a:gd name="T2" fmla="*/ 0 w 103"/>
                <a:gd name="T3" fmla="*/ 0 h 101"/>
                <a:gd name="T4" fmla="*/ 0 w 103"/>
                <a:gd name="T5" fmla="*/ 0 h 101"/>
                <a:gd name="T6" fmla="*/ 0 w 103"/>
                <a:gd name="T7" fmla="*/ 0 h 101"/>
                <a:gd name="T8" fmla="*/ 0 w 103"/>
                <a:gd name="T9" fmla="*/ 0 h 101"/>
                <a:gd name="T10" fmla="*/ 0 w 103"/>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0">
                  <a:moveTo>
                    <a:pt x="0" y="29"/>
                  </a:moveTo>
                  <a:lnTo>
                    <a:pt x="11" y="69"/>
                  </a:lnTo>
                  <a:lnTo>
                    <a:pt x="62" y="101"/>
                  </a:lnTo>
                  <a:lnTo>
                    <a:pt x="103" y="51"/>
                  </a:lnTo>
                  <a:lnTo>
                    <a:pt x="70" y="0"/>
                  </a:lnTo>
                  <a:lnTo>
                    <a:pt x="0" y="29"/>
                  </a:lnTo>
                  <a:close/>
                </a:path>
              </a:pathLst>
            </a:custGeom>
            <a:grpFill/>
            <a:ln w="3175">
              <a:solidFill>
                <a:schemeClr val="bg1"/>
              </a:solidFill>
              <a:prstDash val="solid"/>
              <a:round/>
            </a:ln>
          </p:spPr>
          <p:txBody>
            <a:bodyPr/>
            <a:lstStyle/>
            <a:p>
              <a:endParaRPr lang="en-US" dirty="0"/>
            </a:p>
          </p:txBody>
        </p:sp>
        <p:sp>
          <p:nvSpPr>
            <p:cNvPr id="213" name="22147376.625451.525.37519.1255">
              <a:extLst>
                <a:ext uri="{FF2B5EF4-FFF2-40B4-BE49-F238E27FC236}">
                  <a16:creationId xmlns:a16="http://schemas.microsoft.com/office/drawing/2014/main" id="{61B3822C-FE70-D7B7-AE3A-9C3E0977EF9E}"/>
                </a:ext>
              </a:extLst>
            </p:cNvPr>
            <p:cNvSpPr/>
            <p:nvPr>
              <p:custDataLst>
                <p:tags r:id="rId209"/>
              </p:custDataLst>
            </p:nvPr>
          </p:nvSpPr>
          <p:spPr bwMode="auto">
            <a:xfrm>
              <a:off x="4185" y="2894"/>
              <a:ext cx="111" cy="146"/>
            </a:xfrm>
            <a:custGeom>
              <a:avLst/>
              <a:gdLst>
                <a:gd name="T0" fmla="*/ 0 w 341"/>
                <a:gd name="T1" fmla="*/ 0 h 453"/>
                <a:gd name="T2" fmla="*/ 0 w 341"/>
                <a:gd name="T3" fmla="*/ 0 h 453"/>
                <a:gd name="T4" fmla="*/ 0 w 341"/>
                <a:gd name="T5" fmla="*/ 0 h 453"/>
                <a:gd name="T6" fmla="*/ 0 w 341"/>
                <a:gd name="T7" fmla="*/ 0 h 453"/>
                <a:gd name="T8" fmla="*/ 0 w 341"/>
                <a:gd name="T9" fmla="*/ 0 h 453"/>
                <a:gd name="T10" fmla="*/ 0 w 341"/>
                <a:gd name="T11" fmla="*/ 0 h 453"/>
                <a:gd name="T12" fmla="*/ 0 w 341"/>
                <a:gd name="T13" fmla="*/ 0 h 453"/>
                <a:gd name="T14" fmla="*/ 0 w 341"/>
                <a:gd name="T15" fmla="*/ 0 h 453"/>
                <a:gd name="T16" fmla="*/ 0 w 341"/>
                <a:gd name="T17" fmla="*/ 0 h 453"/>
                <a:gd name="T18" fmla="*/ 0 w 341"/>
                <a:gd name="T19" fmla="*/ 0 h 453"/>
                <a:gd name="T20" fmla="*/ 0 w 341"/>
                <a:gd name="T21" fmla="*/ 0 h 453"/>
                <a:gd name="T22" fmla="*/ 0 w 341"/>
                <a:gd name="T23" fmla="*/ 0 h 453"/>
                <a:gd name="T24" fmla="*/ 0 w 341"/>
                <a:gd name="T25" fmla="*/ 0 h 453"/>
                <a:gd name="T26" fmla="*/ 0 w 341"/>
                <a:gd name="T27" fmla="*/ 0 h 4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1" h="452">
                  <a:moveTo>
                    <a:pt x="0" y="425"/>
                  </a:moveTo>
                  <a:lnTo>
                    <a:pt x="0" y="303"/>
                  </a:lnTo>
                  <a:lnTo>
                    <a:pt x="27" y="267"/>
                  </a:lnTo>
                  <a:lnTo>
                    <a:pt x="132" y="230"/>
                  </a:lnTo>
                  <a:lnTo>
                    <a:pt x="233" y="130"/>
                  </a:lnTo>
                  <a:lnTo>
                    <a:pt x="101" y="96"/>
                  </a:lnTo>
                  <a:lnTo>
                    <a:pt x="60" y="36"/>
                  </a:lnTo>
                  <a:lnTo>
                    <a:pt x="75" y="17"/>
                  </a:lnTo>
                  <a:lnTo>
                    <a:pt x="128" y="52"/>
                  </a:lnTo>
                  <a:lnTo>
                    <a:pt x="325" y="0"/>
                  </a:lnTo>
                  <a:lnTo>
                    <a:pt x="341" y="52"/>
                  </a:lnTo>
                  <a:lnTo>
                    <a:pt x="221" y="264"/>
                  </a:lnTo>
                  <a:lnTo>
                    <a:pt x="16" y="453"/>
                  </a:lnTo>
                  <a:lnTo>
                    <a:pt x="0" y="425"/>
                  </a:lnTo>
                  <a:close/>
                </a:path>
              </a:pathLst>
            </a:custGeom>
            <a:grpFill/>
            <a:ln w="3175">
              <a:solidFill>
                <a:schemeClr val="bg1"/>
              </a:solidFill>
              <a:prstDash val="solid"/>
              <a:round/>
            </a:ln>
          </p:spPr>
          <p:txBody>
            <a:bodyPr/>
            <a:lstStyle/>
            <a:p>
              <a:endParaRPr lang="en-US" dirty="0"/>
            </a:p>
          </p:txBody>
        </p:sp>
        <p:sp>
          <p:nvSpPr>
            <p:cNvPr id="214" name="22148428.25421.62513.514.6255">
              <a:extLst>
                <a:ext uri="{FF2B5EF4-FFF2-40B4-BE49-F238E27FC236}">
                  <a16:creationId xmlns:a16="http://schemas.microsoft.com/office/drawing/2014/main" id="{25D6F18A-966C-039E-D8F9-08BF34630A58}"/>
                </a:ext>
              </a:extLst>
            </p:cNvPr>
            <p:cNvSpPr/>
            <p:nvPr>
              <p:custDataLst>
                <p:tags r:id="rId210"/>
              </p:custDataLst>
            </p:nvPr>
          </p:nvSpPr>
          <p:spPr bwMode="auto">
            <a:xfrm>
              <a:off x="4013" y="3192"/>
              <a:ext cx="84" cy="78"/>
            </a:xfrm>
            <a:custGeom>
              <a:avLst/>
              <a:gdLst>
                <a:gd name="T0" fmla="*/ 0 w 262"/>
                <a:gd name="T1" fmla="*/ 0 h 241"/>
                <a:gd name="T2" fmla="*/ 0 w 262"/>
                <a:gd name="T3" fmla="*/ 0 h 241"/>
                <a:gd name="T4" fmla="*/ 0 w 262"/>
                <a:gd name="T5" fmla="*/ 0 h 241"/>
                <a:gd name="T6" fmla="*/ 0 w 262"/>
                <a:gd name="T7" fmla="*/ 0 h 241"/>
                <a:gd name="T8" fmla="*/ 0 w 262"/>
                <a:gd name="T9" fmla="*/ 0 h 241"/>
                <a:gd name="T10" fmla="*/ 0 w 262"/>
                <a:gd name="T11" fmla="*/ 0 h 241"/>
                <a:gd name="T12" fmla="*/ 0 w 262"/>
                <a:gd name="T13" fmla="*/ 0 h 241"/>
                <a:gd name="T14" fmla="*/ 0 w 262"/>
                <a:gd name="T15" fmla="*/ 0 h 241"/>
                <a:gd name="T16" fmla="*/ 0 w 262"/>
                <a:gd name="T17" fmla="*/ 0 h 241"/>
                <a:gd name="T18" fmla="*/ 0 w 262"/>
                <a:gd name="T19" fmla="*/ 0 h 241"/>
                <a:gd name="T20" fmla="*/ 0 w 262"/>
                <a:gd name="T21" fmla="*/ 0 h 241"/>
                <a:gd name="T22" fmla="*/ 0 w 262"/>
                <a:gd name="T23" fmla="*/ 0 h 2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2" h="241">
                  <a:moveTo>
                    <a:pt x="0" y="74"/>
                  </a:moveTo>
                  <a:lnTo>
                    <a:pt x="59" y="76"/>
                  </a:lnTo>
                  <a:lnTo>
                    <a:pt x="118" y="32"/>
                  </a:lnTo>
                  <a:lnTo>
                    <a:pt x="121" y="12"/>
                  </a:lnTo>
                  <a:lnTo>
                    <a:pt x="171" y="0"/>
                  </a:lnTo>
                  <a:lnTo>
                    <a:pt x="254" y="26"/>
                  </a:lnTo>
                  <a:lnTo>
                    <a:pt x="262" y="61"/>
                  </a:lnTo>
                  <a:lnTo>
                    <a:pt x="258" y="149"/>
                  </a:lnTo>
                  <a:lnTo>
                    <a:pt x="214" y="241"/>
                  </a:lnTo>
                  <a:lnTo>
                    <a:pt x="138" y="224"/>
                  </a:lnTo>
                  <a:lnTo>
                    <a:pt x="93" y="202"/>
                  </a:lnTo>
                  <a:lnTo>
                    <a:pt x="0" y="74"/>
                  </a:lnTo>
                  <a:close/>
                </a:path>
              </a:pathLst>
            </a:custGeom>
            <a:grpFill/>
            <a:ln w="3175">
              <a:solidFill>
                <a:schemeClr val="bg1"/>
              </a:solidFill>
              <a:prstDash val="solid"/>
              <a:round/>
            </a:ln>
          </p:spPr>
          <p:txBody>
            <a:bodyPr/>
            <a:lstStyle/>
            <a:p>
              <a:endParaRPr lang="en-US" dirty="0"/>
            </a:p>
          </p:txBody>
        </p:sp>
        <p:sp>
          <p:nvSpPr>
            <p:cNvPr id="215" name="22149430.75396.2523.87525.3755">
              <a:extLst>
                <a:ext uri="{FF2B5EF4-FFF2-40B4-BE49-F238E27FC236}">
                  <a16:creationId xmlns:a16="http://schemas.microsoft.com/office/drawing/2014/main" id="{5A197E6C-49EB-D7A9-2FB6-952E0EACCCD8}"/>
                </a:ext>
              </a:extLst>
            </p:cNvPr>
            <p:cNvSpPr/>
            <p:nvPr>
              <p:custDataLst>
                <p:tags r:id="rId211"/>
              </p:custDataLst>
            </p:nvPr>
          </p:nvSpPr>
          <p:spPr bwMode="auto">
            <a:xfrm>
              <a:off x="3866" y="3207"/>
              <a:ext cx="147" cy="138"/>
            </a:xfrm>
            <a:custGeom>
              <a:avLst/>
              <a:gdLst>
                <a:gd name="T0" fmla="*/ 0 w 453"/>
                <a:gd name="T1" fmla="*/ 0 h 425"/>
                <a:gd name="T2" fmla="*/ 0 w 453"/>
                <a:gd name="T3" fmla="*/ 0 h 425"/>
                <a:gd name="T4" fmla="*/ 0 w 453"/>
                <a:gd name="T5" fmla="*/ 0 h 425"/>
                <a:gd name="T6" fmla="*/ 0 w 453"/>
                <a:gd name="T7" fmla="*/ 0 h 425"/>
                <a:gd name="T8" fmla="*/ 0 w 453"/>
                <a:gd name="T9" fmla="*/ 0 h 425"/>
                <a:gd name="T10" fmla="*/ 0 w 453"/>
                <a:gd name="T11" fmla="*/ 0 h 425"/>
                <a:gd name="T12" fmla="*/ 0 w 453"/>
                <a:gd name="T13" fmla="*/ 0 h 425"/>
                <a:gd name="T14" fmla="*/ 0 w 453"/>
                <a:gd name="T15" fmla="*/ 0 h 425"/>
                <a:gd name="T16" fmla="*/ 0 w 453"/>
                <a:gd name="T17" fmla="*/ 0 h 425"/>
                <a:gd name="T18" fmla="*/ 0 w 453"/>
                <a:gd name="T19" fmla="*/ 0 h 425"/>
                <a:gd name="T20" fmla="*/ 0 w 453"/>
                <a:gd name="T21" fmla="*/ 0 h 425"/>
                <a:gd name="T22" fmla="*/ 0 w 453"/>
                <a:gd name="T23" fmla="*/ 0 h 425"/>
                <a:gd name="T24" fmla="*/ 0 w 453"/>
                <a:gd name="T25" fmla="*/ 0 h 425"/>
                <a:gd name="T26" fmla="*/ 0 w 453"/>
                <a:gd name="T27" fmla="*/ 0 h 425"/>
                <a:gd name="T28" fmla="*/ 0 w 453"/>
                <a:gd name="T29" fmla="*/ 0 h 425"/>
                <a:gd name="T30" fmla="*/ 0 w 453"/>
                <a:gd name="T31" fmla="*/ 0 h 425"/>
                <a:gd name="T32" fmla="*/ 0 w 453"/>
                <a:gd name="T33" fmla="*/ 0 h 425"/>
                <a:gd name="T34" fmla="*/ 0 w 453"/>
                <a:gd name="T35" fmla="*/ 0 h 425"/>
                <a:gd name="T36" fmla="*/ 0 w 453"/>
                <a:gd name="T37" fmla="*/ 0 h 425"/>
                <a:gd name="T38" fmla="*/ 0 w 453"/>
                <a:gd name="T39" fmla="*/ 0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52" h="425">
                  <a:moveTo>
                    <a:pt x="0" y="14"/>
                  </a:moveTo>
                  <a:lnTo>
                    <a:pt x="55" y="0"/>
                  </a:lnTo>
                  <a:lnTo>
                    <a:pt x="328" y="40"/>
                  </a:lnTo>
                  <a:lnTo>
                    <a:pt x="389" y="22"/>
                  </a:lnTo>
                  <a:lnTo>
                    <a:pt x="453" y="30"/>
                  </a:lnTo>
                  <a:lnTo>
                    <a:pt x="398" y="61"/>
                  </a:lnTo>
                  <a:lnTo>
                    <a:pt x="377" y="40"/>
                  </a:lnTo>
                  <a:lnTo>
                    <a:pt x="312" y="54"/>
                  </a:lnTo>
                  <a:lnTo>
                    <a:pt x="312" y="173"/>
                  </a:lnTo>
                  <a:lnTo>
                    <a:pt x="278" y="175"/>
                  </a:lnTo>
                  <a:lnTo>
                    <a:pt x="278" y="268"/>
                  </a:lnTo>
                  <a:lnTo>
                    <a:pt x="278" y="404"/>
                  </a:lnTo>
                  <a:lnTo>
                    <a:pt x="249" y="425"/>
                  </a:lnTo>
                  <a:lnTo>
                    <a:pt x="207" y="425"/>
                  </a:lnTo>
                  <a:lnTo>
                    <a:pt x="183" y="396"/>
                  </a:lnTo>
                  <a:lnTo>
                    <a:pt x="164" y="411"/>
                  </a:lnTo>
                  <a:lnTo>
                    <a:pt x="120" y="365"/>
                  </a:lnTo>
                  <a:lnTo>
                    <a:pt x="97" y="216"/>
                  </a:lnTo>
                  <a:lnTo>
                    <a:pt x="97" y="198"/>
                  </a:lnTo>
                  <a:lnTo>
                    <a:pt x="0" y="14"/>
                  </a:lnTo>
                  <a:close/>
                </a:path>
              </a:pathLst>
            </a:custGeom>
            <a:grpFill/>
            <a:ln w="3175">
              <a:solidFill>
                <a:schemeClr val="bg1"/>
              </a:solidFill>
              <a:prstDash val="solid"/>
              <a:round/>
            </a:ln>
          </p:spPr>
          <p:txBody>
            <a:bodyPr/>
            <a:lstStyle/>
            <a:p>
              <a:endParaRPr lang="en-US" dirty="0"/>
            </a:p>
          </p:txBody>
        </p:sp>
        <p:sp>
          <p:nvSpPr>
            <p:cNvPr id="216" name="22150346342.7513.12515.755">
              <a:extLst>
                <a:ext uri="{FF2B5EF4-FFF2-40B4-BE49-F238E27FC236}">
                  <a16:creationId xmlns:a16="http://schemas.microsoft.com/office/drawing/2014/main" id="{9CA86480-FB6C-D2FC-54A2-9B7CB6F1045C}"/>
                </a:ext>
              </a:extLst>
            </p:cNvPr>
            <p:cNvSpPr/>
            <p:nvPr>
              <p:custDataLst>
                <p:tags r:id="rId212"/>
              </p:custDataLst>
            </p:nvPr>
          </p:nvSpPr>
          <p:spPr bwMode="auto">
            <a:xfrm>
              <a:off x="3556" y="2716"/>
              <a:ext cx="91" cy="76"/>
            </a:xfrm>
            <a:custGeom>
              <a:avLst/>
              <a:gdLst>
                <a:gd name="T0" fmla="*/ 0 w 281"/>
                <a:gd name="T1" fmla="*/ 0 h 234"/>
                <a:gd name="T2" fmla="*/ 0 w 281"/>
                <a:gd name="T3" fmla="*/ 0 h 234"/>
                <a:gd name="T4" fmla="*/ 0 w 281"/>
                <a:gd name="T5" fmla="*/ 0 h 234"/>
                <a:gd name="T6" fmla="*/ 0 w 281"/>
                <a:gd name="T7" fmla="*/ 0 h 234"/>
                <a:gd name="T8" fmla="*/ 0 w 281"/>
                <a:gd name="T9" fmla="*/ 0 h 234"/>
                <a:gd name="T10" fmla="*/ 0 w 281"/>
                <a:gd name="T11" fmla="*/ 0 h 234"/>
                <a:gd name="T12" fmla="*/ 0 w 281"/>
                <a:gd name="T13" fmla="*/ 0 h 234"/>
                <a:gd name="T14" fmla="*/ 0 w 281"/>
                <a:gd name="T15" fmla="*/ 0 h 234"/>
                <a:gd name="T16" fmla="*/ 0 w 281"/>
                <a:gd name="T17" fmla="*/ 0 h 234"/>
                <a:gd name="T18" fmla="*/ 0 w 281"/>
                <a:gd name="T19" fmla="*/ 0 h 2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1" h="234">
                  <a:moveTo>
                    <a:pt x="0" y="234"/>
                  </a:moveTo>
                  <a:lnTo>
                    <a:pt x="132" y="0"/>
                  </a:lnTo>
                  <a:lnTo>
                    <a:pt x="278" y="4"/>
                  </a:lnTo>
                  <a:lnTo>
                    <a:pt x="281" y="17"/>
                  </a:lnTo>
                  <a:lnTo>
                    <a:pt x="278" y="61"/>
                  </a:lnTo>
                  <a:lnTo>
                    <a:pt x="171" y="58"/>
                  </a:lnTo>
                  <a:lnTo>
                    <a:pt x="169" y="149"/>
                  </a:lnTo>
                  <a:lnTo>
                    <a:pt x="131" y="165"/>
                  </a:lnTo>
                  <a:lnTo>
                    <a:pt x="134" y="220"/>
                  </a:lnTo>
                  <a:lnTo>
                    <a:pt x="0" y="234"/>
                  </a:lnTo>
                  <a:close/>
                </a:path>
              </a:pathLst>
            </a:custGeom>
            <a:grpFill/>
            <a:ln w="3175">
              <a:solidFill>
                <a:schemeClr val="bg1"/>
              </a:solidFill>
              <a:prstDash val="solid"/>
              <a:round/>
            </a:ln>
          </p:spPr>
          <p:txBody>
            <a:bodyPr/>
            <a:lstStyle/>
            <a:p>
              <a:endParaRPr lang="en-US" dirty="0"/>
            </a:p>
          </p:txBody>
        </p:sp>
        <p:sp>
          <p:nvSpPr>
            <p:cNvPr id="217" name="22151355.25415.62536.87531.1255">
              <a:extLst>
                <a:ext uri="{FF2B5EF4-FFF2-40B4-BE49-F238E27FC236}">
                  <a16:creationId xmlns:a16="http://schemas.microsoft.com/office/drawing/2014/main" id="{30F9B2C9-FC4F-DD71-20EC-127B2F60DC2F}"/>
                </a:ext>
              </a:extLst>
            </p:cNvPr>
            <p:cNvSpPr/>
            <p:nvPr>
              <p:custDataLst>
                <p:tags r:id="rId213"/>
              </p:custDataLst>
            </p:nvPr>
          </p:nvSpPr>
          <p:spPr bwMode="auto">
            <a:xfrm>
              <a:off x="3978" y="2770"/>
              <a:ext cx="180" cy="213"/>
            </a:xfrm>
            <a:custGeom>
              <a:avLst/>
              <a:gdLst>
                <a:gd name="T0" fmla="*/ 0 w 554"/>
                <a:gd name="T1" fmla="*/ 0 h 659"/>
                <a:gd name="T2" fmla="*/ 0 w 554"/>
                <a:gd name="T3" fmla="*/ 0 h 659"/>
                <a:gd name="T4" fmla="*/ 0 w 554"/>
                <a:gd name="T5" fmla="*/ 0 h 659"/>
                <a:gd name="T6" fmla="*/ 0 w 554"/>
                <a:gd name="T7" fmla="*/ 0 h 659"/>
                <a:gd name="T8" fmla="*/ 0 w 554"/>
                <a:gd name="T9" fmla="*/ 0 h 659"/>
                <a:gd name="T10" fmla="*/ 0 w 554"/>
                <a:gd name="T11" fmla="*/ 0 h 659"/>
                <a:gd name="T12" fmla="*/ 0 w 554"/>
                <a:gd name="T13" fmla="*/ 0 h 659"/>
                <a:gd name="T14" fmla="*/ 0 w 554"/>
                <a:gd name="T15" fmla="*/ 0 h 659"/>
                <a:gd name="T16" fmla="*/ 0 w 554"/>
                <a:gd name="T17" fmla="*/ 0 h 659"/>
                <a:gd name="T18" fmla="*/ 0 w 554"/>
                <a:gd name="T19" fmla="*/ 0 h 659"/>
                <a:gd name="T20" fmla="*/ 0 w 554"/>
                <a:gd name="T21" fmla="*/ 0 h 659"/>
                <a:gd name="T22" fmla="*/ 0 w 554"/>
                <a:gd name="T23" fmla="*/ 0 h 659"/>
                <a:gd name="T24" fmla="*/ 0 w 554"/>
                <a:gd name="T25" fmla="*/ 0 h 659"/>
                <a:gd name="T26" fmla="*/ 0 w 554"/>
                <a:gd name="T27" fmla="*/ 0 h 659"/>
                <a:gd name="T28" fmla="*/ 0 w 554"/>
                <a:gd name="T29" fmla="*/ 0 h 659"/>
                <a:gd name="T30" fmla="*/ 0 w 554"/>
                <a:gd name="T31" fmla="*/ 0 h 659"/>
                <a:gd name="T32" fmla="*/ 0 w 554"/>
                <a:gd name="T33" fmla="*/ 0 h 659"/>
                <a:gd name="T34" fmla="*/ 0 w 554"/>
                <a:gd name="T35" fmla="*/ 0 h 659"/>
                <a:gd name="T36" fmla="*/ 0 w 554"/>
                <a:gd name="T37" fmla="*/ 0 h 659"/>
                <a:gd name="T38" fmla="*/ 0 w 554"/>
                <a:gd name="T39" fmla="*/ 0 h 659"/>
                <a:gd name="T40" fmla="*/ 0 w 554"/>
                <a:gd name="T41" fmla="*/ 0 h 659"/>
                <a:gd name="T42" fmla="*/ 0 w 554"/>
                <a:gd name="T43" fmla="*/ 0 h 659"/>
                <a:gd name="T44" fmla="*/ 0 w 554"/>
                <a:gd name="T45" fmla="*/ 0 h 659"/>
                <a:gd name="T46" fmla="*/ 0 w 554"/>
                <a:gd name="T47" fmla="*/ 0 h 659"/>
                <a:gd name="T48" fmla="*/ 0 w 554"/>
                <a:gd name="T49" fmla="*/ 0 h 659"/>
                <a:gd name="T50" fmla="*/ 0 w 554"/>
                <a:gd name="T51" fmla="*/ 0 h 6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54" h="659">
                  <a:moveTo>
                    <a:pt x="0" y="348"/>
                  </a:moveTo>
                  <a:lnTo>
                    <a:pt x="26" y="414"/>
                  </a:lnTo>
                  <a:lnTo>
                    <a:pt x="51" y="485"/>
                  </a:lnTo>
                  <a:lnTo>
                    <a:pt x="107" y="512"/>
                  </a:lnTo>
                  <a:lnTo>
                    <a:pt x="188" y="609"/>
                  </a:lnTo>
                  <a:lnTo>
                    <a:pt x="299" y="659"/>
                  </a:lnTo>
                  <a:lnTo>
                    <a:pt x="402" y="646"/>
                  </a:lnTo>
                  <a:lnTo>
                    <a:pt x="464" y="627"/>
                  </a:lnTo>
                  <a:lnTo>
                    <a:pt x="427" y="557"/>
                  </a:lnTo>
                  <a:lnTo>
                    <a:pt x="368" y="517"/>
                  </a:lnTo>
                  <a:lnTo>
                    <a:pt x="407" y="491"/>
                  </a:lnTo>
                  <a:lnTo>
                    <a:pt x="411" y="430"/>
                  </a:lnTo>
                  <a:lnTo>
                    <a:pt x="477" y="349"/>
                  </a:lnTo>
                  <a:lnTo>
                    <a:pt x="503" y="206"/>
                  </a:lnTo>
                  <a:lnTo>
                    <a:pt x="554" y="175"/>
                  </a:lnTo>
                  <a:lnTo>
                    <a:pt x="514" y="144"/>
                  </a:lnTo>
                  <a:lnTo>
                    <a:pt x="499" y="38"/>
                  </a:lnTo>
                  <a:lnTo>
                    <a:pt x="455" y="0"/>
                  </a:lnTo>
                  <a:lnTo>
                    <a:pt x="402" y="45"/>
                  </a:lnTo>
                  <a:lnTo>
                    <a:pt x="101" y="37"/>
                  </a:lnTo>
                  <a:lnTo>
                    <a:pt x="101" y="104"/>
                  </a:lnTo>
                  <a:lnTo>
                    <a:pt x="71" y="106"/>
                  </a:lnTo>
                  <a:lnTo>
                    <a:pt x="71" y="125"/>
                  </a:lnTo>
                  <a:lnTo>
                    <a:pt x="70" y="252"/>
                  </a:lnTo>
                  <a:lnTo>
                    <a:pt x="35" y="258"/>
                  </a:lnTo>
                  <a:lnTo>
                    <a:pt x="0" y="348"/>
                  </a:lnTo>
                  <a:close/>
                </a:path>
              </a:pathLst>
            </a:custGeom>
            <a:grpFill/>
            <a:ln w="3175">
              <a:solidFill>
                <a:schemeClr val="bg1"/>
              </a:solidFill>
              <a:prstDash val="solid"/>
              <a:round/>
            </a:ln>
          </p:spPr>
          <p:txBody>
            <a:bodyPr/>
            <a:lstStyle/>
            <a:p>
              <a:endParaRPr lang="en-US" dirty="0"/>
            </a:p>
          </p:txBody>
        </p:sp>
        <p:sp>
          <p:nvSpPr>
            <p:cNvPr id="218" name="22152447.875432.2532.255">
              <a:extLst>
                <a:ext uri="{FF2B5EF4-FFF2-40B4-BE49-F238E27FC236}">
                  <a16:creationId xmlns:a16="http://schemas.microsoft.com/office/drawing/2014/main" id="{C364D4ED-F190-F5A4-9F24-2D78B5B9AD3C}"/>
                </a:ext>
              </a:extLst>
            </p:cNvPr>
            <p:cNvSpPr/>
            <p:nvPr>
              <p:custDataLst>
                <p:tags r:id="rId214"/>
              </p:custDataLst>
            </p:nvPr>
          </p:nvSpPr>
          <p:spPr bwMode="auto">
            <a:xfrm>
              <a:off x="4074" y="3306"/>
              <a:ext cx="13" cy="17"/>
            </a:xfrm>
            <a:custGeom>
              <a:avLst/>
              <a:gdLst>
                <a:gd name="T0" fmla="*/ 0 w 39"/>
                <a:gd name="T1" fmla="*/ 0 h 54"/>
                <a:gd name="T2" fmla="*/ 0 w 39"/>
                <a:gd name="T3" fmla="*/ 0 h 54"/>
                <a:gd name="T4" fmla="*/ 0 w 39"/>
                <a:gd name="T5" fmla="*/ 0 h 54"/>
                <a:gd name="T6" fmla="*/ 0 w 39"/>
                <a:gd name="T7" fmla="*/ 0 h 54"/>
                <a:gd name="T8" fmla="*/ 0 w 39"/>
                <a:gd name="T9" fmla="*/ 0 h 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54">
                  <a:moveTo>
                    <a:pt x="0" y="31"/>
                  </a:moveTo>
                  <a:lnTo>
                    <a:pt x="22" y="54"/>
                  </a:lnTo>
                  <a:lnTo>
                    <a:pt x="39" y="35"/>
                  </a:lnTo>
                  <a:lnTo>
                    <a:pt x="35" y="0"/>
                  </a:lnTo>
                  <a:lnTo>
                    <a:pt x="0" y="31"/>
                  </a:lnTo>
                  <a:close/>
                </a:path>
              </a:pathLst>
            </a:custGeom>
            <a:grpFill/>
            <a:ln w="3175">
              <a:solidFill>
                <a:schemeClr val="bg1"/>
              </a:solidFill>
              <a:prstDash val="solid"/>
              <a:round/>
            </a:ln>
          </p:spPr>
          <p:txBody>
            <a:bodyPr/>
            <a:lstStyle/>
            <a:p>
              <a:endParaRPr lang="en-US" dirty="0"/>
            </a:p>
          </p:txBody>
        </p:sp>
        <p:sp>
          <p:nvSpPr>
            <p:cNvPr id="219" name="22153400.625430.252020.255">
              <a:extLst>
                <a:ext uri="{FF2B5EF4-FFF2-40B4-BE49-F238E27FC236}">
                  <a16:creationId xmlns:a16="http://schemas.microsoft.com/office/drawing/2014/main" id="{CC230694-31E8-C6AA-8CC0-1EC1281F25AF}"/>
                </a:ext>
              </a:extLst>
            </p:cNvPr>
            <p:cNvSpPr/>
            <p:nvPr>
              <p:custDataLst>
                <p:tags r:id="rId215"/>
              </p:custDataLst>
            </p:nvPr>
          </p:nvSpPr>
          <p:spPr bwMode="auto">
            <a:xfrm>
              <a:off x="4062" y="3032"/>
              <a:ext cx="118" cy="116"/>
            </a:xfrm>
            <a:custGeom>
              <a:avLst/>
              <a:gdLst>
                <a:gd name="T0" fmla="*/ 0 w 361"/>
                <a:gd name="T1" fmla="*/ 0 h 356"/>
                <a:gd name="T2" fmla="*/ 0 w 361"/>
                <a:gd name="T3" fmla="*/ 0 h 356"/>
                <a:gd name="T4" fmla="*/ 0 w 361"/>
                <a:gd name="T5" fmla="*/ 0 h 356"/>
                <a:gd name="T6" fmla="*/ 0 w 361"/>
                <a:gd name="T7" fmla="*/ 0 h 356"/>
                <a:gd name="T8" fmla="*/ 0 w 361"/>
                <a:gd name="T9" fmla="*/ 0 h 356"/>
                <a:gd name="T10" fmla="*/ 0 w 361"/>
                <a:gd name="T11" fmla="*/ 0 h 356"/>
                <a:gd name="T12" fmla="*/ 0 w 361"/>
                <a:gd name="T13" fmla="*/ 0 h 356"/>
                <a:gd name="T14" fmla="*/ 0 w 361"/>
                <a:gd name="T15" fmla="*/ 0 h 356"/>
                <a:gd name="T16" fmla="*/ 0 w 361"/>
                <a:gd name="T17" fmla="*/ 0 h 356"/>
                <a:gd name="T18" fmla="*/ 0 w 361"/>
                <a:gd name="T19" fmla="*/ 0 h 356"/>
                <a:gd name="T20" fmla="*/ 0 w 361"/>
                <a:gd name="T21" fmla="*/ 0 h 356"/>
                <a:gd name="T22" fmla="*/ 0 w 361"/>
                <a:gd name="T23" fmla="*/ 0 h 356"/>
                <a:gd name="T24" fmla="*/ 0 w 361"/>
                <a:gd name="T25" fmla="*/ 0 h 356"/>
                <a:gd name="T26" fmla="*/ 0 w 361"/>
                <a:gd name="T27" fmla="*/ 0 h 356"/>
                <a:gd name="T28" fmla="*/ 0 w 361"/>
                <a:gd name="T29" fmla="*/ 0 h 356"/>
                <a:gd name="T30" fmla="*/ 0 w 361"/>
                <a:gd name="T31" fmla="*/ 0 h 356"/>
                <a:gd name="T32" fmla="*/ 0 w 361"/>
                <a:gd name="T33" fmla="*/ 0 h 356"/>
                <a:gd name="T34" fmla="*/ 0 w 361"/>
                <a:gd name="T35" fmla="*/ 0 h 356"/>
                <a:gd name="T36" fmla="*/ 0 w 361"/>
                <a:gd name="T37" fmla="*/ 0 h 3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61" h="356">
                  <a:moveTo>
                    <a:pt x="0" y="113"/>
                  </a:moveTo>
                  <a:lnTo>
                    <a:pt x="3" y="182"/>
                  </a:lnTo>
                  <a:lnTo>
                    <a:pt x="47" y="252"/>
                  </a:lnTo>
                  <a:lnTo>
                    <a:pt x="109" y="282"/>
                  </a:lnTo>
                  <a:lnTo>
                    <a:pt x="142" y="289"/>
                  </a:lnTo>
                  <a:lnTo>
                    <a:pt x="178" y="356"/>
                  </a:lnTo>
                  <a:lnTo>
                    <a:pt x="311" y="348"/>
                  </a:lnTo>
                  <a:lnTo>
                    <a:pt x="361" y="318"/>
                  </a:lnTo>
                  <a:lnTo>
                    <a:pt x="310" y="177"/>
                  </a:lnTo>
                  <a:lnTo>
                    <a:pt x="323" y="124"/>
                  </a:lnTo>
                  <a:lnTo>
                    <a:pt x="152" y="0"/>
                  </a:lnTo>
                  <a:lnTo>
                    <a:pt x="106" y="62"/>
                  </a:lnTo>
                  <a:lnTo>
                    <a:pt x="87" y="45"/>
                  </a:lnTo>
                  <a:lnTo>
                    <a:pt x="73" y="59"/>
                  </a:lnTo>
                  <a:lnTo>
                    <a:pt x="72" y="0"/>
                  </a:lnTo>
                  <a:lnTo>
                    <a:pt x="28" y="3"/>
                  </a:lnTo>
                  <a:lnTo>
                    <a:pt x="35" y="47"/>
                  </a:lnTo>
                  <a:lnTo>
                    <a:pt x="38" y="74"/>
                  </a:lnTo>
                  <a:lnTo>
                    <a:pt x="0" y="113"/>
                  </a:lnTo>
                  <a:close/>
                </a:path>
              </a:pathLst>
            </a:custGeom>
            <a:grpFill/>
            <a:ln w="3175">
              <a:solidFill>
                <a:schemeClr val="bg1"/>
              </a:solidFill>
              <a:prstDash val="solid"/>
              <a:round/>
            </a:ln>
          </p:spPr>
          <p:txBody>
            <a:bodyPr/>
            <a:lstStyle/>
            <a:p>
              <a:endParaRPr lang="en-US" dirty="0"/>
            </a:p>
          </p:txBody>
        </p:sp>
        <p:sp>
          <p:nvSpPr>
            <p:cNvPr id="220" name="22154378374.259.62545">
              <a:extLst>
                <a:ext uri="{FF2B5EF4-FFF2-40B4-BE49-F238E27FC236}">
                  <a16:creationId xmlns:a16="http://schemas.microsoft.com/office/drawing/2014/main" id="{434E028E-A639-1B47-37ED-E53371A7A3AB}"/>
                </a:ext>
              </a:extLst>
            </p:cNvPr>
            <p:cNvSpPr/>
            <p:nvPr>
              <p:custDataLst>
                <p:tags r:id="rId216"/>
              </p:custDataLst>
            </p:nvPr>
          </p:nvSpPr>
          <p:spPr bwMode="auto">
            <a:xfrm>
              <a:off x="3738" y="2902"/>
              <a:ext cx="24" cy="55"/>
            </a:xfrm>
            <a:custGeom>
              <a:avLst/>
              <a:gdLst>
                <a:gd name="T0" fmla="*/ 0 w 71"/>
                <a:gd name="T1" fmla="*/ 0 h 171"/>
                <a:gd name="T2" fmla="*/ 0 w 71"/>
                <a:gd name="T3" fmla="*/ 0 h 171"/>
                <a:gd name="T4" fmla="*/ 0 w 71"/>
                <a:gd name="T5" fmla="*/ 0 h 171"/>
                <a:gd name="T6" fmla="*/ 0 w 71"/>
                <a:gd name="T7" fmla="*/ 0 h 171"/>
                <a:gd name="T8" fmla="*/ 0 w 71"/>
                <a:gd name="T9" fmla="*/ 0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1" h="171">
                  <a:moveTo>
                    <a:pt x="0" y="0"/>
                  </a:moveTo>
                  <a:lnTo>
                    <a:pt x="35" y="8"/>
                  </a:lnTo>
                  <a:lnTo>
                    <a:pt x="71" y="164"/>
                  </a:lnTo>
                  <a:lnTo>
                    <a:pt x="46" y="171"/>
                  </a:lnTo>
                  <a:lnTo>
                    <a:pt x="0" y="0"/>
                  </a:lnTo>
                  <a:close/>
                </a:path>
              </a:pathLst>
            </a:custGeom>
            <a:grpFill/>
            <a:ln w="3175">
              <a:solidFill>
                <a:schemeClr val="bg1"/>
              </a:solidFill>
              <a:prstDash val="solid"/>
              <a:round/>
            </a:ln>
          </p:spPr>
          <p:txBody>
            <a:bodyPr/>
            <a:lstStyle/>
            <a:p>
              <a:endParaRPr lang="en-US" dirty="0"/>
            </a:p>
          </p:txBody>
        </p:sp>
        <p:sp>
          <p:nvSpPr>
            <p:cNvPr id="221" name="22155391.5430.259.875105">
              <a:extLst>
                <a:ext uri="{FF2B5EF4-FFF2-40B4-BE49-F238E27FC236}">
                  <a16:creationId xmlns:a16="http://schemas.microsoft.com/office/drawing/2014/main" id="{D7A5386F-5A02-3A07-B482-041972EF4844}"/>
                </a:ext>
              </a:extLst>
            </p:cNvPr>
            <p:cNvSpPr/>
            <p:nvPr>
              <p:custDataLst>
                <p:tags r:id="rId217"/>
              </p:custDataLst>
            </p:nvPr>
          </p:nvSpPr>
          <p:spPr bwMode="auto">
            <a:xfrm>
              <a:off x="4062" y="2980"/>
              <a:ext cx="58" cy="57"/>
            </a:xfrm>
            <a:custGeom>
              <a:avLst/>
              <a:gdLst>
                <a:gd name="T0" fmla="*/ 0 w 177"/>
                <a:gd name="T1" fmla="*/ 0 h 176"/>
                <a:gd name="T2" fmla="*/ 0 w 177"/>
                <a:gd name="T3" fmla="*/ 0 h 176"/>
                <a:gd name="T4" fmla="*/ 0 w 177"/>
                <a:gd name="T5" fmla="*/ 0 h 176"/>
                <a:gd name="T6" fmla="*/ 0 w 177"/>
                <a:gd name="T7" fmla="*/ 0 h 176"/>
                <a:gd name="T8" fmla="*/ 0 w 177"/>
                <a:gd name="T9" fmla="*/ 0 h 176"/>
                <a:gd name="T10" fmla="*/ 0 w 177"/>
                <a:gd name="T11" fmla="*/ 0 h 176"/>
                <a:gd name="T12" fmla="*/ 0 w 177"/>
                <a:gd name="T13" fmla="*/ 0 h 176"/>
                <a:gd name="T14" fmla="*/ 0 w 177"/>
                <a:gd name="T15" fmla="*/ 0 h 176"/>
                <a:gd name="T16" fmla="*/ 0 w 177"/>
                <a:gd name="T17" fmla="*/ 0 h 176"/>
                <a:gd name="T18" fmla="*/ 0 w 177"/>
                <a:gd name="T19" fmla="*/ 0 h 176"/>
                <a:gd name="T20" fmla="*/ 0 w 177"/>
                <a:gd name="T21" fmla="*/ 0 h 1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7" h="176">
                  <a:moveTo>
                    <a:pt x="0" y="176"/>
                  </a:moveTo>
                  <a:lnTo>
                    <a:pt x="26" y="167"/>
                  </a:lnTo>
                  <a:lnTo>
                    <a:pt x="70" y="164"/>
                  </a:lnTo>
                  <a:lnTo>
                    <a:pt x="71" y="139"/>
                  </a:lnTo>
                  <a:lnTo>
                    <a:pt x="141" y="125"/>
                  </a:lnTo>
                  <a:lnTo>
                    <a:pt x="177" y="65"/>
                  </a:lnTo>
                  <a:lnTo>
                    <a:pt x="141" y="0"/>
                  </a:lnTo>
                  <a:lnTo>
                    <a:pt x="38" y="13"/>
                  </a:lnTo>
                  <a:lnTo>
                    <a:pt x="51" y="61"/>
                  </a:lnTo>
                  <a:lnTo>
                    <a:pt x="29" y="92"/>
                  </a:lnTo>
                  <a:lnTo>
                    <a:pt x="0" y="176"/>
                  </a:lnTo>
                  <a:close/>
                </a:path>
              </a:pathLst>
            </a:custGeom>
            <a:grpFill/>
            <a:ln w="3175">
              <a:solidFill>
                <a:schemeClr val="bg1"/>
              </a:solidFill>
              <a:prstDash val="solid"/>
              <a:round/>
            </a:ln>
          </p:spPr>
          <p:txBody>
            <a:bodyPr/>
            <a:lstStyle/>
            <a:p>
              <a:endParaRPr lang="en-US" dirty="0"/>
            </a:p>
          </p:txBody>
        </p:sp>
        <p:sp>
          <p:nvSpPr>
            <p:cNvPr id="222" name="22156338420.519.75215">
              <a:extLst>
                <a:ext uri="{FF2B5EF4-FFF2-40B4-BE49-F238E27FC236}">
                  <a16:creationId xmlns:a16="http://schemas.microsoft.com/office/drawing/2014/main" id="{DD8F943E-7D48-5C20-5832-2D10F4B8F9C2}"/>
                </a:ext>
              </a:extLst>
            </p:cNvPr>
            <p:cNvSpPr/>
            <p:nvPr>
              <p:custDataLst>
                <p:tags r:id="rId218"/>
              </p:custDataLst>
            </p:nvPr>
          </p:nvSpPr>
          <p:spPr bwMode="auto">
            <a:xfrm>
              <a:off x="4006" y="2670"/>
              <a:ext cx="122" cy="114"/>
            </a:xfrm>
            <a:custGeom>
              <a:avLst/>
              <a:gdLst>
                <a:gd name="T0" fmla="*/ 0 w 374"/>
                <a:gd name="T1" fmla="*/ 0 h 351"/>
                <a:gd name="T2" fmla="*/ 0 w 374"/>
                <a:gd name="T3" fmla="*/ 0 h 351"/>
                <a:gd name="T4" fmla="*/ 0 w 374"/>
                <a:gd name="T5" fmla="*/ 0 h 351"/>
                <a:gd name="T6" fmla="*/ 0 w 374"/>
                <a:gd name="T7" fmla="*/ 0 h 351"/>
                <a:gd name="T8" fmla="*/ 0 w 374"/>
                <a:gd name="T9" fmla="*/ 0 h 351"/>
                <a:gd name="T10" fmla="*/ 0 w 374"/>
                <a:gd name="T11" fmla="*/ 0 h 351"/>
                <a:gd name="T12" fmla="*/ 0 w 374"/>
                <a:gd name="T13" fmla="*/ 0 h 351"/>
                <a:gd name="T14" fmla="*/ 0 w 374"/>
                <a:gd name="T15" fmla="*/ 0 h 351"/>
                <a:gd name="T16" fmla="*/ 0 w 374"/>
                <a:gd name="T17" fmla="*/ 0 h 351"/>
                <a:gd name="T18" fmla="*/ 0 w 374"/>
                <a:gd name="T19" fmla="*/ 0 h 351"/>
                <a:gd name="T20" fmla="*/ 0 w 374"/>
                <a:gd name="T21" fmla="*/ 0 h 351"/>
                <a:gd name="T22" fmla="*/ 0 w 374"/>
                <a:gd name="T23" fmla="*/ 0 h 351"/>
                <a:gd name="T24" fmla="*/ 0 w 374"/>
                <a:gd name="T25" fmla="*/ 0 h 351"/>
                <a:gd name="T26" fmla="*/ 0 w 374"/>
                <a:gd name="T27" fmla="*/ 0 h 351"/>
                <a:gd name="T28" fmla="*/ 0 w 374"/>
                <a:gd name="T29" fmla="*/ 0 h 3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4" h="351">
                  <a:moveTo>
                    <a:pt x="0" y="58"/>
                  </a:moveTo>
                  <a:lnTo>
                    <a:pt x="15" y="343"/>
                  </a:lnTo>
                  <a:lnTo>
                    <a:pt x="316" y="351"/>
                  </a:lnTo>
                  <a:lnTo>
                    <a:pt x="369" y="306"/>
                  </a:lnTo>
                  <a:lnTo>
                    <a:pt x="374" y="276"/>
                  </a:lnTo>
                  <a:lnTo>
                    <a:pt x="261" y="75"/>
                  </a:lnTo>
                  <a:lnTo>
                    <a:pt x="316" y="139"/>
                  </a:lnTo>
                  <a:lnTo>
                    <a:pt x="344" y="84"/>
                  </a:lnTo>
                  <a:lnTo>
                    <a:pt x="316" y="13"/>
                  </a:lnTo>
                  <a:lnTo>
                    <a:pt x="246" y="24"/>
                  </a:lnTo>
                  <a:lnTo>
                    <a:pt x="245" y="5"/>
                  </a:lnTo>
                  <a:lnTo>
                    <a:pt x="208" y="5"/>
                  </a:lnTo>
                  <a:lnTo>
                    <a:pt x="146" y="31"/>
                  </a:lnTo>
                  <a:lnTo>
                    <a:pt x="15" y="0"/>
                  </a:lnTo>
                  <a:lnTo>
                    <a:pt x="0" y="58"/>
                  </a:lnTo>
                  <a:close/>
                </a:path>
              </a:pathLst>
            </a:custGeom>
            <a:grpFill/>
            <a:ln w="3175">
              <a:solidFill>
                <a:schemeClr val="bg1"/>
              </a:solidFill>
              <a:prstDash val="solid"/>
              <a:round/>
            </a:ln>
          </p:spPr>
          <p:txBody>
            <a:bodyPr/>
            <a:lstStyle/>
            <a:p>
              <a:endParaRPr lang="en-US" dirty="0"/>
            </a:p>
          </p:txBody>
        </p:sp>
        <p:sp>
          <p:nvSpPr>
            <p:cNvPr id="223" name="22157370.75364.7510.37514.255">
              <a:extLst>
                <a:ext uri="{FF2B5EF4-FFF2-40B4-BE49-F238E27FC236}">
                  <a16:creationId xmlns:a16="http://schemas.microsoft.com/office/drawing/2014/main" id="{8370D01C-5D54-0432-263E-584B2EC0D584}"/>
                </a:ext>
              </a:extLst>
            </p:cNvPr>
            <p:cNvSpPr/>
            <p:nvPr>
              <p:custDataLst>
                <p:tags r:id="rId219"/>
              </p:custDataLst>
            </p:nvPr>
          </p:nvSpPr>
          <p:spPr bwMode="auto">
            <a:xfrm>
              <a:off x="3683" y="2860"/>
              <a:ext cx="83" cy="60"/>
            </a:xfrm>
            <a:custGeom>
              <a:avLst/>
              <a:gdLst>
                <a:gd name="T0" fmla="*/ 0 w 252"/>
                <a:gd name="T1" fmla="*/ 0 h 184"/>
                <a:gd name="T2" fmla="*/ 0 w 252"/>
                <a:gd name="T3" fmla="*/ 0 h 184"/>
                <a:gd name="T4" fmla="*/ 0 w 252"/>
                <a:gd name="T5" fmla="*/ 0 h 184"/>
                <a:gd name="T6" fmla="*/ 0 w 252"/>
                <a:gd name="T7" fmla="*/ 0 h 184"/>
                <a:gd name="T8" fmla="*/ 0 w 252"/>
                <a:gd name="T9" fmla="*/ 0 h 184"/>
                <a:gd name="T10" fmla="*/ 0 w 252"/>
                <a:gd name="T11" fmla="*/ 0 h 184"/>
                <a:gd name="T12" fmla="*/ 0 w 252"/>
                <a:gd name="T13" fmla="*/ 0 h 184"/>
                <a:gd name="T14" fmla="*/ 0 w 252"/>
                <a:gd name="T15" fmla="*/ 0 h 184"/>
                <a:gd name="T16" fmla="*/ 0 w 252"/>
                <a:gd name="T17" fmla="*/ 0 h 184"/>
                <a:gd name="T18" fmla="*/ 0 w 252"/>
                <a:gd name="T19" fmla="*/ 0 h 184"/>
                <a:gd name="T20" fmla="*/ 0 w 252"/>
                <a:gd name="T21" fmla="*/ 0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1" h="184">
                  <a:moveTo>
                    <a:pt x="0" y="156"/>
                  </a:moveTo>
                  <a:lnTo>
                    <a:pt x="18" y="177"/>
                  </a:lnTo>
                  <a:lnTo>
                    <a:pt x="85" y="184"/>
                  </a:lnTo>
                  <a:lnTo>
                    <a:pt x="78" y="137"/>
                  </a:lnTo>
                  <a:lnTo>
                    <a:pt x="168" y="129"/>
                  </a:lnTo>
                  <a:lnTo>
                    <a:pt x="203" y="137"/>
                  </a:lnTo>
                  <a:lnTo>
                    <a:pt x="252" y="103"/>
                  </a:lnTo>
                  <a:lnTo>
                    <a:pt x="187" y="33"/>
                  </a:lnTo>
                  <a:lnTo>
                    <a:pt x="180" y="0"/>
                  </a:lnTo>
                  <a:lnTo>
                    <a:pt x="43" y="60"/>
                  </a:lnTo>
                  <a:lnTo>
                    <a:pt x="0" y="156"/>
                  </a:lnTo>
                  <a:close/>
                </a:path>
              </a:pathLst>
            </a:custGeom>
            <a:grpFill/>
            <a:ln w="3175">
              <a:solidFill>
                <a:schemeClr val="bg1"/>
              </a:solidFill>
              <a:prstDash val="solid"/>
              <a:round/>
            </a:ln>
          </p:spPr>
          <p:txBody>
            <a:bodyPr/>
            <a:lstStyle/>
            <a:p>
              <a:endParaRPr lang="en-US" dirty="0"/>
            </a:p>
          </p:txBody>
        </p:sp>
        <p:sp>
          <p:nvSpPr>
            <p:cNvPr id="224" name="22158414.125415.7518.375225">
              <a:extLst>
                <a:ext uri="{FF2B5EF4-FFF2-40B4-BE49-F238E27FC236}">
                  <a16:creationId xmlns:a16="http://schemas.microsoft.com/office/drawing/2014/main" id="{FE9B6920-8CE8-5929-5756-A2AE0C08DFC8}"/>
                </a:ext>
              </a:extLst>
            </p:cNvPr>
            <p:cNvSpPr/>
            <p:nvPr>
              <p:custDataLst>
                <p:tags r:id="rId220"/>
              </p:custDataLst>
            </p:nvPr>
          </p:nvSpPr>
          <p:spPr bwMode="auto">
            <a:xfrm>
              <a:off x="3979" y="3110"/>
              <a:ext cx="127" cy="107"/>
            </a:xfrm>
            <a:custGeom>
              <a:avLst/>
              <a:gdLst>
                <a:gd name="T0" fmla="*/ 0 w 393"/>
                <a:gd name="T1" fmla="*/ 0 h 326"/>
                <a:gd name="T2" fmla="*/ 0 w 393"/>
                <a:gd name="T3" fmla="*/ 0 h 326"/>
                <a:gd name="T4" fmla="*/ 0 w 393"/>
                <a:gd name="T5" fmla="*/ 0 h 326"/>
                <a:gd name="T6" fmla="*/ 0 w 393"/>
                <a:gd name="T7" fmla="*/ 0 h 326"/>
                <a:gd name="T8" fmla="*/ 0 w 393"/>
                <a:gd name="T9" fmla="*/ 0 h 326"/>
                <a:gd name="T10" fmla="*/ 0 w 393"/>
                <a:gd name="T11" fmla="*/ 0 h 326"/>
                <a:gd name="T12" fmla="*/ 0 w 393"/>
                <a:gd name="T13" fmla="*/ 0 h 326"/>
                <a:gd name="T14" fmla="*/ 0 w 393"/>
                <a:gd name="T15" fmla="*/ 0 h 326"/>
                <a:gd name="T16" fmla="*/ 0 w 393"/>
                <a:gd name="T17" fmla="*/ 0 h 326"/>
                <a:gd name="T18" fmla="*/ 0 w 393"/>
                <a:gd name="T19" fmla="*/ 0 h 326"/>
                <a:gd name="T20" fmla="*/ 0 w 393"/>
                <a:gd name="T21" fmla="*/ 0 h 326"/>
                <a:gd name="T22" fmla="*/ 0 w 393"/>
                <a:gd name="T23" fmla="*/ 0 h 326"/>
                <a:gd name="T24" fmla="*/ 0 w 393"/>
                <a:gd name="T25" fmla="*/ 0 h 326"/>
                <a:gd name="T26" fmla="*/ 0 w 393"/>
                <a:gd name="T27" fmla="*/ 0 h 326"/>
                <a:gd name="T28" fmla="*/ 0 w 393"/>
                <a:gd name="T29" fmla="*/ 0 h 326"/>
                <a:gd name="T30" fmla="*/ 0 w 393"/>
                <a:gd name="T31" fmla="*/ 0 h 326"/>
                <a:gd name="T32" fmla="*/ 0 w 393"/>
                <a:gd name="T33" fmla="*/ 0 h 326"/>
                <a:gd name="T34" fmla="*/ 0 w 393"/>
                <a:gd name="T35" fmla="*/ 0 h 326"/>
                <a:gd name="T36" fmla="*/ 0 w 393"/>
                <a:gd name="T37" fmla="*/ 0 h 326"/>
                <a:gd name="T38" fmla="*/ 0 w 393"/>
                <a:gd name="T39" fmla="*/ 0 h 326"/>
                <a:gd name="T40" fmla="*/ 0 w 393"/>
                <a:gd name="T41" fmla="*/ 0 h 326"/>
                <a:gd name="T42" fmla="*/ 0 w 393"/>
                <a:gd name="T43" fmla="*/ 0 h 3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93" h="326">
                  <a:moveTo>
                    <a:pt x="0" y="159"/>
                  </a:moveTo>
                  <a:lnTo>
                    <a:pt x="0" y="284"/>
                  </a:lnTo>
                  <a:lnTo>
                    <a:pt x="41" y="316"/>
                  </a:lnTo>
                  <a:lnTo>
                    <a:pt x="105" y="324"/>
                  </a:lnTo>
                  <a:lnTo>
                    <a:pt x="164" y="326"/>
                  </a:lnTo>
                  <a:lnTo>
                    <a:pt x="223" y="282"/>
                  </a:lnTo>
                  <a:lnTo>
                    <a:pt x="226" y="262"/>
                  </a:lnTo>
                  <a:lnTo>
                    <a:pt x="276" y="250"/>
                  </a:lnTo>
                  <a:lnTo>
                    <a:pt x="267" y="232"/>
                  </a:lnTo>
                  <a:lnTo>
                    <a:pt x="374" y="199"/>
                  </a:lnTo>
                  <a:lnTo>
                    <a:pt x="360" y="183"/>
                  </a:lnTo>
                  <a:lnTo>
                    <a:pt x="393" y="84"/>
                  </a:lnTo>
                  <a:lnTo>
                    <a:pt x="367" y="41"/>
                  </a:lnTo>
                  <a:lnTo>
                    <a:pt x="305" y="11"/>
                  </a:lnTo>
                  <a:lnTo>
                    <a:pt x="289" y="0"/>
                  </a:lnTo>
                  <a:lnTo>
                    <a:pt x="228" y="30"/>
                  </a:lnTo>
                  <a:lnTo>
                    <a:pt x="221" y="117"/>
                  </a:lnTo>
                  <a:lnTo>
                    <a:pt x="258" y="133"/>
                  </a:lnTo>
                  <a:lnTo>
                    <a:pt x="260" y="169"/>
                  </a:lnTo>
                  <a:lnTo>
                    <a:pt x="69" y="90"/>
                  </a:lnTo>
                  <a:lnTo>
                    <a:pt x="74" y="159"/>
                  </a:lnTo>
                  <a:lnTo>
                    <a:pt x="0" y="159"/>
                  </a:lnTo>
                  <a:close/>
                </a:path>
              </a:pathLst>
            </a:custGeom>
            <a:grpFill/>
            <a:ln w="3175">
              <a:solidFill>
                <a:schemeClr val="bg1"/>
              </a:solidFill>
              <a:prstDash val="solid"/>
              <a:round/>
            </a:ln>
          </p:spPr>
          <p:txBody>
            <a:bodyPr/>
            <a:lstStyle/>
            <a:p>
              <a:endParaRPr lang="en-US" dirty="0"/>
            </a:p>
          </p:txBody>
        </p:sp>
        <p:sp>
          <p:nvSpPr>
            <p:cNvPr id="225" name="22159454425.1254.54.3755">
              <a:extLst>
                <a:ext uri="{FF2B5EF4-FFF2-40B4-BE49-F238E27FC236}">
                  <a16:creationId xmlns:a16="http://schemas.microsoft.com/office/drawing/2014/main" id="{D63E50E9-CCD1-01CA-177A-6E9A4EFB36FB}"/>
                </a:ext>
              </a:extLst>
            </p:cNvPr>
            <p:cNvSpPr/>
            <p:nvPr>
              <p:custDataLst>
                <p:tags r:id="rId221"/>
              </p:custDataLst>
            </p:nvPr>
          </p:nvSpPr>
          <p:spPr bwMode="auto">
            <a:xfrm>
              <a:off x="4033" y="3341"/>
              <a:ext cx="25" cy="26"/>
            </a:xfrm>
            <a:custGeom>
              <a:avLst/>
              <a:gdLst>
                <a:gd name="T0" fmla="*/ 0 w 77"/>
                <a:gd name="T1" fmla="*/ 0 h 80"/>
                <a:gd name="T2" fmla="*/ 0 w 77"/>
                <a:gd name="T3" fmla="*/ 0 h 80"/>
                <a:gd name="T4" fmla="*/ 0 w 77"/>
                <a:gd name="T5" fmla="*/ 0 h 80"/>
                <a:gd name="T6" fmla="*/ 0 w 77"/>
                <a:gd name="T7" fmla="*/ 0 h 80"/>
                <a:gd name="T8" fmla="*/ 0 w 77"/>
                <a:gd name="T9" fmla="*/ 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80">
                  <a:moveTo>
                    <a:pt x="0" y="39"/>
                  </a:moveTo>
                  <a:lnTo>
                    <a:pt x="29" y="80"/>
                  </a:lnTo>
                  <a:lnTo>
                    <a:pt x="77" y="39"/>
                  </a:lnTo>
                  <a:lnTo>
                    <a:pt x="55" y="0"/>
                  </a:lnTo>
                  <a:lnTo>
                    <a:pt x="0" y="39"/>
                  </a:lnTo>
                  <a:close/>
                </a:path>
              </a:pathLst>
            </a:custGeom>
            <a:grpFill/>
            <a:ln w="3175">
              <a:solidFill>
                <a:schemeClr val="bg1"/>
              </a:solidFill>
              <a:prstDash val="solid"/>
              <a:round/>
            </a:ln>
          </p:spPr>
          <p:txBody>
            <a:bodyPr/>
            <a:lstStyle/>
            <a:p>
              <a:endParaRPr lang="en-US" dirty="0"/>
            </a:p>
          </p:txBody>
        </p:sp>
        <p:sp>
          <p:nvSpPr>
            <p:cNvPr id="226" name="22160283.125418.12511.514.8755">
              <a:extLst>
                <a:ext uri="{FF2B5EF4-FFF2-40B4-BE49-F238E27FC236}">
                  <a16:creationId xmlns:a16="http://schemas.microsoft.com/office/drawing/2014/main" id="{E310672A-428F-53A1-AB58-33941E57E233}"/>
                </a:ext>
              </a:extLst>
            </p:cNvPr>
            <p:cNvSpPr/>
            <p:nvPr>
              <p:custDataLst>
                <p:tags r:id="rId222"/>
              </p:custDataLst>
            </p:nvPr>
          </p:nvSpPr>
          <p:spPr bwMode="auto">
            <a:xfrm>
              <a:off x="3992" y="2353"/>
              <a:ext cx="86" cy="66"/>
            </a:xfrm>
            <a:custGeom>
              <a:avLst/>
              <a:gdLst>
                <a:gd name="T0" fmla="*/ 0 w 265"/>
                <a:gd name="T1" fmla="*/ 0 h 207"/>
                <a:gd name="T2" fmla="*/ 0 w 265"/>
                <a:gd name="T3" fmla="*/ 0 h 207"/>
                <a:gd name="T4" fmla="*/ 0 w 265"/>
                <a:gd name="T5" fmla="*/ 0 h 207"/>
                <a:gd name="T6" fmla="*/ 0 w 265"/>
                <a:gd name="T7" fmla="*/ 0 h 207"/>
                <a:gd name="T8" fmla="*/ 0 w 265"/>
                <a:gd name="T9" fmla="*/ 0 h 207"/>
                <a:gd name="T10" fmla="*/ 0 w 265"/>
                <a:gd name="T11" fmla="*/ 0 h 207"/>
                <a:gd name="T12" fmla="*/ 0 w 265"/>
                <a:gd name="T13" fmla="*/ 0 h 207"/>
                <a:gd name="T14" fmla="*/ 0 w 265"/>
                <a:gd name="T15" fmla="*/ 0 h 207"/>
                <a:gd name="T16" fmla="*/ 0 w 265"/>
                <a:gd name="T17" fmla="*/ 0 h 207"/>
                <a:gd name="T18" fmla="*/ 0 w 265"/>
                <a:gd name="T19" fmla="*/ 0 h 207"/>
                <a:gd name="T20" fmla="*/ 0 w 265"/>
                <a:gd name="T21" fmla="*/ 0 h 207"/>
                <a:gd name="T22" fmla="*/ 0 w 265"/>
                <a:gd name="T23" fmla="*/ 0 h 207"/>
                <a:gd name="T24" fmla="*/ 0 w 265"/>
                <a:gd name="T25" fmla="*/ 0 h 207"/>
                <a:gd name="T26" fmla="*/ 0 w 265"/>
                <a:gd name="T27" fmla="*/ 0 h 207"/>
                <a:gd name="T28" fmla="*/ 0 w 265"/>
                <a:gd name="T29" fmla="*/ 0 h 207"/>
                <a:gd name="T30" fmla="*/ 0 w 265"/>
                <a:gd name="T31" fmla="*/ 0 h 207"/>
                <a:gd name="T32" fmla="*/ 0 w 265"/>
                <a:gd name="T33" fmla="*/ 0 h 207"/>
                <a:gd name="T34" fmla="*/ 0 w 265"/>
                <a:gd name="T35" fmla="*/ 0 h 207"/>
                <a:gd name="T36" fmla="*/ 0 w 265"/>
                <a:gd name="T37" fmla="*/ 0 h 207"/>
                <a:gd name="T38" fmla="*/ 0 w 265"/>
                <a:gd name="T39" fmla="*/ 0 h 207"/>
                <a:gd name="T40" fmla="*/ 0 w 265"/>
                <a:gd name="T41" fmla="*/ 0 h 207"/>
                <a:gd name="T42" fmla="*/ 0 w 265"/>
                <a:gd name="T43" fmla="*/ 0 h 207"/>
                <a:gd name="T44" fmla="*/ 0 w 265"/>
                <a:gd name="T45" fmla="*/ 0 h 207"/>
                <a:gd name="T46" fmla="*/ 0 w 265"/>
                <a:gd name="T47" fmla="*/ 0 h 207"/>
                <a:gd name="T48" fmla="*/ 0 w 265"/>
                <a:gd name="T49" fmla="*/ 0 h 207"/>
                <a:gd name="T50" fmla="*/ 0 w 265"/>
                <a:gd name="T51" fmla="*/ 0 h 207"/>
                <a:gd name="T52" fmla="*/ 0 w 265"/>
                <a:gd name="T53" fmla="*/ 0 h 207"/>
                <a:gd name="T54" fmla="*/ 0 w 265"/>
                <a:gd name="T55" fmla="*/ 0 h 207"/>
                <a:gd name="T56" fmla="*/ 0 w 265"/>
                <a:gd name="T57" fmla="*/ 0 h 207"/>
                <a:gd name="T58" fmla="*/ 0 w 265"/>
                <a:gd name="T59" fmla="*/ 0 h 207"/>
                <a:gd name="T60" fmla="*/ 0 w 265"/>
                <a:gd name="T61" fmla="*/ 0 h 207"/>
                <a:gd name="T62" fmla="*/ 0 w 265"/>
                <a:gd name="T63" fmla="*/ 0 h 207"/>
                <a:gd name="T64" fmla="*/ 0 w 265"/>
                <a:gd name="T65" fmla="*/ 0 h 207"/>
                <a:gd name="T66" fmla="*/ 0 w 265"/>
                <a:gd name="T67" fmla="*/ 0 h 207"/>
                <a:gd name="T68" fmla="*/ 0 w 265"/>
                <a:gd name="T69" fmla="*/ 0 h 207"/>
                <a:gd name="T70" fmla="*/ 0 w 265"/>
                <a:gd name="T71" fmla="*/ 0 h 207"/>
                <a:gd name="T72" fmla="*/ 0 w 265"/>
                <a:gd name="T73" fmla="*/ 0 h 207"/>
                <a:gd name="T74" fmla="*/ 0 w 265"/>
                <a:gd name="T75" fmla="*/ 0 h 207"/>
                <a:gd name="T76" fmla="*/ 0 w 265"/>
                <a:gd name="T77" fmla="*/ 0 h 207"/>
                <a:gd name="T78" fmla="*/ 0 w 265"/>
                <a:gd name="T79" fmla="*/ 0 h 207"/>
                <a:gd name="T80" fmla="*/ 0 w 265"/>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65" h="206">
                  <a:moveTo>
                    <a:pt x="86" y="0"/>
                  </a:moveTo>
                  <a:lnTo>
                    <a:pt x="108" y="5"/>
                  </a:lnTo>
                  <a:lnTo>
                    <a:pt x="130" y="20"/>
                  </a:lnTo>
                  <a:lnTo>
                    <a:pt x="166" y="20"/>
                  </a:lnTo>
                  <a:lnTo>
                    <a:pt x="203" y="25"/>
                  </a:lnTo>
                  <a:lnTo>
                    <a:pt x="221" y="50"/>
                  </a:lnTo>
                  <a:lnTo>
                    <a:pt x="236" y="84"/>
                  </a:lnTo>
                  <a:lnTo>
                    <a:pt x="242" y="97"/>
                  </a:lnTo>
                  <a:lnTo>
                    <a:pt x="255" y="108"/>
                  </a:lnTo>
                  <a:lnTo>
                    <a:pt x="265" y="117"/>
                  </a:lnTo>
                  <a:lnTo>
                    <a:pt x="265" y="130"/>
                  </a:lnTo>
                  <a:lnTo>
                    <a:pt x="248" y="130"/>
                  </a:lnTo>
                  <a:lnTo>
                    <a:pt x="225" y="130"/>
                  </a:lnTo>
                  <a:lnTo>
                    <a:pt x="236" y="144"/>
                  </a:lnTo>
                  <a:lnTo>
                    <a:pt x="244" y="152"/>
                  </a:lnTo>
                  <a:lnTo>
                    <a:pt x="248" y="170"/>
                  </a:lnTo>
                  <a:lnTo>
                    <a:pt x="236" y="178"/>
                  </a:lnTo>
                  <a:lnTo>
                    <a:pt x="215" y="178"/>
                  </a:lnTo>
                  <a:lnTo>
                    <a:pt x="213" y="178"/>
                  </a:lnTo>
                  <a:lnTo>
                    <a:pt x="203" y="186"/>
                  </a:lnTo>
                  <a:lnTo>
                    <a:pt x="203" y="203"/>
                  </a:lnTo>
                  <a:lnTo>
                    <a:pt x="189" y="207"/>
                  </a:lnTo>
                  <a:lnTo>
                    <a:pt x="176" y="199"/>
                  </a:lnTo>
                  <a:lnTo>
                    <a:pt x="155" y="194"/>
                  </a:lnTo>
                  <a:lnTo>
                    <a:pt x="136" y="186"/>
                  </a:lnTo>
                  <a:lnTo>
                    <a:pt x="118" y="190"/>
                  </a:lnTo>
                  <a:lnTo>
                    <a:pt x="63" y="170"/>
                  </a:lnTo>
                  <a:lnTo>
                    <a:pt x="41" y="174"/>
                  </a:lnTo>
                  <a:lnTo>
                    <a:pt x="22" y="170"/>
                  </a:lnTo>
                  <a:lnTo>
                    <a:pt x="12" y="186"/>
                  </a:lnTo>
                  <a:lnTo>
                    <a:pt x="0" y="150"/>
                  </a:lnTo>
                  <a:lnTo>
                    <a:pt x="23" y="128"/>
                  </a:lnTo>
                  <a:lnTo>
                    <a:pt x="7" y="84"/>
                  </a:lnTo>
                  <a:lnTo>
                    <a:pt x="22" y="90"/>
                  </a:lnTo>
                  <a:lnTo>
                    <a:pt x="24" y="80"/>
                  </a:lnTo>
                  <a:lnTo>
                    <a:pt x="29" y="64"/>
                  </a:lnTo>
                  <a:lnTo>
                    <a:pt x="38" y="56"/>
                  </a:lnTo>
                  <a:lnTo>
                    <a:pt x="41" y="36"/>
                  </a:lnTo>
                  <a:lnTo>
                    <a:pt x="59" y="17"/>
                  </a:lnTo>
                  <a:lnTo>
                    <a:pt x="71" y="0"/>
                  </a:lnTo>
                  <a:lnTo>
                    <a:pt x="86" y="0"/>
                  </a:lnTo>
                  <a:close/>
                </a:path>
              </a:pathLst>
            </a:custGeom>
            <a:grpFill/>
            <a:ln w="3175">
              <a:solidFill>
                <a:schemeClr val="bg1"/>
              </a:solidFill>
              <a:prstDash val="solid"/>
              <a:round/>
            </a:ln>
          </p:spPr>
          <p:txBody>
            <a:bodyPr/>
            <a:lstStyle/>
            <a:p>
              <a:endParaRPr lang="en-US" dirty="0"/>
            </a:p>
          </p:txBody>
        </p:sp>
        <p:sp>
          <p:nvSpPr>
            <p:cNvPr id="227" name="22161291.3754161932.8755">
              <a:extLst>
                <a:ext uri="{FF2B5EF4-FFF2-40B4-BE49-F238E27FC236}">
                  <a16:creationId xmlns:a16="http://schemas.microsoft.com/office/drawing/2014/main" id="{CC22CB9F-8BD3-ADC3-FF52-D043A1A12A06}"/>
                </a:ext>
              </a:extLst>
            </p:cNvPr>
            <p:cNvSpPr/>
            <p:nvPr>
              <p:custDataLst>
                <p:tags r:id="rId223"/>
              </p:custDataLst>
            </p:nvPr>
          </p:nvSpPr>
          <p:spPr bwMode="auto">
            <a:xfrm>
              <a:off x="3980" y="2400"/>
              <a:ext cx="190" cy="110"/>
            </a:xfrm>
            <a:custGeom>
              <a:avLst/>
              <a:gdLst>
                <a:gd name="T0" fmla="*/ 0 w 587"/>
                <a:gd name="T1" fmla="*/ 0 h 338"/>
                <a:gd name="T2" fmla="*/ 0 w 587"/>
                <a:gd name="T3" fmla="*/ 0 h 338"/>
                <a:gd name="T4" fmla="*/ 0 w 587"/>
                <a:gd name="T5" fmla="*/ 0 h 338"/>
                <a:gd name="T6" fmla="*/ 0 w 587"/>
                <a:gd name="T7" fmla="*/ 0 h 338"/>
                <a:gd name="T8" fmla="*/ 0 w 587"/>
                <a:gd name="T9" fmla="*/ 0 h 338"/>
                <a:gd name="T10" fmla="*/ 0 w 587"/>
                <a:gd name="T11" fmla="*/ 0 h 338"/>
                <a:gd name="T12" fmla="*/ 0 w 587"/>
                <a:gd name="T13" fmla="*/ 0 h 338"/>
                <a:gd name="T14" fmla="*/ 0 w 587"/>
                <a:gd name="T15" fmla="*/ 0 h 338"/>
                <a:gd name="T16" fmla="*/ 0 w 587"/>
                <a:gd name="T17" fmla="*/ 0 h 338"/>
                <a:gd name="T18" fmla="*/ 0 w 587"/>
                <a:gd name="T19" fmla="*/ 0 h 338"/>
                <a:gd name="T20" fmla="*/ 0 w 587"/>
                <a:gd name="T21" fmla="*/ 0 h 338"/>
                <a:gd name="T22" fmla="*/ 0 w 587"/>
                <a:gd name="T23" fmla="*/ 0 h 338"/>
                <a:gd name="T24" fmla="*/ 0 w 587"/>
                <a:gd name="T25" fmla="*/ 0 h 338"/>
                <a:gd name="T26" fmla="*/ 0 w 587"/>
                <a:gd name="T27" fmla="*/ 0 h 338"/>
                <a:gd name="T28" fmla="*/ 0 w 587"/>
                <a:gd name="T29" fmla="*/ 0 h 338"/>
                <a:gd name="T30" fmla="*/ 0 w 587"/>
                <a:gd name="T31" fmla="*/ 0 h 338"/>
                <a:gd name="T32" fmla="*/ 0 w 587"/>
                <a:gd name="T33" fmla="*/ 0 h 338"/>
                <a:gd name="T34" fmla="*/ 0 w 587"/>
                <a:gd name="T35" fmla="*/ 0 h 338"/>
                <a:gd name="T36" fmla="*/ 0 w 587"/>
                <a:gd name="T37" fmla="*/ 0 h 338"/>
                <a:gd name="T38" fmla="*/ 0 w 587"/>
                <a:gd name="T39" fmla="*/ 0 h 338"/>
                <a:gd name="T40" fmla="*/ 0 w 587"/>
                <a:gd name="T41" fmla="*/ 0 h 338"/>
                <a:gd name="T42" fmla="*/ 0 w 587"/>
                <a:gd name="T43" fmla="*/ 0 h 338"/>
                <a:gd name="T44" fmla="*/ 0 w 587"/>
                <a:gd name="T45" fmla="*/ 0 h 338"/>
                <a:gd name="T46" fmla="*/ 0 w 587"/>
                <a:gd name="T47" fmla="*/ 0 h 338"/>
                <a:gd name="T48" fmla="*/ 0 w 587"/>
                <a:gd name="T49" fmla="*/ 0 h 338"/>
                <a:gd name="T50" fmla="*/ 0 w 587"/>
                <a:gd name="T51" fmla="*/ 0 h 338"/>
                <a:gd name="T52" fmla="*/ 0 w 587"/>
                <a:gd name="T53" fmla="*/ 0 h 338"/>
                <a:gd name="T54" fmla="*/ 0 w 587"/>
                <a:gd name="T55" fmla="*/ 0 h 338"/>
                <a:gd name="T56" fmla="*/ 0 w 587"/>
                <a:gd name="T57" fmla="*/ 0 h 338"/>
                <a:gd name="T58" fmla="*/ 0 w 587"/>
                <a:gd name="T59" fmla="*/ 0 h 338"/>
                <a:gd name="T60" fmla="*/ 0 w 587"/>
                <a:gd name="T61" fmla="*/ 0 h 338"/>
                <a:gd name="T62" fmla="*/ 0 w 587"/>
                <a:gd name="T63" fmla="*/ 0 h 338"/>
                <a:gd name="T64" fmla="*/ 0 w 587"/>
                <a:gd name="T65" fmla="*/ 0 h 338"/>
                <a:gd name="T66" fmla="*/ 0 w 587"/>
                <a:gd name="T67" fmla="*/ 0 h 3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87" h="338">
                  <a:moveTo>
                    <a:pt x="292" y="16"/>
                  </a:moveTo>
                  <a:lnTo>
                    <a:pt x="301" y="13"/>
                  </a:lnTo>
                  <a:lnTo>
                    <a:pt x="318" y="4"/>
                  </a:lnTo>
                  <a:lnTo>
                    <a:pt x="330" y="0"/>
                  </a:lnTo>
                  <a:lnTo>
                    <a:pt x="356" y="4"/>
                  </a:lnTo>
                  <a:lnTo>
                    <a:pt x="366" y="22"/>
                  </a:lnTo>
                  <a:lnTo>
                    <a:pt x="371" y="42"/>
                  </a:lnTo>
                  <a:lnTo>
                    <a:pt x="380" y="49"/>
                  </a:lnTo>
                  <a:lnTo>
                    <a:pt x="393" y="45"/>
                  </a:lnTo>
                  <a:lnTo>
                    <a:pt x="422" y="73"/>
                  </a:lnTo>
                  <a:lnTo>
                    <a:pt x="437" y="95"/>
                  </a:lnTo>
                  <a:lnTo>
                    <a:pt x="477" y="110"/>
                  </a:lnTo>
                  <a:lnTo>
                    <a:pt x="503" y="114"/>
                  </a:lnTo>
                  <a:lnTo>
                    <a:pt x="516" y="110"/>
                  </a:lnTo>
                  <a:lnTo>
                    <a:pt x="540" y="121"/>
                  </a:lnTo>
                  <a:lnTo>
                    <a:pt x="571" y="125"/>
                  </a:lnTo>
                  <a:lnTo>
                    <a:pt x="587" y="177"/>
                  </a:lnTo>
                  <a:lnTo>
                    <a:pt x="557" y="184"/>
                  </a:lnTo>
                  <a:lnTo>
                    <a:pt x="551" y="209"/>
                  </a:lnTo>
                  <a:lnTo>
                    <a:pt x="507" y="235"/>
                  </a:lnTo>
                  <a:lnTo>
                    <a:pt x="439" y="253"/>
                  </a:lnTo>
                  <a:lnTo>
                    <a:pt x="432" y="276"/>
                  </a:lnTo>
                  <a:lnTo>
                    <a:pt x="403" y="267"/>
                  </a:lnTo>
                  <a:lnTo>
                    <a:pt x="435" y="298"/>
                  </a:lnTo>
                  <a:lnTo>
                    <a:pt x="473" y="302"/>
                  </a:lnTo>
                  <a:lnTo>
                    <a:pt x="397" y="338"/>
                  </a:lnTo>
                  <a:lnTo>
                    <a:pt x="352" y="300"/>
                  </a:lnTo>
                  <a:lnTo>
                    <a:pt x="389" y="271"/>
                  </a:lnTo>
                  <a:lnTo>
                    <a:pt x="352" y="264"/>
                  </a:lnTo>
                  <a:lnTo>
                    <a:pt x="327" y="264"/>
                  </a:lnTo>
                  <a:lnTo>
                    <a:pt x="333" y="239"/>
                  </a:lnTo>
                  <a:lnTo>
                    <a:pt x="326" y="242"/>
                  </a:lnTo>
                  <a:lnTo>
                    <a:pt x="271" y="256"/>
                  </a:lnTo>
                  <a:lnTo>
                    <a:pt x="250" y="300"/>
                  </a:lnTo>
                  <a:lnTo>
                    <a:pt x="215" y="297"/>
                  </a:lnTo>
                  <a:lnTo>
                    <a:pt x="224" y="267"/>
                  </a:lnTo>
                  <a:lnTo>
                    <a:pt x="226" y="253"/>
                  </a:lnTo>
                  <a:lnTo>
                    <a:pt x="246" y="246"/>
                  </a:lnTo>
                  <a:lnTo>
                    <a:pt x="257" y="236"/>
                  </a:lnTo>
                  <a:lnTo>
                    <a:pt x="260" y="228"/>
                  </a:lnTo>
                  <a:lnTo>
                    <a:pt x="246" y="224"/>
                  </a:lnTo>
                  <a:lnTo>
                    <a:pt x="231" y="192"/>
                  </a:lnTo>
                  <a:lnTo>
                    <a:pt x="208" y="173"/>
                  </a:lnTo>
                  <a:lnTo>
                    <a:pt x="179" y="173"/>
                  </a:lnTo>
                  <a:lnTo>
                    <a:pt x="142" y="181"/>
                  </a:lnTo>
                  <a:lnTo>
                    <a:pt x="90" y="184"/>
                  </a:lnTo>
                  <a:lnTo>
                    <a:pt x="62" y="189"/>
                  </a:lnTo>
                  <a:lnTo>
                    <a:pt x="22" y="189"/>
                  </a:lnTo>
                  <a:lnTo>
                    <a:pt x="0" y="170"/>
                  </a:lnTo>
                  <a:lnTo>
                    <a:pt x="14" y="140"/>
                  </a:lnTo>
                  <a:lnTo>
                    <a:pt x="37" y="108"/>
                  </a:lnTo>
                  <a:lnTo>
                    <a:pt x="63" y="75"/>
                  </a:lnTo>
                  <a:lnTo>
                    <a:pt x="51" y="37"/>
                  </a:lnTo>
                  <a:lnTo>
                    <a:pt x="52" y="30"/>
                  </a:lnTo>
                  <a:lnTo>
                    <a:pt x="61" y="22"/>
                  </a:lnTo>
                  <a:lnTo>
                    <a:pt x="80" y="26"/>
                  </a:lnTo>
                  <a:lnTo>
                    <a:pt x="102" y="22"/>
                  </a:lnTo>
                  <a:lnTo>
                    <a:pt x="128" y="31"/>
                  </a:lnTo>
                  <a:lnTo>
                    <a:pt x="156" y="42"/>
                  </a:lnTo>
                  <a:lnTo>
                    <a:pt x="175" y="37"/>
                  </a:lnTo>
                  <a:lnTo>
                    <a:pt x="194" y="46"/>
                  </a:lnTo>
                  <a:lnTo>
                    <a:pt x="215" y="51"/>
                  </a:lnTo>
                  <a:lnTo>
                    <a:pt x="228" y="59"/>
                  </a:lnTo>
                  <a:lnTo>
                    <a:pt x="242" y="55"/>
                  </a:lnTo>
                  <a:lnTo>
                    <a:pt x="243" y="38"/>
                  </a:lnTo>
                  <a:lnTo>
                    <a:pt x="252" y="30"/>
                  </a:lnTo>
                  <a:lnTo>
                    <a:pt x="275" y="30"/>
                  </a:lnTo>
                  <a:lnTo>
                    <a:pt x="283" y="26"/>
                  </a:lnTo>
                  <a:lnTo>
                    <a:pt x="292" y="16"/>
                  </a:lnTo>
                  <a:close/>
                </a:path>
              </a:pathLst>
            </a:custGeom>
            <a:grpFill/>
            <a:ln w="3175">
              <a:solidFill>
                <a:schemeClr val="bg1"/>
              </a:solidFill>
              <a:prstDash val="solid"/>
              <a:round/>
            </a:ln>
          </p:spPr>
          <p:txBody>
            <a:bodyPr/>
            <a:lstStyle/>
            <a:p>
              <a:endParaRPr lang="en-US" dirty="0"/>
            </a:p>
          </p:txBody>
        </p:sp>
        <p:sp>
          <p:nvSpPr>
            <p:cNvPr id="228" name="22162301.125424.3756.8756.255">
              <a:extLst>
                <a:ext uri="{FF2B5EF4-FFF2-40B4-BE49-F238E27FC236}">
                  <a16:creationId xmlns:a16="http://schemas.microsoft.com/office/drawing/2014/main" id="{B778C817-C643-A98F-7EE2-2DCBE7E9F150}"/>
                </a:ext>
              </a:extLst>
            </p:cNvPr>
            <p:cNvSpPr/>
            <p:nvPr>
              <p:custDataLst>
                <p:tags r:id="rId224"/>
              </p:custDataLst>
            </p:nvPr>
          </p:nvSpPr>
          <p:spPr bwMode="auto">
            <a:xfrm>
              <a:off x="4028" y="2457"/>
              <a:ext cx="37" cy="40"/>
            </a:xfrm>
            <a:custGeom>
              <a:avLst/>
              <a:gdLst>
                <a:gd name="T0" fmla="*/ 0 w 110"/>
                <a:gd name="T1" fmla="*/ 0 h 122"/>
                <a:gd name="T2" fmla="*/ 0 w 110"/>
                <a:gd name="T3" fmla="*/ 0 h 122"/>
                <a:gd name="T4" fmla="*/ 0 w 110"/>
                <a:gd name="T5" fmla="*/ 0 h 122"/>
                <a:gd name="T6" fmla="*/ 0 w 110"/>
                <a:gd name="T7" fmla="*/ 0 h 122"/>
                <a:gd name="T8" fmla="*/ 0 w 110"/>
                <a:gd name="T9" fmla="*/ 0 h 122"/>
                <a:gd name="T10" fmla="*/ 0 w 110"/>
                <a:gd name="T11" fmla="*/ 0 h 122"/>
                <a:gd name="T12" fmla="*/ 0 w 110"/>
                <a:gd name="T13" fmla="*/ 0 h 122"/>
                <a:gd name="T14" fmla="*/ 0 w 110"/>
                <a:gd name="T15" fmla="*/ 0 h 122"/>
                <a:gd name="T16" fmla="*/ 0 w 110"/>
                <a:gd name="T17" fmla="*/ 0 h 122"/>
                <a:gd name="T18" fmla="*/ 0 w 110"/>
                <a:gd name="T19" fmla="*/ 0 h 122"/>
                <a:gd name="T20" fmla="*/ 0 w 110"/>
                <a:gd name="T21" fmla="*/ 0 h 122"/>
                <a:gd name="T22" fmla="*/ 0 w 110"/>
                <a:gd name="T23" fmla="*/ 0 h 122"/>
                <a:gd name="T24" fmla="*/ 0 w 110"/>
                <a:gd name="T25" fmla="*/ 0 h 122"/>
                <a:gd name="T26" fmla="*/ 0 w 110"/>
                <a:gd name="T27" fmla="*/ 0 h 122"/>
                <a:gd name="T28" fmla="*/ 0 w 110"/>
                <a:gd name="T29" fmla="*/ 0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0" h="122">
                  <a:moveTo>
                    <a:pt x="25" y="33"/>
                  </a:moveTo>
                  <a:lnTo>
                    <a:pt x="39" y="51"/>
                  </a:lnTo>
                  <a:lnTo>
                    <a:pt x="46" y="65"/>
                  </a:lnTo>
                  <a:lnTo>
                    <a:pt x="53" y="121"/>
                  </a:lnTo>
                  <a:lnTo>
                    <a:pt x="64" y="122"/>
                  </a:lnTo>
                  <a:lnTo>
                    <a:pt x="73" y="94"/>
                  </a:lnTo>
                  <a:lnTo>
                    <a:pt x="75" y="78"/>
                  </a:lnTo>
                  <a:lnTo>
                    <a:pt x="103" y="69"/>
                  </a:lnTo>
                  <a:lnTo>
                    <a:pt x="110" y="56"/>
                  </a:lnTo>
                  <a:lnTo>
                    <a:pt x="97" y="52"/>
                  </a:lnTo>
                  <a:lnTo>
                    <a:pt x="81" y="21"/>
                  </a:lnTo>
                  <a:lnTo>
                    <a:pt x="58" y="1"/>
                  </a:lnTo>
                  <a:lnTo>
                    <a:pt x="28" y="0"/>
                  </a:lnTo>
                  <a:lnTo>
                    <a:pt x="0" y="4"/>
                  </a:lnTo>
                  <a:lnTo>
                    <a:pt x="25" y="33"/>
                  </a:lnTo>
                  <a:close/>
                </a:path>
              </a:pathLst>
            </a:custGeom>
            <a:grpFill/>
            <a:ln w="3175">
              <a:solidFill>
                <a:schemeClr val="bg1"/>
              </a:solidFill>
              <a:prstDash val="solid"/>
              <a:round/>
            </a:ln>
          </p:spPr>
          <p:txBody>
            <a:bodyPr/>
            <a:lstStyle/>
            <a:p>
              <a:endParaRPr lang="en-US" dirty="0"/>
            </a:p>
          </p:txBody>
        </p:sp>
        <p:sp>
          <p:nvSpPr>
            <p:cNvPr id="229" name="22163310.54476.12513.8755">
              <a:extLst>
                <a:ext uri="{FF2B5EF4-FFF2-40B4-BE49-F238E27FC236}">
                  <a16:creationId xmlns:a16="http://schemas.microsoft.com/office/drawing/2014/main" id="{561ACB89-E8DF-1BBC-8456-9BDC89B937BF}"/>
                </a:ext>
              </a:extLst>
            </p:cNvPr>
            <p:cNvSpPr/>
            <p:nvPr>
              <p:custDataLst>
                <p:tags r:id="rId225"/>
              </p:custDataLst>
            </p:nvPr>
          </p:nvSpPr>
          <p:spPr bwMode="auto">
            <a:xfrm>
              <a:off x="4159" y="2511"/>
              <a:ext cx="81" cy="35"/>
            </a:xfrm>
            <a:custGeom>
              <a:avLst/>
              <a:gdLst>
                <a:gd name="T0" fmla="*/ 0 w 247"/>
                <a:gd name="T1" fmla="*/ 0 h 110"/>
                <a:gd name="T2" fmla="*/ 0 w 247"/>
                <a:gd name="T3" fmla="*/ 0 h 110"/>
                <a:gd name="T4" fmla="*/ 0 w 247"/>
                <a:gd name="T5" fmla="*/ 0 h 110"/>
                <a:gd name="T6" fmla="*/ 0 w 247"/>
                <a:gd name="T7" fmla="*/ 0 h 110"/>
                <a:gd name="T8" fmla="*/ 0 w 247"/>
                <a:gd name="T9" fmla="*/ 0 h 110"/>
                <a:gd name="T10" fmla="*/ 0 w 247"/>
                <a:gd name="T11" fmla="*/ 0 h 110"/>
                <a:gd name="T12" fmla="*/ 0 w 247"/>
                <a:gd name="T13" fmla="*/ 0 h 110"/>
                <a:gd name="T14" fmla="*/ 0 w 247"/>
                <a:gd name="T15" fmla="*/ 0 h 110"/>
                <a:gd name="T16" fmla="*/ 0 w 247"/>
                <a:gd name="T17" fmla="*/ 0 h 110"/>
                <a:gd name="T18" fmla="*/ 0 w 247"/>
                <a:gd name="T19" fmla="*/ 0 h 110"/>
                <a:gd name="T20" fmla="*/ 0 w 247"/>
                <a:gd name="T21" fmla="*/ 0 h 110"/>
                <a:gd name="T22" fmla="*/ 0 w 247"/>
                <a:gd name="T23" fmla="*/ 0 h 110"/>
                <a:gd name="T24" fmla="*/ 0 w 247"/>
                <a:gd name="T25" fmla="*/ 0 h 110"/>
                <a:gd name="T26" fmla="*/ 0 w 247"/>
                <a:gd name="T27" fmla="*/ 0 h 110"/>
                <a:gd name="T28" fmla="*/ 0 w 247"/>
                <a:gd name="T29" fmla="*/ 0 h 110"/>
                <a:gd name="T30" fmla="*/ 0 w 247"/>
                <a:gd name="T31" fmla="*/ 0 h 110"/>
                <a:gd name="T32" fmla="*/ 0 w 247"/>
                <a:gd name="T33" fmla="*/ 0 h 110"/>
                <a:gd name="T34" fmla="*/ 0 w 247"/>
                <a:gd name="T35" fmla="*/ 0 h 110"/>
                <a:gd name="T36" fmla="*/ 0 w 247"/>
                <a:gd name="T37" fmla="*/ 0 h 110"/>
                <a:gd name="T38" fmla="*/ 0 w 247"/>
                <a:gd name="T39" fmla="*/ 0 h 110"/>
                <a:gd name="T40" fmla="*/ 0 w 247"/>
                <a:gd name="T41" fmla="*/ 0 h 110"/>
                <a:gd name="T42" fmla="*/ 0 w 247"/>
                <a:gd name="T43" fmla="*/ 0 h 11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46" h="110">
                  <a:moveTo>
                    <a:pt x="0" y="6"/>
                  </a:moveTo>
                  <a:lnTo>
                    <a:pt x="59" y="0"/>
                  </a:lnTo>
                  <a:lnTo>
                    <a:pt x="115" y="22"/>
                  </a:lnTo>
                  <a:lnTo>
                    <a:pt x="139" y="47"/>
                  </a:lnTo>
                  <a:lnTo>
                    <a:pt x="167" y="47"/>
                  </a:lnTo>
                  <a:lnTo>
                    <a:pt x="188" y="36"/>
                  </a:lnTo>
                  <a:lnTo>
                    <a:pt x="203" y="32"/>
                  </a:lnTo>
                  <a:lnTo>
                    <a:pt x="218" y="58"/>
                  </a:lnTo>
                  <a:lnTo>
                    <a:pt x="244" y="64"/>
                  </a:lnTo>
                  <a:lnTo>
                    <a:pt x="239" y="75"/>
                  </a:lnTo>
                  <a:lnTo>
                    <a:pt x="247" y="94"/>
                  </a:lnTo>
                  <a:lnTo>
                    <a:pt x="244" y="109"/>
                  </a:lnTo>
                  <a:lnTo>
                    <a:pt x="218" y="86"/>
                  </a:lnTo>
                  <a:lnTo>
                    <a:pt x="203" y="79"/>
                  </a:lnTo>
                  <a:lnTo>
                    <a:pt x="189" y="79"/>
                  </a:lnTo>
                  <a:lnTo>
                    <a:pt x="182" y="104"/>
                  </a:lnTo>
                  <a:lnTo>
                    <a:pt x="163" y="97"/>
                  </a:lnTo>
                  <a:lnTo>
                    <a:pt x="132" y="110"/>
                  </a:lnTo>
                  <a:lnTo>
                    <a:pt x="95" y="108"/>
                  </a:lnTo>
                  <a:lnTo>
                    <a:pt x="93" y="64"/>
                  </a:lnTo>
                  <a:lnTo>
                    <a:pt x="33" y="27"/>
                  </a:lnTo>
                  <a:lnTo>
                    <a:pt x="0" y="6"/>
                  </a:lnTo>
                  <a:close/>
                </a:path>
              </a:pathLst>
            </a:custGeom>
            <a:grpFill/>
            <a:ln w="3175">
              <a:solidFill>
                <a:schemeClr val="bg1"/>
              </a:solidFill>
              <a:prstDash val="solid"/>
              <a:round/>
            </a:ln>
          </p:spPr>
          <p:txBody>
            <a:bodyPr/>
            <a:lstStyle/>
            <a:p>
              <a:endParaRPr lang="en-US" dirty="0"/>
            </a:p>
          </p:txBody>
        </p:sp>
        <p:sp>
          <p:nvSpPr>
            <p:cNvPr id="230" name="22164314457.1259.37511.6255">
              <a:extLst>
                <a:ext uri="{FF2B5EF4-FFF2-40B4-BE49-F238E27FC236}">
                  <a16:creationId xmlns:a16="http://schemas.microsoft.com/office/drawing/2014/main" id="{88373674-FCD2-DFC8-58FD-B5A3C26BD905}"/>
                </a:ext>
              </a:extLst>
            </p:cNvPr>
            <p:cNvSpPr/>
            <p:nvPr>
              <p:custDataLst>
                <p:tags r:id="rId226"/>
              </p:custDataLst>
            </p:nvPr>
          </p:nvSpPr>
          <p:spPr bwMode="auto">
            <a:xfrm>
              <a:off x="4218" y="2531"/>
              <a:ext cx="67" cy="55"/>
            </a:xfrm>
            <a:custGeom>
              <a:avLst/>
              <a:gdLst>
                <a:gd name="T0" fmla="*/ 0 w 205"/>
                <a:gd name="T1" fmla="*/ 0 h 166"/>
                <a:gd name="T2" fmla="*/ 0 w 205"/>
                <a:gd name="T3" fmla="*/ 0 h 166"/>
                <a:gd name="T4" fmla="*/ 0 w 205"/>
                <a:gd name="T5" fmla="*/ 0 h 166"/>
                <a:gd name="T6" fmla="*/ 0 w 205"/>
                <a:gd name="T7" fmla="*/ 0 h 166"/>
                <a:gd name="T8" fmla="*/ 0 w 205"/>
                <a:gd name="T9" fmla="*/ 0 h 166"/>
                <a:gd name="T10" fmla="*/ 0 w 205"/>
                <a:gd name="T11" fmla="*/ 0 h 166"/>
                <a:gd name="T12" fmla="*/ 0 w 205"/>
                <a:gd name="T13" fmla="*/ 0 h 166"/>
                <a:gd name="T14" fmla="*/ 0 w 205"/>
                <a:gd name="T15" fmla="*/ 0 h 166"/>
                <a:gd name="T16" fmla="*/ 0 w 205"/>
                <a:gd name="T17" fmla="*/ 0 h 166"/>
                <a:gd name="T18" fmla="*/ 0 w 205"/>
                <a:gd name="T19" fmla="*/ 0 h 166"/>
                <a:gd name="T20" fmla="*/ 0 w 205"/>
                <a:gd name="T21" fmla="*/ 0 h 166"/>
                <a:gd name="T22" fmla="*/ 0 w 205"/>
                <a:gd name="T23" fmla="*/ 0 h 166"/>
                <a:gd name="T24" fmla="*/ 0 w 205"/>
                <a:gd name="T25" fmla="*/ 0 h 166"/>
                <a:gd name="T26" fmla="*/ 0 w 205"/>
                <a:gd name="T27" fmla="*/ 0 h 166"/>
                <a:gd name="T28" fmla="*/ 0 w 205"/>
                <a:gd name="T29" fmla="*/ 0 h 166"/>
                <a:gd name="T30" fmla="*/ 0 w 205"/>
                <a:gd name="T31" fmla="*/ 0 h 166"/>
                <a:gd name="T32" fmla="*/ 0 w 205"/>
                <a:gd name="T33" fmla="*/ 0 h 166"/>
                <a:gd name="T34" fmla="*/ 0 w 205"/>
                <a:gd name="T35" fmla="*/ 0 h 166"/>
                <a:gd name="T36" fmla="*/ 0 w 205"/>
                <a:gd name="T37" fmla="*/ 0 h 166"/>
                <a:gd name="T38" fmla="*/ 0 w 205"/>
                <a:gd name="T39" fmla="*/ 0 h 166"/>
                <a:gd name="T40" fmla="*/ 0 w 205"/>
                <a:gd name="T41" fmla="*/ 0 h 166"/>
                <a:gd name="T42" fmla="*/ 0 w 205"/>
                <a:gd name="T43" fmla="*/ 0 h 166"/>
                <a:gd name="T44" fmla="*/ 0 w 205"/>
                <a:gd name="T45" fmla="*/ 0 h 166"/>
                <a:gd name="T46" fmla="*/ 0 w 205"/>
                <a:gd name="T47" fmla="*/ 0 h 166"/>
                <a:gd name="T48" fmla="*/ 0 w 205"/>
                <a:gd name="T49" fmla="*/ 0 h 166"/>
                <a:gd name="T50" fmla="*/ 0 w 205"/>
                <a:gd name="T51" fmla="*/ 0 h 166"/>
                <a:gd name="T52" fmla="*/ 0 w 205"/>
                <a:gd name="T53" fmla="*/ 0 h 166"/>
                <a:gd name="T54" fmla="*/ 0 w 205"/>
                <a:gd name="T55" fmla="*/ 0 h 166"/>
                <a:gd name="T56" fmla="*/ 0 w 205"/>
                <a:gd name="T57" fmla="*/ 0 h 166"/>
                <a:gd name="T58" fmla="*/ 0 w 205"/>
                <a:gd name="T59" fmla="*/ 0 h 166"/>
                <a:gd name="T60" fmla="*/ 0 w 205"/>
                <a:gd name="T61" fmla="*/ 0 h 166"/>
                <a:gd name="T62" fmla="*/ 0 w 205"/>
                <a:gd name="T63" fmla="*/ 0 h 166"/>
                <a:gd name="T64" fmla="*/ 0 w 205"/>
                <a:gd name="T65" fmla="*/ 0 h 166"/>
                <a:gd name="T66" fmla="*/ 0 w 205"/>
                <a:gd name="T67" fmla="*/ 0 h 166"/>
                <a:gd name="T68" fmla="*/ 0 w 205"/>
                <a:gd name="T69" fmla="*/ 0 h 166"/>
                <a:gd name="T70" fmla="*/ 0 w 205"/>
                <a:gd name="T71" fmla="*/ 0 h 16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05" h="166">
                  <a:moveTo>
                    <a:pt x="77" y="7"/>
                  </a:moveTo>
                  <a:lnTo>
                    <a:pt x="88" y="7"/>
                  </a:lnTo>
                  <a:lnTo>
                    <a:pt x="119" y="15"/>
                  </a:lnTo>
                  <a:lnTo>
                    <a:pt x="149" y="37"/>
                  </a:lnTo>
                  <a:lnTo>
                    <a:pt x="167" y="63"/>
                  </a:lnTo>
                  <a:lnTo>
                    <a:pt x="205" y="95"/>
                  </a:lnTo>
                  <a:lnTo>
                    <a:pt x="185" y="101"/>
                  </a:lnTo>
                  <a:lnTo>
                    <a:pt x="171" y="121"/>
                  </a:lnTo>
                  <a:lnTo>
                    <a:pt x="168" y="130"/>
                  </a:lnTo>
                  <a:lnTo>
                    <a:pt x="160" y="166"/>
                  </a:lnTo>
                  <a:lnTo>
                    <a:pt x="132" y="156"/>
                  </a:lnTo>
                  <a:lnTo>
                    <a:pt x="126" y="125"/>
                  </a:lnTo>
                  <a:lnTo>
                    <a:pt x="98" y="137"/>
                  </a:lnTo>
                  <a:lnTo>
                    <a:pt x="69" y="155"/>
                  </a:lnTo>
                  <a:lnTo>
                    <a:pt x="53" y="151"/>
                  </a:lnTo>
                  <a:lnTo>
                    <a:pt x="38" y="136"/>
                  </a:lnTo>
                  <a:lnTo>
                    <a:pt x="28" y="121"/>
                  </a:lnTo>
                  <a:lnTo>
                    <a:pt x="40" y="106"/>
                  </a:lnTo>
                  <a:lnTo>
                    <a:pt x="49" y="118"/>
                  </a:lnTo>
                  <a:lnTo>
                    <a:pt x="84" y="134"/>
                  </a:lnTo>
                  <a:lnTo>
                    <a:pt x="91" y="119"/>
                  </a:lnTo>
                  <a:lnTo>
                    <a:pt x="58" y="93"/>
                  </a:lnTo>
                  <a:lnTo>
                    <a:pt x="47" y="71"/>
                  </a:lnTo>
                  <a:lnTo>
                    <a:pt x="36" y="63"/>
                  </a:lnTo>
                  <a:lnTo>
                    <a:pt x="36" y="51"/>
                  </a:lnTo>
                  <a:lnTo>
                    <a:pt x="21" y="45"/>
                  </a:lnTo>
                  <a:lnTo>
                    <a:pt x="0" y="41"/>
                  </a:lnTo>
                  <a:lnTo>
                    <a:pt x="6" y="24"/>
                  </a:lnTo>
                  <a:lnTo>
                    <a:pt x="9" y="15"/>
                  </a:lnTo>
                  <a:lnTo>
                    <a:pt x="25" y="15"/>
                  </a:lnTo>
                  <a:lnTo>
                    <a:pt x="36" y="22"/>
                  </a:lnTo>
                  <a:lnTo>
                    <a:pt x="62" y="45"/>
                  </a:lnTo>
                  <a:lnTo>
                    <a:pt x="65" y="30"/>
                  </a:lnTo>
                  <a:lnTo>
                    <a:pt x="57" y="12"/>
                  </a:lnTo>
                  <a:lnTo>
                    <a:pt x="62" y="0"/>
                  </a:lnTo>
                  <a:lnTo>
                    <a:pt x="77" y="7"/>
                  </a:lnTo>
                  <a:close/>
                </a:path>
              </a:pathLst>
            </a:custGeom>
            <a:grpFill/>
            <a:ln w="3175">
              <a:solidFill>
                <a:schemeClr val="bg1"/>
              </a:solidFill>
              <a:prstDash val="solid"/>
              <a:round/>
            </a:ln>
          </p:spPr>
          <p:txBody>
            <a:bodyPr/>
            <a:lstStyle/>
            <a:p>
              <a:endParaRPr lang="en-US" dirty="0"/>
            </a:p>
          </p:txBody>
        </p:sp>
        <p:sp>
          <p:nvSpPr>
            <p:cNvPr id="231" name="22165315.875454.755.757.6255">
              <a:extLst>
                <a:ext uri="{FF2B5EF4-FFF2-40B4-BE49-F238E27FC236}">
                  <a16:creationId xmlns:a16="http://schemas.microsoft.com/office/drawing/2014/main" id="{5D221742-CF94-97DA-D550-54D688C03923}"/>
                </a:ext>
              </a:extLst>
            </p:cNvPr>
            <p:cNvSpPr/>
            <p:nvPr>
              <p:custDataLst>
                <p:tags r:id="rId227"/>
              </p:custDataLst>
            </p:nvPr>
          </p:nvSpPr>
          <p:spPr bwMode="auto">
            <a:xfrm>
              <a:off x="4204" y="2542"/>
              <a:ext cx="44" cy="33"/>
            </a:xfrm>
            <a:custGeom>
              <a:avLst/>
              <a:gdLst>
                <a:gd name="T0" fmla="*/ 0 w 134"/>
                <a:gd name="T1" fmla="*/ 0 h 101"/>
                <a:gd name="T2" fmla="*/ 0 w 134"/>
                <a:gd name="T3" fmla="*/ 0 h 101"/>
                <a:gd name="T4" fmla="*/ 0 w 134"/>
                <a:gd name="T5" fmla="*/ 0 h 101"/>
                <a:gd name="T6" fmla="*/ 0 w 134"/>
                <a:gd name="T7" fmla="*/ 0 h 101"/>
                <a:gd name="T8" fmla="*/ 0 w 134"/>
                <a:gd name="T9" fmla="*/ 0 h 101"/>
                <a:gd name="T10" fmla="*/ 0 w 134"/>
                <a:gd name="T11" fmla="*/ 0 h 101"/>
                <a:gd name="T12" fmla="*/ 0 w 134"/>
                <a:gd name="T13" fmla="*/ 0 h 101"/>
                <a:gd name="T14" fmla="*/ 0 w 134"/>
                <a:gd name="T15" fmla="*/ 0 h 101"/>
                <a:gd name="T16" fmla="*/ 0 w 134"/>
                <a:gd name="T17" fmla="*/ 0 h 101"/>
                <a:gd name="T18" fmla="*/ 0 w 134"/>
                <a:gd name="T19" fmla="*/ 0 h 101"/>
                <a:gd name="T20" fmla="*/ 0 w 134"/>
                <a:gd name="T21" fmla="*/ 0 h 101"/>
                <a:gd name="T22" fmla="*/ 0 w 134"/>
                <a:gd name="T23" fmla="*/ 0 h 101"/>
                <a:gd name="T24" fmla="*/ 0 w 134"/>
                <a:gd name="T25" fmla="*/ 0 h 101"/>
                <a:gd name="T26" fmla="*/ 0 w 134"/>
                <a:gd name="T27" fmla="*/ 0 h 101"/>
                <a:gd name="T28" fmla="*/ 0 w 134"/>
                <a:gd name="T29" fmla="*/ 0 h 101"/>
                <a:gd name="T30" fmla="*/ 0 w 134"/>
                <a:gd name="T31" fmla="*/ 0 h 101"/>
                <a:gd name="T32" fmla="*/ 0 w 134"/>
                <a:gd name="T33" fmla="*/ 0 h 101"/>
                <a:gd name="T34" fmla="*/ 0 w 134"/>
                <a:gd name="T35" fmla="*/ 0 h 1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34" h="100">
                  <a:moveTo>
                    <a:pt x="0" y="15"/>
                  </a:moveTo>
                  <a:lnTo>
                    <a:pt x="16" y="31"/>
                  </a:lnTo>
                  <a:lnTo>
                    <a:pt x="35" y="56"/>
                  </a:lnTo>
                  <a:lnTo>
                    <a:pt x="67" y="89"/>
                  </a:lnTo>
                  <a:lnTo>
                    <a:pt x="87" y="70"/>
                  </a:lnTo>
                  <a:lnTo>
                    <a:pt x="89" y="86"/>
                  </a:lnTo>
                  <a:lnTo>
                    <a:pt x="104" y="89"/>
                  </a:lnTo>
                  <a:lnTo>
                    <a:pt x="126" y="101"/>
                  </a:lnTo>
                  <a:lnTo>
                    <a:pt x="134" y="86"/>
                  </a:lnTo>
                  <a:lnTo>
                    <a:pt x="101" y="60"/>
                  </a:lnTo>
                  <a:lnTo>
                    <a:pt x="93" y="40"/>
                  </a:lnTo>
                  <a:lnTo>
                    <a:pt x="79" y="30"/>
                  </a:lnTo>
                  <a:lnTo>
                    <a:pt x="79" y="18"/>
                  </a:lnTo>
                  <a:lnTo>
                    <a:pt x="64" y="12"/>
                  </a:lnTo>
                  <a:lnTo>
                    <a:pt x="42" y="7"/>
                  </a:lnTo>
                  <a:lnTo>
                    <a:pt x="23" y="0"/>
                  </a:lnTo>
                  <a:lnTo>
                    <a:pt x="6" y="2"/>
                  </a:lnTo>
                  <a:lnTo>
                    <a:pt x="0" y="15"/>
                  </a:lnTo>
                  <a:close/>
                </a:path>
              </a:pathLst>
            </a:custGeom>
            <a:grpFill/>
            <a:ln w="3175">
              <a:solidFill>
                <a:schemeClr val="bg1"/>
              </a:solidFill>
              <a:prstDash val="solid"/>
              <a:round/>
            </a:ln>
          </p:spPr>
          <p:txBody>
            <a:bodyPr/>
            <a:lstStyle/>
            <a:p>
              <a:endParaRPr lang="en-US" dirty="0"/>
            </a:p>
          </p:txBody>
        </p:sp>
        <p:sp>
          <p:nvSpPr>
            <p:cNvPr id="232" name="22166283.75459.12533.7578.3755">
              <a:extLst>
                <a:ext uri="{FF2B5EF4-FFF2-40B4-BE49-F238E27FC236}">
                  <a16:creationId xmlns:a16="http://schemas.microsoft.com/office/drawing/2014/main" id="{31CEF6B1-B52D-52BF-BCA0-93FD1CB3717A}"/>
                </a:ext>
              </a:extLst>
            </p:cNvPr>
            <p:cNvSpPr/>
            <p:nvPr>
              <p:custDataLst>
                <p:tags r:id="rId228"/>
              </p:custDataLst>
            </p:nvPr>
          </p:nvSpPr>
          <p:spPr bwMode="auto">
            <a:xfrm>
              <a:off x="4229" y="2356"/>
              <a:ext cx="454" cy="196"/>
            </a:xfrm>
            <a:custGeom>
              <a:avLst/>
              <a:gdLst>
                <a:gd name="T0" fmla="*/ 0 w 1396"/>
                <a:gd name="T1" fmla="*/ 0 h 600"/>
                <a:gd name="T2" fmla="*/ 0 w 1396"/>
                <a:gd name="T3" fmla="*/ 0 h 600"/>
                <a:gd name="T4" fmla="*/ 0 w 1396"/>
                <a:gd name="T5" fmla="*/ 0 h 600"/>
                <a:gd name="T6" fmla="*/ 0 w 1396"/>
                <a:gd name="T7" fmla="*/ 0 h 600"/>
                <a:gd name="T8" fmla="*/ 0 w 1396"/>
                <a:gd name="T9" fmla="*/ 0 h 600"/>
                <a:gd name="T10" fmla="*/ 0 w 1396"/>
                <a:gd name="T11" fmla="*/ 0 h 600"/>
                <a:gd name="T12" fmla="*/ 0 w 1396"/>
                <a:gd name="T13" fmla="*/ 0 h 600"/>
                <a:gd name="T14" fmla="*/ 0 w 1396"/>
                <a:gd name="T15" fmla="*/ 0 h 600"/>
                <a:gd name="T16" fmla="*/ 0 w 1396"/>
                <a:gd name="T17" fmla="*/ 0 h 600"/>
                <a:gd name="T18" fmla="*/ 0 w 1396"/>
                <a:gd name="T19" fmla="*/ 0 h 600"/>
                <a:gd name="T20" fmla="*/ 0 w 1396"/>
                <a:gd name="T21" fmla="*/ 0 h 600"/>
                <a:gd name="T22" fmla="*/ 0 w 1396"/>
                <a:gd name="T23" fmla="*/ 0 h 600"/>
                <a:gd name="T24" fmla="*/ 0 w 1396"/>
                <a:gd name="T25" fmla="*/ 0 h 600"/>
                <a:gd name="T26" fmla="*/ 0 w 1396"/>
                <a:gd name="T27" fmla="*/ 0 h 600"/>
                <a:gd name="T28" fmla="*/ 0 w 1396"/>
                <a:gd name="T29" fmla="*/ 0 h 600"/>
                <a:gd name="T30" fmla="*/ 0 w 1396"/>
                <a:gd name="T31" fmla="*/ 0 h 600"/>
                <a:gd name="T32" fmla="*/ 0 w 1396"/>
                <a:gd name="T33" fmla="*/ 0 h 600"/>
                <a:gd name="T34" fmla="*/ 0 w 1396"/>
                <a:gd name="T35" fmla="*/ 0 h 600"/>
                <a:gd name="T36" fmla="*/ 0 w 1396"/>
                <a:gd name="T37" fmla="*/ 0 h 600"/>
                <a:gd name="T38" fmla="*/ 0 w 1396"/>
                <a:gd name="T39" fmla="*/ 0 h 600"/>
                <a:gd name="T40" fmla="*/ 0 w 1396"/>
                <a:gd name="T41" fmla="*/ 0 h 600"/>
                <a:gd name="T42" fmla="*/ 0 w 1396"/>
                <a:gd name="T43" fmla="*/ 0 h 600"/>
                <a:gd name="T44" fmla="*/ 0 w 1396"/>
                <a:gd name="T45" fmla="*/ 0 h 600"/>
                <a:gd name="T46" fmla="*/ 0 w 1396"/>
                <a:gd name="T47" fmla="*/ 0 h 600"/>
                <a:gd name="T48" fmla="*/ 0 w 1396"/>
                <a:gd name="T49" fmla="*/ 0 h 600"/>
                <a:gd name="T50" fmla="*/ 0 w 1396"/>
                <a:gd name="T51" fmla="*/ 0 h 600"/>
                <a:gd name="T52" fmla="*/ 0 w 1396"/>
                <a:gd name="T53" fmla="*/ 0 h 600"/>
                <a:gd name="T54" fmla="*/ 0 w 1396"/>
                <a:gd name="T55" fmla="*/ 0 h 600"/>
                <a:gd name="T56" fmla="*/ 0 w 1396"/>
                <a:gd name="T57" fmla="*/ 0 h 600"/>
                <a:gd name="T58" fmla="*/ 0 w 1396"/>
                <a:gd name="T59" fmla="*/ 0 h 600"/>
                <a:gd name="T60" fmla="*/ 0 w 1396"/>
                <a:gd name="T61" fmla="*/ 0 h 600"/>
                <a:gd name="T62" fmla="*/ 0 w 1396"/>
                <a:gd name="T63" fmla="*/ 0 h 600"/>
                <a:gd name="T64" fmla="*/ 0 w 1396"/>
                <a:gd name="T65" fmla="*/ 0 h 600"/>
                <a:gd name="T66" fmla="*/ 0 w 1396"/>
                <a:gd name="T67" fmla="*/ 0 h 600"/>
                <a:gd name="T68" fmla="*/ 0 w 1396"/>
                <a:gd name="T69" fmla="*/ 0 h 600"/>
                <a:gd name="T70" fmla="*/ 0 w 1396"/>
                <a:gd name="T71" fmla="*/ 0 h 600"/>
                <a:gd name="T72" fmla="*/ 0 w 1396"/>
                <a:gd name="T73" fmla="*/ 0 h 600"/>
                <a:gd name="T74" fmla="*/ 0 w 1396"/>
                <a:gd name="T75" fmla="*/ 0 h 600"/>
                <a:gd name="T76" fmla="*/ 0 w 1396"/>
                <a:gd name="T77" fmla="*/ 0 h 600"/>
                <a:gd name="T78" fmla="*/ 0 w 1396"/>
                <a:gd name="T79" fmla="*/ 0 h 600"/>
                <a:gd name="T80" fmla="*/ 0 w 1396"/>
                <a:gd name="T81" fmla="*/ 0 h 600"/>
                <a:gd name="T82" fmla="*/ 0 w 1396"/>
                <a:gd name="T83" fmla="*/ 0 h 600"/>
                <a:gd name="T84" fmla="*/ 0 w 1396"/>
                <a:gd name="T85" fmla="*/ 0 h 600"/>
                <a:gd name="T86" fmla="*/ 0 w 1396"/>
                <a:gd name="T87" fmla="*/ 0 h 600"/>
                <a:gd name="T88" fmla="*/ 0 w 1396"/>
                <a:gd name="T89" fmla="*/ 0 h 600"/>
                <a:gd name="T90" fmla="*/ 0 w 1396"/>
                <a:gd name="T91" fmla="*/ 0 h 600"/>
                <a:gd name="T92" fmla="*/ 0 w 1396"/>
                <a:gd name="T93" fmla="*/ 0 h 600"/>
                <a:gd name="T94" fmla="*/ 0 w 1396"/>
                <a:gd name="T95" fmla="*/ 0 h 600"/>
                <a:gd name="T96" fmla="*/ 0 w 1396"/>
                <a:gd name="T97" fmla="*/ 0 h 600"/>
                <a:gd name="T98" fmla="*/ 0 w 1396"/>
                <a:gd name="T99" fmla="*/ 0 h 600"/>
                <a:gd name="T100" fmla="*/ 0 w 1396"/>
                <a:gd name="T101" fmla="*/ 0 h 6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396" h="600">
                  <a:moveTo>
                    <a:pt x="1362" y="308"/>
                  </a:moveTo>
                  <a:lnTo>
                    <a:pt x="1396" y="296"/>
                  </a:lnTo>
                  <a:lnTo>
                    <a:pt x="1326" y="247"/>
                  </a:lnTo>
                  <a:lnTo>
                    <a:pt x="1281" y="267"/>
                  </a:lnTo>
                  <a:lnTo>
                    <a:pt x="1216" y="249"/>
                  </a:lnTo>
                  <a:lnTo>
                    <a:pt x="1187" y="234"/>
                  </a:lnTo>
                  <a:lnTo>
                    <a:pt x="1160" y="234"/>
                  </a:lnTo>
                  <a:lnTo>
                    <a:pt x="1143" y="205"/>
                  </a:lnTo>
                  <a:lnTo>
                    <a:pt x="1135" y="186"/>
                  </a:lnTo>
                  <a:lnTo>
                    <a:pt x="1110" y="186"/>
                  </a:lnTo>
                  <a:lnTo>
                    <a:pt x="1090" y="186"/>
                  </a:lnTo>
                  <a:lnTo>
                    <a:pt x="1069" y="194"/>
                  </a:lnTo>
                  <a:lnTo>
                    <a:pt x="1036" y="161"/>
                  </a:lnTo>
                  <a:lnTo>
                    <a:pt x="1021" y="166"/>
                  </a:lnTo>
                  <a:lnTo>
                    <a:pt x="1006" y="173"/>
                  </a:lnTo>
                  <a:lnTo>
                    <a:pt x="987" y="180"/>
                  </a:lnTo>
                  <a:lnTo>
                    <a:pt x="958" y="155"/>
                  </a:lnTo>
                  <a:lnTo>
                    <a:pt x="889" y="100"/>
                  </a:lnTo>
                  <a:lnTo>
                    <a:pt x="835" y="67"/>
                  </a:lnTo>
                  <a:lnTo>
                    <a:pt x="802" y="37"/>
                  </a:lnTo>
                  <a:lnTo>
                    <a:pt x="745" y="73"/>
                  </a:lnTo>
                  <a:lnTo>
                    <a:pt x="735" y="47"/>
                  </a:lnTo>
                  <a:lnTo>
                    <a:pt x="654" y="44"/>
                  </a:lnTo>
                  <a:lnTo>
                    <a:pt x="644" y="44"/>
                  </a:lnTo>
                  <a:lnTo>
                    <a:pt x="609" y="0"/>
                  </a:lnTo>
                  <a:lnTo>
                    <a:pt x="569" y="5"/>
                  </a:lnTo>
                  <a:lnTo>
                    <a:pt x="544" y="23"/>
                  </a:lnTo>
                  <a:lnTo>
                    <a:pt x="493" y="34"/>
                  </a:lnTo>
                  <a:lnTo>
                    <a:pt x="477" y="25"/>
                  </a:lnTo>
                  <a:lnTo>
                    <a:pt x="449" y="51"/>
                  </a:lnTo>
                  <a:lnTo>
                    <a:pt x="430" y="47"/>
                  </a:lnTo>
                  <a:lnTo>
                    <a:pt x="357" y="54"/>
                  </a:lnTo>
                  <a:lnTo>
                    <a:pt x="342" y="51"/>
                  </a:lnTo>
                  <a:lnTo>
                    <a:pt x="332" y="56"/>
                  </a:lnTo>
                  <a:lnTo>
                    <a:pt x="363" y="89"/>
                  </a:lnTo>
                  <a:lnTo>
                    <a:pt x="342" y="120"/>
                  </a:lnTo>
                  <a:lnTo>
                    <a:pt x="345" y="142"/>
                  </a:lnTo>
                  <a:lnTo>
                    <a:pt x="345" y="153"/>
                  </a:lnTo>
                  <a:lnTo>
                    <a:pt x="383" y="153"/>
                  </a:lnTo>
                  <a:lnTo>
                    <a:pt x="396" y="173"/>
                  </a:lnTo>
                  <a:lnTo>
                    <a:pt x="396" y="194"/>
                  </a:lnTo>
                  <a:lnTo>
                    <a:pt x="383" y="198"/>
                  </a:lnTo>
                  <a:lnTo>
                    <a:pt x="368" y="186"/>
                  </a:lnTo>
                  <a:lnTo>
                    <a:pt x="352" y="194"/>
                  </a:lnTo>
                  <a:lnTo>
                    <a:pt x="342" y="202"/>
                  </a:lnTo>
                  <a:lnTo>
                    <a:pt x="315" y="186"/>
                  </a:lnTo>
                  <a:lnTo>
                    <a:pt x="306" y="169"/>
                  </a:lnTo>
                  <a:lnTo>
                    <a:pt x="280" y="177"/>
                  </a:lnTo>
                  <a:lnTo>
                    <a:pt x="280" y="183"/>
                  </a:lnTo>
                  <a:lnTo>
                    <a:pt x="262" y="169"/>
                  </a:lnTo>
                  <a:lnTo>
                    <a:pt x="239" y="186"/>
                  </a:lnTo>
                  <a:lnTo>
                    <a:pt x="209" y="194"/>
                  </a:lnTo>
                  <a:lnTo>
                    <a:pt x="199" y="186"/>
                  </a:lnTo>
                  <a:lnTo>
                    <a:pt x="191" y="169"/>
                  </a:lnTo>
                  <a:lnTo>
                    <a:pt x="152" y="166"/>
                  </a:lnTo>
                  <a:lnTo>
                    <a:pt x="88" y="162"/>
                  </a:lnTo>
                  <a:lnTo>
                    <a:pt x="73" y="166"/>
                  </a:lnTo>
                  <a:lnTo>
                    <a:pt x="67" y="177"/>
                  </a:lnTo>
                  <a:lnTo>
                    <a:pt x="56" y="173"/>
                  </a:lnTo>
                  <a:lnTo>
                    <a:pt x="47" y="191"/>
                  </a:lnTo>
                  <a:lnTo>
                    <a:pt x="37" y="205"/>
                  </a:lnTo>
                  <a:lnTo>
                    <a:pt x="37" y="212"/>
                  </a:lnTo>
                  <a:lnTo>
                    <a:pt x="44" y="224"/>
                  </a:lnTo>
                  <a:lnTo>
                    <a:pt x="33" y="228"/>
                  </a:lnTo>
                  <a:lnTo>
                    <a:pt x="22" y="205"/>
                  </a:lnTo>
                  <a:lnTo>
                    <a:pt x="5" y="208"/>
                  </a:lnTo>
                  <a:lnTo>
                    <a:pt x="0" y="239"/>
                  </a:lnTo>
                  <a:lnTo>
                    <a:pt x="0" y="258"/>
                  </a:lnTo>
                  <a:lnTo>
                    <a:pt x="0" y="275"/>
                  </a:lnTo>
                  <a:lnTo>
                    <a:pt x="8" y="290"/>
                  </a:lnTo>
                  <a:lnTo>
                    <a:pt x="18" y="301"/>
                  </a:lnTo>
                  <a:lnTo>
                    <a:pt x="18" y="320"/>
                  </a:lnTo>
                  <a:lnTo>
                    <a:pt x="33" y="318"/>
                  </a:lnTo>
                  <a:lnTo>
                    <a:pt x="52" y="304"/>
                  </a:lnTo>
                  <a:lnTo>
                    <a:pt x="62" y="318"/>
                  </a:lnTo>
                  <a:lnTo>
                    <a:pt x="77" y="335"/>
                  </a:lnTo>
                  <a:lnTo>
                    <a:pt x="89" y="352"/>
                  </a:lnTo>
                  <a:lnTo>
                    <a:pt x="104" y="385"/>
                  </a:lnTo>
                  <a:lnTo>
                    <a:pt x="133" y="377"/>
                  </a:lnTo>
                  <a:lnTo>
                    <a:pt x="180" y="368"/>
                  </a:lnTo>
                  <a:lnTo>
                    <a:pt x="253" y="359"/>
                  </a:lnTo>
                  <a:lnTo>
                    <a:pt x="271" y="381"/>
                  </a:lnTo>
                  <a:lnTo>
                    <a:pt x="273" y="422"/>
                  </a:lnTo>
                  <a:lnTo>
                    <a:pt x="240" y="430"/>
                  </a:lnTo>
                  <a:lnTo>
                    <a:pt x="209" y="439"/>
                  </a:lnTo>
                  <a:lnTo>
                    <a:pt x="213" y="468"/>
                  </a:lnTo>
                  <a:lnTo>
                    <a:pt x="166" y="468"/>
                  </a:lnTo>
                  <a:lnTo>
                    <a:pt x="209" y="527"/>
                  </a:lnTo>
                  <a:lnTo>
                    <a:pt x="228" y="531"/>
                  </a:lnTo>
                  <a:lnTo>
                    <a:pt x="249" y="535"/>
                  </a:lnTo>
                  <a:lnTo>
                    <a:pt x="258" y="560"/>
                  </a:lnTo>
                  <a:lnTo>
                    <a:pt x="269" y="550"/>
                  </a:lnTo>
                  <a:lnTo>
                    <a:pt x="308" y="545"/>
                  </a:lnTo>
                  <a:lnTo>
                    <a:pt x="328" y="554"/>
                  </a:lnTo>
                  <a:lnTo>
                    <a:pt x="342" y="567"/>
                  </a:lnTo>
                  <a:lnTo>
                    <a:pt x="353" y="554"/>
                  </a:lnTo>
                  <a:lnTo>
                    <a:pt x="378" y="557"/>
                  </a:lnTo>
                  <a:lnTo>
                    <a:pt x="335" y="425"/>
                  </a:lnTo>
                  <a:lnTo>
                    <a:pt x="352" y="418"/>
                  </a:lnTo>
                  <a:lnTo>
                    <a:pt x="408" y="389"/>
                  </a:lnTo>
                  <a:lnTo>
                    <a:pt x="418" y="388"/>
                  </a:lnTo>
                  <a:lnTo>
                    <a:pt x="409" y="377"/>
                  </a:lnTo>
                  <a:lnTo>
                    <a:pt x="422" y="382"/>
                  </a:lnTo>
                  <a:lnTo>
                    <a:pt x="422" y="368"/>
                  </a:lnTo>
                  <a:lnTo>
                    <a:pt x="430" y="359"/>
                  </a:lnTo>
                  <a:lnTo>
                    <a:pt x="434" y="363"/>
                  </a:lnTo>
                  <a:lnTo>
                    <a:pt x="446" y="363"/>
                  </a:lnTo>
                  <a:lnTo>
                    <a:pt x="459" y="371"/>
                  </a:lnTo>
                  <a:lnTo>
                    <a:pt x="475" y="355"/>
                  </a:lnTo>
                  <a:lnTo>
                    <a:pt x="485" y="359"/>
                  </a:lnTo>
                  <a:lnTo>
                    <a:pt x="474" y="382"/>
                  </a:lnTo>
                  <a:lnTo>
                    <a:pt x="482" y="414"/>
                  </a:lnTo>
                  <a:lnTo>
                    <a:pt x="511" y="432"/>
                  </a:lnTo>
                  <a:lnTo>
                    <a:pt x="511" y="439"/>
                  </a:lnTo>
                  <a:lnTo>
                    <a:pt x="501" y="454"/>
                  </a:lnTo>
                  <a:lnTo>
                    <a:pt x="506" y="461"/>
                  </a:lnTo>
                  <a:lnTo>
                    <a:pt x="541" y="474"/>
                  </a:lnTo>
                  <a:lnTo>
                    <a:pt x="552" y="494"/>
                  </a:lnTo>
                  <a:lnTo>
                    <a:pt x="587" y="483"/>
                  </a:lnTo>
                  <a:lnTo>
                    <a:pt x="624" y="474"/>
                  </a:lnTo>
                  <a:lnTo>
                    <a:pt x="654" y="534"/>
                  </a:lnTo>
                  <a:lnTo>
                    <a:pt x="665" y="561"/>
                  </a:lnTo>
                  <a:lnTo>
                    <a:pt x="655" y="568"/>
                  </a:lnTo>
                  <a:lnTo>
                    <a:pt x="650" y="578"/>
                  </a:lnTo>
                  <a:lnTo>
                    <a:pt x="679" y="587"/>
                  </a:lnTo>
                  <a:lnTo>
                    <a:pt x="688" y="600"/>
                  </a:lnTo>
                  <a:lnTo>
                    <a:pt x="728" y="587"/>
                  </a:lnTo>
                  <a:lnTo>
                    <a:pt x="742" y="600"/>
                  </a:lnTo>
                  <a:lnTo>
                    <a:pt x="769" y="584"/>
                  </a:lnTo>
                  <a:lnTo>
                    <a:pt x="789" y="582"/>
                  </a:lnTo>
                  <a:lnTo>
                    <a:pt x="813" y="586"/>
                  </a:lnTo>
                  <a:lnTo>
                    <a:pt x="866" y="586"/>
                  </a:lnTo>
                  <a:lnTo>
                    <a:pt x="852" y="575"/>
                  </a:lnTo>
                  <a:lnTo>
                    <a:pt x="852" y="557"/>
                  </a:lnTo>
                  <a:lnTo>
                    <a:pt x="860" y="546"/>
                  </a:lnTo>
                  <a:lnTo>
                    <a:pt x="860" y="536"/>
                  </a:lnTo>
                  <a:lnTo>
                    <a:pt x="844" y="528"/>
                  </a:lnTo>
                  <a:lnTo>
                    <a:pt x="877" y="525"/>
                  </a:lnTo>
                  <a:lnTo>
                    <a:pt x="906" y="528"/>
                  </a:lnTo>
                  <a:lnTo>
                    <a:pt x="912" y="536"/>
                  </a:lnTo>
                  <a:lnTo>
                    <a:pt x="936" y="534"/>
                  </a:lnTo>
                  <a:lnTo>
                    <a:pt x="919" y="507"/>
                  </a:lnTo>
                  <a:lnTo>
                    <a:pt x="937" y="503"/>
                  </a:lnTo>
                  <a:lnTo>
                    <a:pt x="1018" y="514"/>
                  </a:lnTo>
                  <a:lnTo>
                    <a:pt x="1086" y="520"/>
                  </a:lnTo>
                  <a:lnTo>
                    <a:pt x="1135" y="542"/>
                  </a:lnTo>
                  <a:lnTo>
                    <a:pt x="1160" y="542"/>
                  </a:lnTo>
                  <a:lnTo>
                    <a:pt x="1168" y="567"/>
                  </a:lnTo>
                  <a:lnTo>
                    <a:pt x="1187" y="514"/>
                  </a:lnTo>
                  <a:lnTo>
                    <a:pt x="1160" y="457"/>
                  </a:lnTo>
                  <a:lnTo>
                    <a:pt x="1242" y="437"/>
                  </a:lnTo>
                  <a:lnTo>
                    <a:pt x="1252" y="406"/>
                  </a:lnTo>
                  <a:lnTo>
                    <a:pt x="1264" y="359"/>
                  </a:lnTo>
                  <a:lnTo>
                    <a:pt x="1349" y="363"/>
                  </a:lnTo>
                  <a:lnTo>
                    <a:pt x="1362" y="308"/>
                  </a:lnTo>
                  <a:close/>
                </a:path>
              </a:pathLst>
            </a:custGeom>
            <a:grpFill/>
            <a:ln w="3175">
              <a:solidFill>
                <a:schemeClr val="bg1"/>
              </a:solidFill>
              <a:prstDash val="solid"/>
              <a:round/>
            </a:ln>
          </p:spPr>
          <p:txBody>
            <a:bodyPr/>
            <a:lstStyle/>
            <a:p>
              <a:endParaRPr lang="en-US" dirty="0"/>
            </a:p>
          </p:txBody>
        </p:sp>
        <p:sp>
          <p:nvSpPr>
            <p:cNvPr id="233" name="22167305.54782134.1255">
              <a:extLst>
                <a:ext uri="{FF2B5EF4-FFF2-40B4-BE49-F238E27FC236}">
                  <a16:creationId xmlns:a16="http://schemas.microsoft.com/office/drawing/2014/main" id="{C77F2917-9912-9EA8-1840-1CB1F5A5B515}"/>
                </a:ext>
              </a:extLst>
            </p:cNvPr>
            <p:cNvSpPr/>
            <p:nvPr>
              <p:custDataLst>
                <p:tags r:id="rId229"/>
              </p:custDataLst>
            </p:nvPr>
          </p:nvSpPr>
          <p:spPr bwMode="auto">
            <a:xfrm>
              <a:off x="4339" y="2482"/>
              <a:ext cx="197" cy="122"/>
            </a:xfrm>
            <a:custGeom>
              <a:avLst/>
              <a:gdLst>
                <a:gd name="T0" fmla="*/ 0 w 609"/>
                <a:gd name="T1" fmla="*/ 0 h 371"/>
                <a:gd name="T2" fmla="*/ 0 w 609"/>
                <a:gd name="T3" fmla="*/ 0 h 371"/>
                <a:gd name="T4" fmla="*/ 0 w 609"/>
                <a:gd name="T5" fmla="*/ 0 h 371"/>
                <a:gd name="T6" fmla="*/ 0 w 609"/>
                <a:gd name="T7" fmla="*/ 0 h 371"/>
                <a:gd name="T8" fmla="*/ 0 w 609"/>
                <a:gd name="T9" fmla="*/ 0 h 371"/>
                <a:gd name="T10" fmla="*/ 0 w 609"/>
                <a:gd name="T11" fmla="*/ 0 h 371"/>
                <a:gd name="T12" fmla="*/ 0 w 609"/>
                <a:gd name="T13" fmla="*/ 0 h 371"/>
                <a:gd name="T14" fmla="*/ 0 w 609"/>
                <a:gd name="T15" fmla="*/ 0 h 371"/>
                <a:gd name="T16" fmla="*/ 0 w 609"/>
                <a:gd name="T17" fmla="*/ 0 h 371"/>
                <a:gd name="T18" fmla="*/ 0 w 609"/>
                <a:gd name="T19" fmla="*/ 0 h 371"/>
                <a:gd name="T20" fmla="*/ 0 w 609"/>
                <a:gd name="T21" fmla="*/ 0 h 371"/>
                <a:gd name="T22" fmla="*/ 0 w 609"/>
                <a:gd name="T23" fmla="*/ 0 h 371"/>
                <a:gd name="T24" fmla="*/ 0 w 609"/>
                <a:gd name="T25" fmla="*/ 0 h 371"/>
                <a:gd name="T26" fmla="*/ 0 w 609"/>
                <a:gd name="T27" fmla="*/ 0 h 371"/>
                <a:gd name="T28" fmla="*/ 0 w 609"/>
                <a:gd name="T29" fmla="*/ 0 h 371"/>
                <a:gd name="T30" fmla="*/ 0 w 609"/>
                <a:gd name="T31" fmla="*/ 0 h 371"/>
                <a:gd name="T32" fmla="*/ 0 w 609"/>
                <a:gd name="T33" fmla="*/ 0 h 371"/>
                <a:gd name="T34" fmla="*/ 0 w 609"/>
                <a:gd name="T35" fmla="*/ 0 h 371"/>
                <a:gd name="T36" fmla="*/ 0 w 609"/>
                <a:gd name="T37" fmla="*/ 0 h 371"/>
                <a:gd name="T38" fmla="*/ 0 w 609"/>
                <a:gd name="T39" fmla="*/ 0 h 371"/>
                <a:gd name="T40" fmla="*/ 0 w 609"/>
                <a:gd name="T41" fmla="*/ 0 h 371"/>
                <a:gd name="T42" fmla="*/ 0 w 609"/>
                <a:gd name="T43" fmla="*/ 0 h 371"/>
                <a:gd name="T44" fmla="*/ 0 w 609"/>
                <a:gd name="T45" fmla="*/ 0 h 371"/>
                <a:gd name="T46" fmla="*/ 0 w 609"/>
                <a:gd name="T47" fmla="*/ 0 h 371"/>
                <a:gd name="T48" fmla="*/ 0 w 609"/>
                <a:gd name="T49" fmla="*/ 0 h 371"/>
                <a:gd name="T50" fmla="*/ 0 w 609"/>
                <a:gd name="T51" fmla="*/ 0 h 371"/>
                <a:gd name="T52" fmla="*/ 0 w 609"/>
                <a:gd name="T53" fmla="*/ 0 h 371"/>
                <a:gd name="T54" fmla="*/ 0 w 609"/>
                <a:gd name="T55" fmla="*/ 0 h 371"/>
                <a:gd name="T56" fmla="*/ 0 w 609"/>
                <a:gd name="T57" fmla="*/ 0 h 371"/>
                <a:gd name="T58" fmla="*/ 0 w 609"/>
                <a:gd name="T59" fmla="*/ 0 h 371"/>
                <a:gd name="T60" fmla="*/ 0 w 609"/>
                <a:gd name="T61" fmla="*/ 0 h 371"/>
                <a:gd name="T62" fmla="*/ 0 w 609"/>
                <a:gd name="T63" fmla="*/ 0 h 371"/>
                <a:gd name="T64" fmla="*/ 0 w 609"/>
                <a:gd name="T65" fmla="*/ 0 h 371"/>
                <a:gd name="T66" fmla="*/ 0 w 609"/>
                <a:gd name="T67" fmla="*/ 0 h 371"/>
                <a:gd name="T68" fmla="*/ 0 w 609"/>
                <a:gd name="T69" fmla="*/ 0 h 37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09" h="371">
                  <a:moveTo>
                    <a:pt x="43" y="169"/>
                  </a:moveTo>
                  <a:lnTo>
                    <a:pt x="58" y="166"/>
                  </a:lnTo>
                  <a:lnTo>
                    <a:pt x="63" y="151"/>
                  </a:lnTo>
                  <a:lnTo>
                    <a:pt x="69" y="139"/>
                  </a:lnTo>
                  <a:lnTo>
                    <a:pt x="87" y="146"/>
                  </a:lnTo>
                  <a:lnTo>
                    <a:pt x="83" y="126"/>
                  </a:lnTo>
                  <a:lnTo>
                    <a:pt x="99" y="119"/>
                  </a:lnTo>
                  <a:lnTo>
                    <a:pt x="109" y="132"/>
                  </a:lnTo>
                  <a:lnTo>
                    <a:pt x="124" y="132"/>
                  </a:lnTo>
                  <a:lnTo>
                    <a:pt x="139" y="140"/>
                  </a:lnTo>
                  <a:lnTo>
                    <a:pt x="147" y="146"/>
                  </a:lnTo>
                  <a:lnTo>
                    <a:pt x="147" y="148"/>
                  </a:lnTo>
                  <a:lnTo>
                    <a:pt x="149" y="161"/>
                  </a:lnTo>
                  <a:lnTo>
                    <a:pt x="166" y="166"/>
                  </a:lnTo>
                  <a:lnTo>
                    <a:pt x="166" y="183"/>
                  </a:lnTo>
                  <a:lnTo>
                    <a:pt x="180" y="209"/>
                  </a:lnTo>
                  <a:lnTo>
                    <a:pt x="197" y="212"/>
                  </a:lnTo>
                  <a:lnTo>
                    <a:pt x="204" y="205"/>
                  </a:lnTo>
                  <a:lnTo>
                    <a:pt x="221" y="195"/>
                  </a:lnTo>
                  <a:lnTo>
                    <a:pt x="237" y="209"/>
                  </a:lnTo>
                  <a:lnTo>
                    <a:pt x="256" y="229"/>
                  </a:lnTo>
                  <a:lnTo>
                    <a:pt x="285" y="258"/>
                  </a:lnTo>
                  <a:lnTo>
                    <a:pt x="335" y="271"/>
                  </a:lnTo>
                  <a:lnTo>
                    <a:pt x="337" y="289"/>
                  </a:lnTo>
                  <a:lnTo>
                    <a:pt x="370" y="301"/>
                  </a:lnTo>
                  <a:lnTo>
                    <a:pt x="385" y="319"/>
                  </a:lnTo>
                  <a:lnTo>
                    <a:pt x="374" y="370"/>
                  </a:lnTo>
                  <a:lnTo>
                    <a:pt x="404" y="371"/>
                  </a:lnTo>
                  <a:lnTo>
                    <a:pt x="423" y="345"/>
                  </a:lnTo>
                  <a:lnTo>
                    <a:pt x="436" y="330"/>
                  </a:lnTo>
                  <a:lnTo>
                    <a:pt x="444" y="316"/>
                  </a:lnTo>
                  <a:lnTo>
                    <a:pt x="439" y="291"/>
                  </a:lnTo>
                  <a:lnTo>
                    <a:pt x="415" y="282"/>
                  </a:lnTo>
                  <a:lnTo>
                    <a:pt x="421" y="236"/>
                  </a:lnTo>
                  <a:lnTo>
                    <a:pt x="443" y="218"/>
                  </a:lnTo>
                  <a:lnTo>
                    <a:pt x="461" y="224"/>
                  </a:lnTo>
                  <a:lnTo>
                    <a:pt x="506" y="216"/>
                  </a:lnTo>
                  <a:lnTo>
                    <a:pt x="513" y="235"/>
                  </a:lnTo>
                  <a:lnTo>
                    <a:pt x="539" y="234"/>
                  </a:lnTo>
                  <a:lnTo>
                    <a:pt x="595" y="229"/>
                  </a:lnTo>
                  <a:lnTo>
                    <a:pt x="609" y="209"/>
                  </a:lnTo>
                  <a:lnTo>
                    <a:pt x="595" y="196"/>
                  </a:lnTo>
                  <a:lnTo>
                    <a:pt x="560" y="196"/>
                  </a:lnTo>
                  <a:lnTo>
                    <a:pt x="496" y="196"/>
                  </a:lnTo>
                  <a:lnTo>
                    <a:pt x="472" y="196"/>
                  </a:lnTo>
                  <a:lnTo>
                    <a:pt x="447" y="192"/>
                  </a:lnTo>
                  <a:lnTo>
                    <a:pt x="407" y="212"/>
                  </a:lnTo>
                  <a:lnTo>
                    <a:pt x="403" y="209"/>
                  </a:lnTo>
                  <a:lnTo>
                    <a:pt x="393" y="199"/>
                  </a:lnTo>
                  <a:lnTo>
                    <a:pt x="373" y="205"/>
                  </a:lnTo>
                  <a:lnTo>
                    <a:pt x="353" y="212"/>
                  </a:lnTo>
                  <a:lnTo>
                    <a:pt x="349" y="207"/>
                  </a:lnTo>
                  <a:lnTo>
                    <a:pt x="345" y="199"/>
                  </a:lnTo>
                  <a:lnTo>
                    <a:pt x="320" y="192"/>
                  </a:lnTo>
                  <a:lnTo>
                    <a:pt x="315" y="190"/>
                  </a:lnTo>
                  <a:lnTo>
                    <a:pt x="319" y="180"/>
                  </a:lnTo>
                  <a:lnTo>
                    <a:pt x="331" y="173"/>
                  </a:lnTo>
                  <a:lnTo>
                    <a:pt x="315" y="137"/>
                  </a:lnTo>
                  <a:lnTo>
                    <a:pt x="289" y="86"/>
                  </a:lnTo>
                  <a:lnTo>
                    <a:pt x="219" y="103"/>
                  </a:lnTo>
                  <a:lnTo>
                    <a:pt x="204" y="86"/>
                  </a:lnTo>
                  <a:lnTo>
                    <a:pt x="171" y="73"/>
                  </a:lnTo>
                  <a:lnTo>
                    <a:pt x="140" y="93"/>
                  </a:lnTo>
                  <a:lnTo>
                    <a:pt x="110" y="88"/>
                  </a:lnTo>
                  <a:lnTo>
                    <a:pt x="77" y="66"/>
                  </a:lnTo>
                  <a:lnTo>
                    <a:pt x="72" y="38"/>
                  </a:lnTo>
                  <a:lnTo>
                    <a:pt x="74" y="19"/>
                  </a:lnTo>
                  <a:lnTo>
                    <a:pt x="73" y="0"/>
                  </a:lnTo>
                  <a:lnTo>
                    <a:pt x="0" y="38"/>
                  </a:lnTo>
                  <a:lnTo>
                    <a:pt x="43" y="169"/>
                  </a:lnTo>
                  <a:close/>
                </a:path>
              </a:pathLst>
            </a:custGeom>
            <a:grpFill/>
            <a:ln w="3175">
              <a:solidFill>
                <a:schemeClr val="bg1"/>
              </a:solidFill>
              <a:prstDash val="solid"/>
              <a:round/>
            </a:ln>
          </p:spPr>
          <p:txBody>
            <a:bodyPr/>
            <a:lstStyle/>
            <a:p>
              <a:endParaRPr lang="en-US" dirty="0"/>
            </a:p>
          </p:txBody>
        </p:sp>
        <p:sp>
          <p:nvSpPr>
            <p:cNvPr id="234" name="22168312.25473.518.37526.1255">
              <a:extLst>
                <a:ext uri="{FF2B5EF4-FFF2-40B4-BE49-F238E27FC236}">
                  <a16:creationId xmlns:a16="http://schemas.microsoft.com/office/drawing/2014/main" id="{EF6B3E85-0C17-F031-3916-FF3BACDA42AD}"/>
                </a:ext>
              </a:extLst>
            </p:cNvPr>
            <p:cNvSpPr/>
            <p:nvPr>
              <p:custDataLst>
                <p:tags r:id="rId230"/>
              </p:custDataLst>
            </p:nvPr>
          </p:nvSpPr>
          <p:spPr bwMode="auto">
            <a:xfrm>
              <a:off x="4313" y="2521"/>
              <a:ext cx="151" cy="106"/>
            </a:xfrm>
            <a:custGeom>
              <a:avLst/>
              <a:gdLst>
                <a:gd name="T0" fmla="*/ 0 w 466"/>
                <a:gd name="T1" fmla="*/ 0 h 325"/>
                <a:gd name="T2" fmla="*/ 0 w 466"/>
                <a:gd name="T3" fmla="*/ 0 h 325"/>
                <a:gd name="T4" fmla="*/ 0 w 466"/>
                <a:gd name="T5" fmla="*/ 0 h 325"/>
                <a:gd name="T6" fmla="*/ 0 w 466"/>
                <a:gd name="T7" fmla="*/ 0 h 325"/>
                <a:gd name="T8" fmla="*/ 0 w 466"/>
                <a:gd name="T9" fmla="*/ 0 h 325"/>
                <a:gd name="T10" fmla="*/ 0 w 466"/>
                <a:gd name="T11" fmla="*/ 0 h 325"/>
                <a:gd name="T12" fmla="*/ 0 w 466"/>
                <a:gd name="T13" fmla="*/ 0 h 325"/>
                <a:gd name="T14" fmla="*/ 0 w 466"/>
                <a:gd name="T15" fmla="*/ 0 h 325"/>
                <a:gd name="T16" fmla="*/ 0 w 466"/>
                <a:gd name="T17" fmla="*/ 0 h 325"/>
                <a:gd name="T18" fmla="*/ 0 w 466"/>
                <a:gd name="T19" fmla="*/ 0 h 325"/>
                <a:gd name="T20" fmla="*/ 0 w 466"/>
                <a:gd name="T21" fmla="*/ 0 h 325"/>
                <a:gd name="T22" fmla="*/ 0 w 466"/>
                <a:gd name="T23" fmla="*/ 0 h 325"/>
                <a:gd name="T24" fmla="*/ 0 w 466"/>
                <a:gd name="T25" fmla="*/ 0 h 325"/>
                <a:gd name="T26" fmla="*/ 0 w 466"/>
                <a:gd name="T27" fmla="*/ 0 h 325"/>
                <a:gd name="T28" fmla="*/ 0 w 466"/>
                <a:gd name="T29" fmla="*/ 0 h 325"/>
                <a:gd name="T30" fmla="*/ 0 w 466"/>
                <a:gd name="T31" fmla="*/ 0 h 325"/>
                <a:gd name="T32" fmla="*/ 0 w 466"/>
                <a:gd name="T33" fmla="*/ 0 h 325"/>
                <a:gd name="T34" fmla="*/ 0 w 466"/>
                <a:gd name="T35" fmla="*/ 0 h 325"/>
                <a:gd name="T36" fmla="*/ 0 w 466"/>
                <a:gd name="T37" fmla="*/ 0 h 325"/>
                <a:gd name="T38" fmla="*/ 0 w 466"/>
                <a:gd name="T39" fmla="*/ 0 h 325"/>
                <a:gd name="T40" fmla="*/ 0 w 466"/>
                <a:gd name="T41" fmla="*/ 0 h 325"/>
                <a:gd name="T42" fmla="*/ 0 w 466"/>
                <a:gd name="T43" fmla="*/ 0 h 325"/>
                <a:gd name="T44" fmla="*/ 0 w 466"/>
                <a:gd name="T45" fmla="*/ 0 h 325"/>
                <a:gd name="T46" fmla="*/ 0 w 466"/>
                <a:gd name="T47" fmla="*/ 0 h 325"/>
                <a:gd name="T48" fmla="*/ 0 w 466"/>
                <a:gd name="T49" fmla="*/ 0 h 325"/>
                <a:gd name="T50" fmla="*/ 0 w 466"/>
                <a:gd name="T51" fmla="*/ 0 h 325"/>
                <a:gd name="T52" fmla="*/ 0 w 466"/>
                <a:gd name="T53" fmla="*/ 0 h 325"/>
                <a:gd name="T54" fmla="*/ 0 w 466"/>
                <a:gd name="T55" fmla="*/ 0 h 325"/>
                <a:gd name="T56" fmla="*/ 0 w 466"/>
                <a:gd name="T57" fmla="*/ 0 h 325"/>
                <a:gd name="T58" fmla="*/ 0 w 466"/>
                <a:gd name="T59" fmla="*/ 0 h 325"/>
                <a:gd name="T60" fmla="*/ 0 w 466"/>
                <a:gd name="T61" fmla="*/ 0 h 325"/>
                <a:gd name="T62" fmla="*/ 0 w 466"/>
                <a:gd name="T63" fmla="*/ 0 h 325"/>
                <a:gd name="T64" fmla="*/ 0 w 466"/>
                <a:gd name="T65" fmla="*/ 0 h 325"/>
                <a:gd name="T66" fmla="*/ 0 w 466"/>
                <a:gd name="T67" fmla="*/ 0 h 325"/>
                <a:gd name="T68" fmla="*/ 0 w 466"/>
                <a:gd name="T69" fmla="*/ 0 h 325"/>
                <a:gd name="T70" fmla="*/ 0 w 466"/>
                <a:gd name="T71" fmla="*/ 0 h 325"/>
                <a:gd name="T72" fmla="*/ 0 w 466"/>
                <a:gd name="T73" fmla="*/ 0 h 325"/>
                <a:gd name="T74" fmla="*/ 0 w 466"/>
                <a:gd name="T75" fmla="*/ 0 h 325"/>
                <a:gd name="T76" fmla="*/ 0 w 466"/>
                <a:gd name="T77" fmla="*/ 0 h 325"/>
                <a:gd name="T78" fmla="*/ 0 w 466"/>
                <a:gd name="T79" fmla="*/ 0 h 325"/>
                <a:gd name="T80" fmla="*/ 0 w 466"/>
                <a:gd name="T81" fmla="*/ 0 h 325"/>
                <a:gd name="T82" fmla="*/ 0 w 466"/>
                <a:gd name="T83" fmla="*/ 0 h 325"/>
                <a:gd name="T84" fmla="*/ 0 w 466"/>
                <a:gd name="T85" fmla="*/ 0 h 325"/>
                <a:gd name="T86" fmla="*/ 0 w 466"/>
                <a:gd name="T87" fmla="*/ 0 h 325"/>
                <a:gd name="T88" fmla="*/ 0 w 466"/>
                <a:gd name="T89" fmla="*/ 0 h 325"/>
                <a:gd name="T90" fmla="*/ 0 w 466"/>
                <a:gd name="T91" fmla="*/ 0 h 325"/>
                <a:gd name="T92" fmla="*/ 0 w 466"/>
                <a:gd name="T93" fmla="*/ 0 h 325"/>
                <a:gd name="T94" fmla="*/ 0 w 466"/>
                <a:gd name="T95" fmla="*/ 0 h 325"/>
                <a:gd name="T96" fmla="*/ 0 w 466"/>
                <a:gd name="T97" fmla="*/ 0 h 325"/>
                <a:gd name="T98" fmla="*/ 0 w 466"/>
                <a:gd name="T99" fmla="*/ 0 h 325"/>
                <a:gd name="T100" fmla="*/ 0 w 466"/>
                <a:gd name="T101" fmla="*/ 0 h 32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66" h="325">
                  <a:moveTo>
                    <a:pt x="0" y="47"/>
                  </a:moveTo>
                  <a:lnTo>
                    <a:pt x="3" y="90"/>
                  </a:lnTo>
                  <a:lnTo>
                    <a:pt x="29" y="64"/>
                  </a:lnTo>
                  <a:lnTo>
                    <a:pt x="64" y="97"/>
                  </a:lnTo>
                  <a:lnTo>
                    <a:pt x="49" y="117"/>
                  </a:lnTo>
                  <a:lnTo>
                    <a:pt x="6" y="98"/>
                  </a:lnTo>
                  <a:lnTo>
                    <a:pt x="2" y="127"/>
                  </a:lnTo>
                  <a:lnTo>
                    <a:pt x="6" y="143"/>
                  </a:lnTo>
                  <a:lnTo>
                    <a:pt x="29" y="148"/>
                  </a:lnTo>
                  <a:lnTo>
                    <a:pt x="18" y="165"/>
                  </a:lnTo>
                  <a:lnTo>
                    <a:pt x="39" y="179"/>
                  </a:lnTo>
                  <a:lnTo>
                    <a:pt x="39" y="237"/>
                  </a:lnTo>
                  <a:lnTo>
                    <a:pt x="102" y="220"/>
                  </a:lnTo>
                  <a:lnTo>
                    <a:pt x="138" y="203"/>
                  </a:lnTo>
                  <a:lnTo>
                    <a:pt x="220" y="241"/>
                  </a:lnTo>
                  <a:lnTo>
                    <a:pt x="271" y="265"/>
                  </a:lnTo>
                  <a:lnTo>
                    <a:pt x="282" y="276"/>
                  </a:lnTo>
                  <a:lnTo>
                    <a:pt x="288" y="304"/>
                  </a:lnTo>
                  <a:lnTo>
                    <a:pt x="336" y="325"/>
                  </a:lnTo>
                  <a:lnTo>
                    <a:pt x="407" y="248"/>
                  </a:lnTo>
                  <a:lnTo>
                    <a:pt x="454" y="248"/>
                  </a:lnTo>
                  <a:lnTo>
                    <a:pt x="461" y="215"/>
                  </a:lnTo>
                  <a:lnTo>
                    <a:pt x="466" y="201"/>
                  </a:lnTo>
                  <a:lnTo>
                    <a:pt x="451" y="181"/>
                  </a:lnTo>
                  <a:lnTo>
                    <a:pt x="417" y="168"/>
                  </a:lnTo>
                  <a:lnTo>
                    <a:pt x="414" y="152"/>
                  </a:lnTo>
                  <a:lnTo>
                    <a:pt x="365" y="139"/>
                  </a:lnTo>
                  <a:lnTo>
                    <a:pt x="336" y="110"/>
                  </a:lnTo>
                  <a:lnTo>
                    <a:pt x="325" y="93"/>
                  </a:lnTo>
                  <a:lnTo>
                    <a:pt x="301" y="75"/>
                  </a:lnTo>
                  <a:lnTo>
                    <a:pt x="286" y="84"/>
                  </a:lnTo>
                  <a:lnTo>
                    <a:pt x="277" y="93"/>
                  </a:lnTo>
                  <a:lnTo>
                    <a:pt x="260" y="90"/>
                  </a:lnTo>
                  <a:lnTo>
                    <a:pt x="246" y="64"/>
                  </a:lnTo>
                  <a:lnTo>
                    <a:pt x="245" y="47"/>
                  </a:lnTo>
                  <a:lnTo>
                    <a:pt x="229" y="42"/>
                  </a:lnTo>
                  <a:lnTo>
                    <a:pt x="224" y="27"/>
                  </a:lnTo>
                  <a:lnTo>
                    <a:pt x="204" y="13"/>
                  </a:lnTo>
                  <a:lnTo>
                    <a:pt x="189" y="13"/>
                  </a:lnTo>
                  <a:lnTo>
                    <a:pt x="179" y="0"/>
                  </a:lnTo>
                  <a:lnTo>
                    <a:pt x="163" y="7"/>
                  </a:lnTo>
                  <a:lnTo>
                    <a:pt x="168" y="27"/>
                  </a:lnTo>
                  <a:lnTo>
                    <a:pt x="160" y="22"/>
                  </a:lnTo>
                  <a:lnTo>
                    <a:pt x="149" y="20"/>
                  </a:lnTo>
                  <a:lnTo>
                    <a:pt x="138" y="47"/>
                  </a:lnTo>
                  <a:lnTo>
                    <a:pt x="120" y="50"/>
                  </a:lnTo>
                  <a:lnTo>
                    <a:pt x="102" y="46"/>
                  </a:lnTo>
                  <a:lnTo>
                    <a:pt x="87" y="60"/>
                  </a:lnTo>
                  <a:lnTo>
                    <a:pt x="73" y="47"/>
                  </a:lnTo>
                  <a:lnTo>
                    <a:pt x="51" y="35"/>
                  </a:lnTo>
                  <a:lnTo>
                    <a:pt x="0" y="47"/>
                  </a:lnTo>
                  <a:close/>
                </a:path>
              </a:pathLst>
            </a:custGeom>
            <a:grpFill/>
            <a:ln w="3175">
              <a:solidFill>
                <a:schemeClr val="bg1"/>
              </a:solidFill>
              <a:prstDash val="solid"/>
              <a:round/>
            </a:ln>
          </p:spPr>
          <p:txBody>
            <a:bodyPr/>
            <a:lstStyle/>
            <a:p>
              <a:endParaRPr lang="en-US" dirty="0"/>
            </a:p>
          </p:txBody>
        </p:sp>
        <p:sp>
          <p:nvSpPr>
            <p:cNvPr id="235" name="22169312.125502.759.2521.8755">
              <a:extLst>
                <a:ext uri="{FF2B5EF4-FFF2-40B4-BE49-F238E27FC236}">
                  <a16:creationId xmlns:a16="http://schemas.microsoft.com/office/drawing/2014/main" id="{F1A0F80E-A3C7-7B27-1F1A-F87866E3DDF3}"/>
                </a:ext>
              </a:extLst>
            </p:cNvPr>
            <p:cNvSpPr/>
            <p:nvPr>
              <p:custDataLst>
                <p:tags r:id="rId231"/>
              </p:custDataLst>
            </p:nvPr>
          </p:nvSpPr>
          <p:spPr bwMode="auto">
            <a:xfrm>
              <a:off x="4482" y="2520"/>
              <a:ext cx="126" cy="54"/>
            </a:xfrm>
            <a:custGeom>
              <a:avLst/>
              <a:gdLst>
                <a:gd name="T0" fmla="*/ 0 w 389"/>
                <a:gd name="T1" fmla="*/ 0 h 167"/>
                <a:gd name="T2" fmla="*/ 0 w 389"/>
                <a:gd name="T3" fmla="*/ 0 h 167"/>
                <a:gd name="T4" fmla="*/ 0 w 389"/>
                <a:gd name="T5" fmla="*/ 0 h 167"/>
                <a:gd name="T6" fmla="*/ 0 w 389"/>
                <a:gd name="T7" fmla="*/ 0 h 167"/>
                <a:gd name="T8" fmla="*/ 0 w 389"/>
                <a:gd name="T9" fmla="*/ 0 h 167"/>
                <a:gd name="T10" fmla="*/ 0 w 389"/>
                <a:gd name="T11" fmla="*/ 0 h 167"/>
                <a:gd name="T12" fmla="*/ 0 w 389"/>
                <a:gd name="T13" fmla="*/ 0 h 167"/>
                <a:gd name="T14" fmla="*/ 0 w 389"/>
                <a:gd name="T15" fmla="*/ 0 h 167"/>
                <a:gd name="T16" fmla="*/ 0 w 389"/>
                <a:gd name="T17" fmla="*/ 0 h 167"/>
                <a:gd name="T18" fmla="*/ 0 w 389"/>
                <a:gd name="T19" fmla="*/ 0 h 167"/>
                <a:gd name="T20" fmla="*/ 0 w 389"/>
                <a:gd name="T21" fmla="*/ 0 h 167"/>
                <a:gd name="T22" fmla="*/ 0 w 389"/>
                <a:gd name="T23" fmla="*/ 0 h 167"/>
                <a:gd name="T24" fmla="*/ 0 w 389"/>
                <a:gd name="T25" fmla="*/ 0 h 167"/>
                <a:gd name="T26" fmla="*/ 0 w 389"/>
                <a:gd name="T27" fmla="*/ 0 h 167"/>
                <a:gd name="T28" fmla="*/ 0 w 389"/>
                <a:gd name="T29" fmla="*/ 0 h 167"/>
                <a:gd name="T30" fmla="*/ 0 w 389"/>
                <a:gd name="T31" fmla="*/ 0 h 167"/>
                <a:gd name="T32" fmla="*/ 0 w 389"/>
                <a:gd name="T33" fmla="*/ 0 h 167"/>
                <a:gd name="T34" fmla="*/ 0 w 389"/>
                <a:gd name="T35" fmla="*/ 0 h 167"/>
                <a:gd name="T36" fmla="*/ 0 w 389"/>
                <a:gd name="T37" fmla="*/ 0 h 167"/>
                <a:gd name="T38" fmla="*/ 0 w 389"/>
                <a:gd name="T39" fmla="*/ 0 h 167"/>
                <a:gd name="T40" fmla="*/ 0 w 389"/>
                <a:gd name="T41" fmla="*/ 0 h 167"/>
                <a:gd name="T42" fmla="*/ 0 w 389"/>
                <a:gd name="T43" fmla="*/ 0 h 167"/>
                <a:gd name="T44" fmla="*/ 0 w 389"/>
                <a:gd name="T45" fmla="*/ 0 h 167"/>
                <a:gd name="T46" fmla="*/ 0 w 389"/>
                <a:gd name="T47" fmla="*/ 0 h 167"/>
                <a:gd name="T48" fmla="*/ 0 w 389"/>
                <a:gd name="T49" fmla="*/ 0 h 167"/>
                <a:gd name="T50" fmla="*/ 0 w 389"/>
                <a:gd name="T51" fmla="*/ 0 h 167"/>
                <a:gd name="T52" fmla="*/ 0 w 389"/>
                <a:gd name="T53" fmla="*/ 0 h 167"/>
                <a:gd name="T54" fmla="*/ 0 w 389"/>
                <a:gd name="T55" fmla="*/ 0 h 167"/>
                <a:gd name="T56" fmla="*/ 0 w 389"/>
                <a:gd name="T57" fmla="*/ 0 h 167"/>
                <a:gd name="T58" fmla="*/ 0 w 389"/>
                <a:gd name="T59" fmla="*/ 0 h 167"/>
                <a:gd name="T60" fmla="*/ 0 w 389"/>
                <a:gd name="T61" fmla="*/ 0 h 167"/>
                <a:gd name="T62" fmla="*/ 0 w 389"/>
                <a:gd name="T63" fmla="*/ 0 h 167"/>
                <a:gd name="T64" fmla="*/ 0 w 389"/>
                <a:gd name="T65" fmla="*/ 0 h 167"/>
                <a:gd name="T66" fmla="*/ 0 w 389"/>
                <a:gd name="T67" fmla="*/ 0 h 167"/>
                <a:gd name="T68" fmla="*/ 0 w 389"/>
                <a:gd name="T69" fmla="*/ 0 h 167"/>
                <a:gd name="T70" fmla="*/ 0 w 389"/>
                <a:gd name="T71" fmla="*/ 0 h 167"/>
                <a:gd name="T72" fmla="*/ 0 w 389"/>
                <a:gd name="T73" fmla="*/ 0 h 167"/>
                <a:gd name="T74" fmla="*/ 0 w 389"/>
                <a:gd name="T75" fmla="*/ 0 h 167"/>
                <a:gd name="T76" fmla="*/ 0 w 389"/>
                <a:gd name="T77" fmla="*/ 0 h 167"/>
                <a:gd name="T78" fmla="*/ 0 w 389"/>
                <a:gd name="T79" fmla="*/ 0 h 167"/>
                <a:gd name="T80" fmla="*/ 0 w 389"/>
                <a:gd name="T81" fmla="*/ 0 h 167"/>
                <a:gd name="T82" fmla="*/ 0 w 389"/>
                <a:gd name="T83" fmla="*/ 0 h 16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89" h="167">
                  <a:moveTo>
                    <a:pt x="99" y="119"/>
                  </a:moveTo>
                  <a:lnTo>
                    <a:pt x="70" y="119"/>
                  </a:lnTo>
                  <a:lnTo>
                    <a:pt x="13" y="125"/>
                  </a:lnTo>
                  <a:lnTo>
                    <a:pt x="0" y="143"/>
                  </a:lnTo>
                  <a:lnTo>
                    <a:pt x="13" y="152"/>
                  </a:lnTo>
                  <a:lnTo>
                    <a:pt x="26" y="157"/>
                  </a:lnTo>
                  <a:lnTo>
                    <a:pt x="104" y="156"/>
                  </a:lnTo>
                  <a:lnTo>
                    <a:pt x="156" y="156"/>
                  </a:lnTo>
                  <a:lnTo>
                    <a:pt x="180" y="167"/>
                  </a:lnTo>
                  <a:lnTo>
                    <a:pt x="188" y="146"/>
                  </a:lnTo>
                  <a:lnTo>
                    <a:pt x="210" y="143"/>
                  </a:lnTo>
                  <a:lnTo>
                    <a:pt x="242" y="136"/>
                  </a:lnTo>
                  <a:lnTo>
                    <a:pt x="269" y="131"/>
                  </a:lnTo>
                  <a:lnTo>
                    <a:pt x="319" y="103"/>
                  </a:lnTo>
                  <a:lnTo>
                    <a:pt x="371" y="77"/>
                  </a:lnTo>
                  <a:lnTo>
                    <a:pt x="389" y="64"/>
                  </a:lnTo>
                  <a:lnTo>
                    <a:pt x="382" y="39"/>
                  </a:lnTo>
                  <a:lnTo>
                    <a:pt x="357" y="39"/>
                  </a:lnTo>
                  <a:lnTo>
                    <a:pt x="332" y="26"/>
                  </a:lnTo>
                  <a:lnTo>
                    <a:pt x="306" y="17"/>
                  </a:lnTo>
                  <a:lnTo>
                    <a:pt x="240" y="11"/>
                  </a:lnTo>
                  <a:lnTo>
                    <a:pt x="159" y="0"/>
                  </a:lnTo>
                  <a:lnTo>
                    <a:pt x="143" y="4"/>
                  </a:lnTo>
                  <a:lnTo>
                    <a:pt x="148" y="17"/>
                  </a:lnTo>
                  <a:lnTo>
                    <a:pt x="158" y="31"/>
                  </a:lnTo>
                  <a:lnTo>
                    <a:pt x="134" y="33"/>
                  </a:lnTo>
                  <a:lnTo>
                    <a:pt x="128" y="25"/>
                  </a:lnTo>
                  <a:lnTo>
                    <a:pt x="101" y="22"/>
                  </a:lnTo>
                  <a:lnTo>
                    <a:pt x="66" y="25"/>
                  </a:lnTo>
                  <a:lnTo>
                    <a:pt x="82" y="33"/>
                  </a:lnTo>
                  <a:lnTo>
                    <a:pt x="85" y="43"/>
                  </a:lnTo>
                  <a:lnTo>
                    <a:pt x="74" y="54"/>
                  </a:lnTo>
                  <a:lnTo>
                    <a:pt x="74" y="72"/>
                  </a:lnTo>
                  <a:lnTo>
                    <a:pt x="88" y="83"/>
                  </a:lnTo>
                  <a:lnTo>
                    <a:pt x="134" y="83"/>
                  </a:lnTo>
                  <a:lnTo>
                    <a:pt x="151" y="81"/>
                  </a:lnTo>
                  <a:lnTo>
                    <a:pt x="166" y="97"/>
                  </a:lnTo>
                  <a:lnTo>
                    <a:pt x="149" y="116"/>
                  </a:lnTo>
                  <a:lnTo>
                    <a:pt x="133" y="116"/>
                  </a:lnTo>
                  <a:lnTo>
                    <a:pt x="117" y="114"/>
                  </a:lnTo>
                  <a:lnTo>
                    <a:pt x="108" y="116"/>
                  </a:lnTo>
                  <a:lnTo>
                    <a:pt x="99" y="119"/>
                  </a:lnTo>
                  <a:close/>
                </a:path>
              </a:pathLst>
            </a:custGeom>
            <a:grpFill/>
            <a:ln w="3175">
              <a:solidFill>
                <a:schemeClr val="bg1"/>
              </a:solidFill>
              <a:prstDash val="solid"/>
              <a:round/>
            </a:ln>
          </p:spPr>
          <p:txBody>
            <a:bodyPr/>
            <a:lstStyle/>
            <a:p>
              <a:endParaRPr lang="en-US" dirty="0"/>
            </a:p>
          </p:txBody>
        </p:sp>
        <p:sp>
          <p:nvSpPr>
            <p:cNvPr id="236" name="22170317.625500.759.7513.8755">
              <a:extLst>
                <a:ext uri="{FF2B5EF4-FFF2-40B4-BE49-F238E27FC236}">
                  <a16:creationId xmlns:a16="http://schemas.microsoft.com/office/drawing/2014/main" id="{7C1CABCF-8C6B-5D52-109F-C52B210E7096}"/>
                </a:ext>
              </a:extLst>
            </p:cNvPr>
            <p:cNvSpPr/>
            <p:nvPr>
              <p:custDataLst>
                <p:tags r:id="rId232"/>
              </p:custDataLst>
            </p:nvPr>
          </p:nvSpPr>
          <p:spPr bwMode="auto">
            <a:xfrm>
              <a:off x="4470" y="2552"/>
              <a:ext cx="81" cy="57"/>
            </a:xfrm>
            <a:custGeom>
              <a:avLst/>
              <a:gdLst>
                <a:gd name="T0" fmla="*/ 0 w 247"/>
                <a:gd name="T1" fmla="*/ 0 h 172"/>
                <a:gd name="T2" fmla="*/ 0 w 247"/>
                <a:gd name="T3" fmla="*/ 0 h 172"/>
                <a:gd name="T4" fmla="*/ 0 w 247"/>
                <a:gd name="T5" fmla="*/ 0 h 172"/>
                <a:gd name="T6" fmla="*/ 0 w 247"/>
                <a:gd name="T7" fmla="*/ 0 h 172"/>
                <a:gd name="T8" fmla="*/ 0 w 247"/>
                <a:gd name="T9" fmla="*/ 0 h 172"/>
                <a:gd name="T10" fmla="*/ 0 w 247"/>
                <a:gd name="T11" fmla="*/ 0 h 172"/>
                <a:gd name="T12" fmla="*/ 0 w 247"/>
                <a:gd name="T13" fmla="*/ 0 h 172"/>
                <a:gd name="T14" fmla="*/ 0 w 247"/>
                <a:gd name="T15" fmla="*/ 0 h 172"/>
                <a:gd name="T16" fmla="*/ 0 w 247"/>
                <a:gd name="T17" fmla="*/ 0 h 172"/>
                <a:gd name="T18" fmla="*/ 0 w 247"/>
                <a:gd name="T19" fmla="*/ 0 h 172"/>
                <a:gd name="T20" fmla="*/ 0 w 247"/>
                <a:gd name="T21" fmla="*/ 0 h 172"/>
                <a:gd name="T22" fmla="*/ 0 w 247"/>
                <a:gd name="T23" fmla="*/ 0 h 172"/>
                <a:gd name="T24" fmla="*/ 0 w 247"/>
                <a:gd name="T25" fmla="*/ 0 h 172"/>
                <a:gd name="T26" fmla="*/ 0 w 247"/>
                <a:gd name="T27" fmla="*/ 0 h 172"/>
                <a:gd name="T28" fmla="*/ 0 w 247"/>
                <a:gd name="T29" fmla="*/ 0 h 172"/>
                <a:gd name="T30" fmla="*/ 0 w 247"/>
                <a:gd name="T31" fmla="*/ 0 h 172"/>
                <a:gd name="T32" fmla="*/ 0 w 247"/>
                <a:gd name="T33" fmla="*/ 0 h 172"/>
                <a:gd name="T34" fmla="*/ 0 w 247"/>
                <a:gd name="T35" fmla="*/ 0 h 172"/>
                <a:gd name="T36" fmla="*/ 0 w 247"/>
                <a:gd name="T37" fmla="*/ 0 h 172"/>
                <a:gd name="T38" fmla="*/ 0 w 247"/>
                <a:gd name="T39" fmla="*/ 0 h 172"/>
                <a:gd name="T40" fmla="*/ 0 w 247"/>
                <a:gd name="T41" fmla="*/ 0 h 172"/>
                <a:gd name="T42" fmla="*/ 0 w 247"/>
                <a:gd name="T43" fmla="*/ 0 h 172"/>
                <a:gd name="T44" fmla="*/ 0 w 247"/>
                <a:gd name="T45" fmla="*/ 0 h 172"/>
                <a:gd name="T46" fmla="*/ 0 w 247"/>
                <a:gd name="T47" fmla="*/ 0 h 172"/>
                <a:gd name="T48" fmla="*/ 0 w 247"/>
                <a:gd name="T49" fmla="*/ 0 h 172"/>
                <a:gd name="T50" fmla="*/ 0 w 247"/>
                <a:gd name="T51" fmla="*/ 0 h 172"/>
                <a:gd name="T52" fmla="*/ 0 w 247"/>
                <a:gd name="T53" fmla="*/ 0 h 172"/>
                <a:gd name="T54" fmla="*/ 0 w 247"/>
                <a:gd name="T55" fmla="*/ 0 h 172"/>
                <a:gd name="T56" fmla="*/ 0 w 247"/>
                <a:gd name="T57" fmla="*/ 0 h 172"/>
                <a:gd name="T58" fmla="*/ 0 w 247"/>
                <a:gd name="T59" fmla="*/ 0 h 172"/>
                <a:gd name="T60" fmla="*/ 0 w 247"/>
                <a:gd name="T61" fmla="*/ 0 h 172"/>
                <a:gd name="T62" fmla="*/ 0 w 247"/>
                <a:gd name="T63" fmla="*/ 0 h 172"/>
                <a:gd name="T64" fmla="*/ 0 w 247"/>
                <a:gd name="T65" fmla="*/ 0 h 172"/>
                <a:gd name="T66" fmla="*/ 0 w 247"/>
                <a:gd name="T67" fmla="*/ 0 h 172"/>
                <a:gd name="T68" fmla="*/ 0 w 247"/>
                <a:gd name="T69" fmla="*/ 0 h 172"/>
                <a:gd name="T70" fmla="*/ 0 w 247"/>
                <a:gd name="T71" fmla="*/ 0 h 172"/>
                <a:gd name="T72" fmla="*/ 0 w 247"/>
                <a:gd name="T73" fmla="*/ 0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6" h="172">
                  <a:moveTo>
                    <a:pt x="0" y="146"/>
                  </a:moveTo>
                  <a:lnTo>
                    <a:pt x="3" y="152"/>
                  </a:lnTo>
                  <a:lnTo>
                    <a:pt x="21" y="155"/>
                  </a:lnTo>
                  <a:lnTo>
                    <a:pt x="65" y="157"/>
                  </a:lnTo>
                  <a:lnTo>
                    <a:pt x="117" y="103"/>
                  </a:lnTo>
                  <a:lnTo>
                    <a:pt x="129" y="137"/>
                  </a:lnTo>
                  <a:lnTo>
                    <a:pt x="144" y="172"/>
                  </a:lnTo>
                  <a:lnTo>
                    <a:pt x="176" y="158"/>
                  </a:lnTo>
                  <a:lnTo>
                    <a:pt x="210" y="144"/>
                  </a:lnTo>
                  <a:lnTo>
                    <a:pt x="245" y="155"/>
                  </a:lnTo>
                  <a:lnTo>
                    <a:pt x="247" y="104"/>
                  </a:lnTo>
                  <a:lnTo>
                    <a:pt x="223" y="95"/>
                  </a:lnTo>
                  <a:lnTo>
                    <a:pt x="209" y="96"/>
                  </a:lnTo>
                  <a:lnTo>
                    <a:pt x="218" y="64"/>
                  </a:lnTo>
                  <a:lnTo>
                    <a:pt x="190" y="57"/>
                  </a:lnTo>
                  <a:lnTo>
                    <a:pt x="165" y="55"/>
                  </a:lnTo>
                  <a:lnTo>
                    <a:pt x="131" y="55"/>
                  </a:lnTo>
                  <a:lnTo>
                    <a:pt x="103" y="55"/>
                  </a:lnTo>
                  <a:lnTo>
                    <a:pt x="70" y="55"/>
                  </a:lnTo>
                  <a:lnTo>
                    <a:pt x="41" y="49"/>
                  </a:lnTo>
                  <a:lnTo>
                    <a:pt x="37" y="45"/>
                  </a:lnTo>
                  <a:lnTo>
                    <a:pt x="43" y="33"/>
                  </a:lnTo>
                  <a:lnTo>
                    <a:pt x="55" y="24"/>
                  </a:lnTo>
                  <a:lnTo>
                    <a:pt x="102" y="16"/>
                  </a:lnTo>
                  <a:lnTo>
                    <a:pt x="99" y="0"/>
                  </a:lnTo>
                  <a:lnTo>
                    <a:pt x="63" y="5"/>
                  </a:lnTo>
                  <a:lnTo>
                    <a:pt x="33" y="4"/>
                  </a:lnTo>
                  <a:lnTo>
                    <a:pt x="14" y="20"/>
                  </a:lnTo>
                  <a:lnTo>
                    <a:pt x="7" y="55"/>
                  </a:lnTo>
                  <a:lnTo>
                    <a:pt x="8" y="63"/>
                  </a:lnTo>
                  <a:lnTo>
                    <a:pt x="5" y="66"/>
                  </a:lnTo>
                  <a:lnTo>
                    <a:pt x="27" y="73"/>
                  </a:lnTo>
                  <a:lnTo>
                    <a:pt x="38" y="92"/>
                  </a:lnTo>
                  <a:lnTo>
                    <a:pt x="32" y="114"/>
                  </a:lnTo>
                  <a:lnTo>
                    <a:pt x="26" y="117"/>
                  </a:lnTo>
                  <a:lnTo>
                    <a:pt x="18" y="126"/>
                  </a:lnTo>
                  <a:lnTo>
                    <a:pt x="0" y="146"/>
                  </a:lnTo>
                  <a:close/>
                </a:path>
              </a:pathLst>
            </a:custGeom>
            <a:grpFill/>
            <a:ln w="3175">
              <a:solidFill>
                <a:schemeClr val="bg1"/>
              </a:solidFill>
              <a:prstDash val="solid"/>
              <a:round/>
            </a:ln>
          </p:spPr>
          <p:txBody>
            <a:bodyPr/>
            <a:lstStyle/>
            <a:p>
              <a:endParaRPr lang="en-US" dirty="0"/>
            </a:p>
          </p:txBody>
        </p:sp>
        <p:sp>
          <p:nvSpPr>
            <p:cNvPr id="237" name="22171304.5400.12513.87517.55">
              <a:extLst>
                <a:ext uri="{FF2B5EF4-FFF2-40B4-BE49-F238E27FC236}">
                  <a16:creationId xmlns:a16="http://schemas.microsoft.com/office/drawing/2014/main" id="{812DFE36-20BA-C421-6A92-7C72CEB2BFC7}"/>
                </a:ext>
              </a:extLst>
            </p:cNvPr>
            <p:cNvSpPr/>
            <p:nvPr>
              <p:custDataLst>
                <p:tags r:id="rId233"/>
              </p:custDataLst>
            </p:nvPr>
          </p:nvSpPr>
          <p:spPr bwMode="auto">
            <a:xfrm>
              <a:off x="3888" y="2476"/>
              <a:ext cx="101" cy="81"/>
            </a:xfrm>
            <a:custGeom>
              <a:avLst/>
              <a:gdLst>
                <a:gd name="T0" fmla="*/ 0 w 311"/>
                <a:gd name="T1" fmla="*/ 0 h 245"/>
                <a:gd name="T2" fmla="*/ 0 w 311"/>
                <a:gd name="T3" fmla="*/ 0 h 245"/>
                <a:gd name="T4" fmla="*/ 0 w 311"/>
                <a:gd name="T5" fmla="*/ 0 h 245"/>
                <a:gd name="T6" fmla="*/ 0 w 311"/>
                <a:gd name="T7" fmla="*/ 0 h 245"/>
                <a:gd name="T8" fmla="*/ 0 w 311"/>
                <a:gd name="T9" fmla="*/ 0 h 245"/>
                <a:gd name="T10" fmla="*/ 0 w 311"/>
                <a:gd name="T11" fmla="*/ 0 h 245"/>
                <a:gd name="T12" fmla="*/ 0 w 311"/>
                <a:gd name="T13" fmla="*/ 0 h 245"/>
                <a:gd name="T14" fmla="*/ 0 w 311"/>
                <a:gd name="T15" fmla="*/ 0 h 245"/>
                <a:gd name="T16" fmla="*/ 0 w 311"/>
                <a:gd name="T17" fmla="*/ 0 h 245"/>
                <a:gd name="T18" fmla="*/ 0 w 311"/>
                <a:gd name="T19" fmla="*/ 0 h 245"/>
                <a:gd name="T20" fmla="*/ 0 w 311"/>
                <a:gd name="T21" fmla="*/ 0 h 245"/>
                <a:gd name="T22" fmla="*/ 0 w 311"/>
                <a:gd name="T23" fmla="*/ 0 h 245"/>
                <a:gd name="T24" fmla="*/ 0 w 311"/>
                <a:gd name="T25" fmla="*/ 0 h 245"/>
                <a:gd name="T26" fmla="*/ 0 w 311"/>
                <a:gd name="T27" fmla="*/ 0 h 245"/>
                <a:gd name="T28" fmla="*/ 0 w 311"/>
                <a:gd name="T29" fmla="*/ 0 h 2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11" h="245">
                  <a:moveTo>
                    <a:pt x="0" y="58"/>
                  </a:moveTo>
                  <a:lnTo>
                    <a:pt x="0" y="18"/>
                  </a:lnTo>
                  <a:lnTo>
                    <a:pt x="79" y="0"/>
                  </a:lnTo>
                  <a:lnTo>
                    <a:pt x="144" y="48"/>
                  </a:lnTo>
                  <a:lnTo>
                    <a:pt x="217" y="34"/>
                  </a:lnTo>
                  <a:lnTo>
                    <a:pt x="303" y="111"/>
                  </a:lnTo>
                  <a:lnTo>
                    <a:pt x="291" y="191"/>
                  </a:lnTo>
                  <a:lnTo>
                    <a:pt x="311" y="227"/>
                  </a:lnTo>
                  <a:lnTo>
                    <a:pt x="246" y="245"/>
                  </a:lnTo>
                  <a:lnTo>
                    <a:pt x="215" y="177"/>
                  </a:lnTo>
                  <a:lnTo>
                    <a:pt x="188" y="205"/>
                  </a:lnTo>
                  <a:lnTo>
                    <a:pt x="79" y="139"/>
                  </a:lnTo>
                  <a:lnTo>
                    <a:pt x="28" y="69"/>
                  </a:lnTo>
                  <a:lnTo>
                    <a:pt x="2" y="84"/>
                  </a:lnTo>
                  <a:lnTo>
                    <a:pt x="0" y="58"/>
                  </a:lnTo>
                  <a:close/>
                </a:path>
              </a:pathLst>
            </a:custGeom>
            <a:grpFill/>
            <a:ln w="3175">
              <a:solidFill>
                <a:schemeClr val="bg1"/>
              </a:solidFill>
              <a:prstDash val="solid"/>
              <a:round/>
            </a:ln>
          </p:spPr>
          <p:txBody>
            <a:bodyPr/>
            <a:lstStyle/>
            <a:p>
              <a:endParaRPr lang="en-US" dirty="0"/>
            </a:p>
          </p:txBody>
        </p:sp>
        <p:sp>
          <p:nvSpPr>
            <p:cNvPr id="238" name="22172306.75403.58.57.3755">
              <a:extLst>
                <a:ext uri="{FF2B5EF4-FFF2-40B4-BE49-F238E27FC236}">
                  <a16:creationId xmlns:a16="http://schemas.microsoft.com/office/drawing/2014/main" id="{AE8AACB6-CF24-12CE-49E0-C9DDAD719979}"/>
                </a:ext>
              </a:extLst>
            </p:cNvPr>
            <p:cNvSpPr/>
            <p:nvPr>
              <p:custDataLst>
                <p:tags r:id="rId234"/>
              </p:custDataLst>
            </p:nvPr>
          </p:nvSpPr>
          <p:spPr bwMode="auto">
            <a:xfrm>
              <a:off x="3908" y="2489"/>
              <a:ext cx="42" cy="50"/>
            </a:xfrm>
            <a:custGeom>
              <a:avLst/>
              <a:gdLst>
                <a:gd name="T0" fmla="*/ 0 w 129"/>
                <a:gd name="T1" fmla="*/ 0 h 150"/>
                <a:gd name="T2" fmla="*/ 0 w 129"/>
                <a:gd name="T3" fmla="*/ 0 h 150"/>
                <a:gd name="T4" fmla="*/ 0 w 129"/>
                <a:gd name="T5" fmla="*/ 0 h 150"/>
                <a:gd name="T6" fmla="*/ 0 w 129"/>
                <a:gd name="T7" fmla="*/ 0 h 150"/>
                <a:gd name="T8" fmla="*/ 0 w 129"/>
                <a:gd name="T9" fmla="*/ 0 h 150"/>
                <a:gd name="T10" fmla="*/ 0 w 129"/>
                <a:gd name="T11" fmla="*/ 0 h 150"/>
                <a:gd name="T12" fmla="*/ 0 w 129"/>
                <a:gd name="T13" fmla="*/ 0 h 1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 h="150">
                  <a:moveTo>
                    <a:pt x="129" y="81"/>
                  </a:moveTo>
                  <a:lnTo>
                    <a:pt x="103" y="41"/>
                  </a:lnTo>
                  <a:lnTo>
                    <a:pt x="45" y="0"/>
                  </a:lnTo>
                  <a:lnTo>
                    <a:pt x="0" y="5"/>
                  </a:lnTo>
                  <a:lnTo>
                    <a:pt x="5" y="59"/>
                  </a:lnTo>
                  <a:lnTo>
                    <a:pt x="103" y="150"/>
                  </a:lnTo>
                  <a:lnTo>
                    <a:pt x="129" y="81"/>
                  </a:lnTo>
                  <a:close/>
                </a:path>
              </a:pathLst>
            </a:custGeom>
            <a:grpFill/>
            <a:ln w="3175">
              <a:solidFill>
                <a:schemeClr val="bg1"/>
              </a:solidFill>
              <a:prstDash val="solid"/>
              <a:round/>
            </a:ln>
          </p:spPr>
          <p:txBody>
            <a:bodyPr/>
            <a:lstStyle/>
            <a:p>
              <a:endParaRPr lang="en-US" dirty="0"/>
            </a:p>
          </p:txBody>
        </p:sp>
        <p:sp>
          <p:nvSpPr>
            <p:cNvPr id="239" name="22173310.875416.56.62511.755">
              <a:extLst>
                <a:ext uri="{FF2B5EF4-FFF2-40B4-BE49-F238E27FC236}">
                  <a16:creationId xmlns:a16="http://schemas.microsoft.com/office/drawing/2014/main" id="{79E70C0B-CDCB-42FC-9194-897FF79EB960}"/>
                </a:ext>
              </a:extLst>
            </p:cNvPr>
            <p:cNvSpPr/>
            <p:nvPr>
              <p:custDataLst>
                <p:tags r:id="rId235"/>
              </p:custDataLst>
            </p:nvPr>
          </p:nvSpPr>
          <p:spPr bwMode="auto">
            <a:xfrm>
              <a:off x="3983" y="2513"/>
              <a:ext cx="68" cy="39"/>
            </a:xfrm>
            <a:custGeom>
              <a:avLst/>
              <a:gdLst>
                <a:gd name="T0" fmla="*/ 0 w 209"/>
                <a:gd name="T1" fmla="*/ 0 h 117"/>
                <a:gd name="T2" fmla="*/ 0 w 209"/>
                <a:gd name="T3" fmla="*/ 0 h 117"/>
                <a:gd name="T4" fmla="*/ 0 w 209"/>
                <a:gd name="T5" fmla="*/ 0 h 117"/>
                <a:gd name="T6" fmla="*/ 0 w 209"/>
                <a:gd name="T7" fmla="*/ 0 h 117"/>
                <a:gd name="T8" fmla="*/ 0 w 209"/>
                <a:gd name="T9" fmla="*/ 0 h 117"/>
                <a:gd name="T10" fmla="*/ 0 w 209"/>
                <a:gd name="T11" fmla="*/ 0 h 117"/>
                <a:gd name="T12" fmla="*/ 0 w 209"/>
                <a:gd name="T13" fmla="*/ 0 h 117"/>
                <a:gd name="T14" fmla="*/ 0 w 209"/>
                <a:gd name="T15" fmla="*/ 0 h 117"/>
                <a:gd name="T16" fmla="*/ 0 w 209"/>
                <a:gd name="T17" fmla="*/ 0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9" h="117">
                  <a:moveTo>
                    <a:pt x="0" y="80"/>
                  </a:moveTo>
                  <a:lnTo>
                    <a:pt x="12" y="0"/>
                  </a:lnTo>
                  <a:lnTo>
                    <a:pt x="209" y="18"/>
                  </a:lnTo>
                  <a:lnTo>
                    <a:pt x="172" y="68"/>
                  </a:lnTo>
                  <a:lnTo>
                    <a:pt x="187" y="94"/>
                  </a:lnTo>
                  <a:lnTo>
                    <a:pt x="135" y="97"/>
                  </a:lnTo>
                  <a:lnTo>
                    <a:pt x="103" y="117"/>
                  </a:lnTo>
                  <a:lnTo>
                    <a:pt x="20" y="116"/>
                  </a:lnTo>
                  <a:lnTo>
                    <a:pt x="0" y="80"/>
                  </a:lnTo>
                  <a:close/>
                </a:path>
              </a:pathLst>
            </a:custGeom>
            <a:grpFill/>
            <a:ln w="3175">
              <a:solidFill>
                <a:schemeClr val="bg1"/>
              </a:solidFill>
              <a:prstDash val="solid"/>
              <a:round/>
            </a:ln>
          </p:spPr>
          <p:txBody>
            <a:bodyPr/>
            <a:lstStyle/>
            <a:p>
              <a:endParaRPr lang="en-US" dirty="0"/>
            </a:p>
          </p:txBody>
        </p:sp>
        <p:sp>
          <p:nvSpPr>
            <p:cNvPr id="240" name="22174300.75404.6256.62512.6255">
              <a:extLst>
                <a:ext uri="{FF2B5EF4-FFF2-40B4-BE49-F238E27FC236}">
                  <a16:creationId xmlns:a16="http://schemas.microsoft.com/office/drawing/2014/main" id="{CA17F3DF-8769-5BD1-C9A5-28A4A86C3CB2}"/>
                </a:ext>
              </a:extLst>
            </p:cNvPr>
            <p:cNvSpPr/>
            <p:nvPr>
              <p:custDataLst>
                <p:tags r:id="rId236"/>
              </p:custDataLst>
            </p:nvPr>
          </p:nvSpPr>
          <p:spPr bwMode="auto">
            <a:xfrm>
              <a:off x="3914" y="2455"/>
              <a:ext cx="73" cy="38"/>
            </a:xfrm>
            <a:custGeom>
              <a:avLst/>
              <a:gdLst>
                <a:gd name="T0" fmla="*/ 0 w 224"/>
                <a:gd name="T1" fmla="*/ 0 h 117"/>
                <a:gd name="T2" fmla="*/ 0 w 224"/>
                <a:gd name="T3" fmla="*/ 0 h 117"/>
                <a:gd name="T4" fmla="*/ 0 w 224"/>
                <a:gd name="T5" fmla="*/ 0 h 117"/>
                <a:gd name="T6" fmla="*/ 0 w 224"/>
                <a:gd name="T7" fmla="*/ 0 h 117"/>
                <a:gd name="T8" fmla="*/ 0 w 224"/>
                <a:gd name="T9" fmla="*/ 0 h 117"/>
                <a:gd name="T10" fmla="*/ 0 w 224"/>
                <a:gd name="T11" fmla="*/ 0 h 117"/>
                <a:gd name="T12" fmla="*/ 0 w 224"/>
                <a:gd name="T13" fmla="*/ 0 h 117"/>
                <a:gd name="T14" fmla="*/ 0 w 224"/>
                <a:gd name="T15" fmla="*/ 0 h 117"/>
                <a:gd name="T16" fmla="*/ 0 w 224"/>
                <a:gd name="T17" fmla="*/ 0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4" h="117">
                  <a:moveTo>
                    <a:pt x="0" y="69"/>
                  </a:moveTo>
                  <a:lnTo>
                    <a:pt x="35" y="19"/>
                  </a:lnTo>
                  <a:lnTo>
                    <a:pt x="80" y="33"/>
                  </a:lnTo>
                  <a:lnTo>
                    <a:pt x="157" y="0"/>
                  </a:lnTo>
                  <a:lnTo>
                    <a:pt x="202" y="7"/>
                  </a:lnTo>
                  <a:lnTo>
                    <a:pt x="224" y="25"/>
                  </a:lnTo>
                  <a:lnTo>
                    <a:pt x="138" y="103"/>
                  </a:lnTo>
                  <a:lnTo>
                    <a:pt x="65" y="117"/>
                  </a:lnTo>
                  <a:lnTo>
                    <a:pt x="0" y="69"/>
                  </a:lnTo>
                  <a:close/>
                </a:path>
              </a:pathLst>
            </a:custGeom>
            <a:grpFill/>
            <a:ln w="3175">
              <a:solidFill>
                <a:schemeClr val="bg1"/>
              </a:solidFill>
              <a:prstDash val="solid"/>
              <a:round/>
            </a:ln>
          </p:spPr>
          <p:txBody>
            <a:bodyPr/>
            <a:lstStyle/>
            <a:p>
              <a:endParaRPr lang="en-US" dirty="0"/>
            </a:p>
          </p:txBody>
        </p:sp>
        <p:sp>
          <p:nvSpPr>
            <p:cNvPr id="241" name="22175285.2540114.12518.6255">
              <a:extLst>
                <a:ext uri="{FF2B5EF4-FFF2-40B4-BE49-F238E27FC236}">
                  <a16:creationId xmlns:a16="http://schemas.microsoft.com/office/drawing/2014/main" id="{6BCF9620-95CE-75CB-14E7-5EA52052B3AB}"/>
                </a:ext>
              </a:extLst>
            </p:cNvPr>
            <p:cNvSpPr/>
            <p:nvPr>
              <p:custDataLst>
                <p:tags r:id="rId237"/>
              </p:custDataLst>
            </p:nvPr>
          </p:nvSpPr>
          <p:spPr bwMode="auto">
            <a:xfrm>
              <a:off x="3893" y="2365"/>
              <a:ext cx="108" cy="82"/>
            </a:xfrm>
            <a:custGeom>
              <a:avLst/>
              <a:gdLst>
                <a:gd name="T0" fmla="*/ 0 w 333"/>
                <a:gd name="T1" fmla="*/ 0 h 252"/>
                <a:gd name="T2" fmla="*/ 0 w 333"/>
                <a:gd name="T3" fmla="*/ 0 h 252"/>
                <a:gd name="T4" fmla="*/ 0 w 333"/>
                <a:gd name="T5" fmla="*/ 0 h 252"/>
                <a:gd name="T6" fmla="*/ 0 w 333"/>
                <a:gd name="T7" fmla="*/ 0 h 252"/>
                <a:gd name="T8" fmla="*/ 0 w 333"/>
                <a:gd name="T9" fmla="*/ 0 h 252"/>
                <a:gd name="T10" fmla="*/ 0 w 333"/>
                <a:gd name="T11" fmla="*/ 0 h 252"/>
                <a:gd name="T12" fmla="*/ 0 w 333"/>
                <a:gd name="T13" fmla="*/ 0 h 252"/>
                <a:gd name="T14" fmla="*/ 0 w 333"/>
                <a:gd name="T15" fmla="*/ 0 h 252"/>
                <a:gd name="T16" fmla="*/ 0 w 333"/>
                <a:gd name="T17" fmla="*/ 0 h 252"/>
                <a:gd name="T18" fmla="*/ 0 w 333"/>
                <a:gd name="T19" fmla="*/ 0 h 252"/>
                <a:gd name="T20" fmla="*/ 0 w 333"/>
                <a:gd name="T21" fmla="*/ 0 h 2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3" h="251">
                  <a:moveTo>
                    <a:pt x="0" y="45"/>
                  </a:moveTo>
                  <a:lnTo>
                    <a:pt x="19" y="177"/>
                  </a:lnTo>
                  <a:lnTo>
                    <a:pt x="194" y="243"/>
                  </a:lnTo>
                  <a:lnTo>
                    <a:pt x="278" y="252"/>
                  </a:lnTo>
                  <a:lnTo>
                    <a:pt x="333" y="186"/>
                  </a:lnTo>
                  <a:lnTo>
                    <a:pt x="305" y="110"/>
                  </a:lnTo>
                  <a:lnTo>
                    <a:pt x="326" y="91"/>
                  </a:lnTo>
                  <a:lnTo>
                    <a:pt x="312" y="33"/>
                  </a:lnTo>
                  <a:lnTo>
                    <a:pt x="186" y="14"/>
                  </a:lnTo>
                  <a:lnTo>
                    <a:pt x="103" y="0"/>
                  </a:lnTo>
                  <a:lnTo>
                    <a:pt x="0" y="45"/>
                  </a:lnTo>
                  <a:close/>
                </a:path>
              </a:pathLst>
            </a:custGeom>
            <a:grpFill/>
            <a:ln w="3175">
              <a:solidFill>
                <a:schemeClr val="bg1"/>
              </a:solidFill>
              <a:prstDash val="solid"/>
              <a:round/>
            </a:ln>
          </p:spPr>
          <p:txBody>
            <a:bodyPr/>
            <a:lstStyle/>
            <a:p>
              <a:endParaRPr lang="en-US" dirty="0"/>
            </a:p>
          </p:txBody>
        </p:sp>
        <p:sp>
          <p:nvSpPr>
            <p:cNvPr id="242" name="22176301.375412.2510.517.8755">
              <a:extLst>
                <a:ext uri="{FF2B5EF4-FFF2-40B4-BE49-F238E27FC236}">
                  <a16:creationId xmlns:a16="http://schemas.microsoft.com/office/drawing/2014/main" id="{F85EBA92-4C7F-266C-1E6F-4C6FBB3C7DBD}"/>
                </a:ext>
              </a:extLst>
            </p:cNvPr>
            <p:cNvSpPr/>
            <p:nvPr>
              <p:custDataLst>
                <p:tags r:id="rId238"/>
              </p:custDataLst>
            </p:nvPr>
          </p:nvSpPr>
          <p:spPr bwMode="auto">
            <a:xfrm>
              <a:off x="3958" y="2458"/>
              <a:ext cx="104" cy="61"/>
            </a:xfrm>
            <a:custGeom>
              <a:avLst/>
              <a:gdLst>
                <a:gd name="T0" fmla="*/ 0 w 317"/>
                <a:gd name="T1" fmla="*/ 0 h 186"/>
                <a:gd name="T2" fmla="*/ 0 w 317"/>
                <a:gd name="T3" fmla="*/ 0 h 186"/>
                <a:gd name="T4" fmla="*/ 0 w 317"/>
                <a:gd name="T5" fmla="*/ 0 h 186"/>
                <a:gd name="T6" fmla="*/ 0 w 317"/>
                <a:gd name="T7" fmla="*/ 0 h 186"/>
                <a:gd name="T8" fmla="*/ 0 w 317"/>
                <a:gd name="T9" fmla="*/ 0 h 186"/>
                <a:gd name="T10" fmla="*/ 0 w 317"/>
                <a:gd name="T11" fmla="*/ 0 h 186"/>
                <a:gd name="T12" fmla="*/ 0 w 317"/>
                <a:gd name="T13" fmla="*/ 0 h 186"/>
                <a:gd name="T14" fmla="*/ 0 w 317"/>
                <a:gd name="T15" fmla="*/ 0 h 186"/>
                <a:gd name="T16" fmla="*/ 0 w 317"/>
                <a:gd name="T17" fmla="*/ 0 h 1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7" h="186">
                  <a:moveTo>
                    <a:pt x="0" y="91"/>
                  </a:moveTo>
                  <a:lnTo>
                    <a:pt x="86" y="168"/>
                  </a:lnTo>
                  <a:lnTo>
                    <a:pt x="283" y="186"/>
                  </a:lnTo>
                  <a:lnTo>
                    <a:pt x="317" y="122"/>
                  </a:lnTo>
                  <a:lnTo>
                    <a:pt x="268" y="117"/>
                  </a:lnTo>
                  <a:lnTo>
                    <a:pt x="262" y="61"/>
                  </a:lnTo>
                  <a:lnTo>
                    <a:pt x="218" y="0"/>
                  </a:lnTo>
                  <a:lnTo>
                    <a:pt x="86" y="13"/>
                  </a:lnTo>
                  <a:lnTo>
                    <a:pt x="0" y="91"/>
                  </a:lnTo>
                  <a:close/>
                </a:path>
              </a:pathLst>
            </a:custGeom>
            <a:grpFill/>
            <a:ln w="3175">
              <a:solidFill>
                <a:schemeClr val="bg1"/>
              </a:solidFill>
              <a:prstDash val="solid"/>
              <a:round/>
            </a:ln>
          </p:spPr>
          <p:txBody>
            <a:bodyPr/>
            <a:lstStyle/>
            <a:p>
              <a:endParaRPr lang="en-US" dirty="0"/>
            </a:p>
          </p:txBody>
        </p:sp>
        <p:sp>
          <p:nvSpPr>
            <p:cNvPr id="243" name="22177294.5396.758.12519.755">
              <a:extLst>
                <a:ext uri="{FF2B5EF4-FFF2-40B4-BE49-F238E27FC236}">
                  <a16:creationId xmlns:a16="http://schemas.microsoft.com/office/drawing/2014/main" id="{BC339F50-79F7-DC95-E9ED-68E30A54387D}"/>
                </a:ext>
              </a:extLst>
            </p:cNvPr>
            <p:cNvSpPr/>
            <p:nvPr>
              <p:custDataLst>
                <p:tags r:id="rId239"/>
              </p:custDataLst>
            </p:nvPr>
          </p:nvSpPr>
          <p:spPr bwMode="auto">
            <a:xfrm>
              <a:off x="3869" y="2419"/>
              <a:ext cx="114" cy="47"/>
            </a:xfrm>
            <a:custGeom>
              <a:avLst/>
              <a:gdLst>
                <a:gd name="T0" fmla="*/ 0 w 351"/>
                <a:gd name="T1" fmla="*/ 0 h 144"/>
                <a:gd name="T2" fmla="*/ 0 w 351"/>
                <a:gd name="T3" fmla="*/ 0 h 144"/>
                <a:gd name="T4" fmla="*/ 0 w 351"/>
                <a:gd name="T5" fmla="*/ 0 h 144"/>
                <a:gd name="T6" fmla="*/ 0 w 351"/>
                <a:gd name="T7" fmla="*/ 0 h 144"/>
                <a:gd name="T8" fmla="*/ 0 w 351"/>
                <a:gd name="T9" fmla="*/ 0 h 144"/>
                <a:gd name="T10" fmla="*/ 0 w 351"/>
                <a:gd name="T11" fmla="*/ 0 h 144"/>
                <a:gd name="T12" fmla="*/ 0 w 351"/>
                <a:gd name="T13" fmla="*/ 0 h 144"/>
                <a:gd name="T14" fmla="*/ 0 w 351"/>
                <a:gd name="T15" fmla="*/ 0 h 144"/>
                <a:gd name="T16" fmla="*/ 0 w 351"/>
                <a:gd name="T17" fmla="*/ 0 h 144"/>
                <a:gd name="T18" fmla="*/ 0 w 351"/>
                <a:gd name="T19" fmla="*/ 0 h 144"/>
                <a:gd name="T20" fmla="*/ 0 w 351"/>
                <a:gd name="T21" fmla="*/ 0 h 144"/>
                <a:gd name="T22" fmla="*/ 0 w 351"/>
                <a:gd name="T23" fmla="*/ 0 h 1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51" h="144">
                  <a:moveTo>
                    <a:pt x="0" y="35"/>
                  </a:moveTo>
                  <a:lnTo>
                    <a:pt x="61" y="101"/>
                  </a:lnTo>
                  <a:lnTo>
                    <a:pt x="160" y="100"/>
                  </a:lnTo>
                  <a:lnTo>
                    <a:pt x="174" y="130"/>
                  </a:lnTo>
                  <a:lnTo>
                    <a:pt x="219" y="144"/>
                  </a:lnTo>
                  <a:lnTo>
                    <a:pt x="296" y="111"/>
                  </a:lnTo>
                  <a:lnTo>
                    <a:pt x="341" y="118"/>
                  </a:lnTo>
                  <a:lnTo>
                    <a:pt x="351" y="88"/>
                  </a:lnTo>
                  <a:lnTo>
                    <a:pt x="267" y="79"/>
                  </a:lnTo>
                  <a:lnTo>
                    <a:pt x="92" y="13"/>
                  </a:lnTo>
                  <a:lnTo>
                    <a:pt x="75" y="0"/>
                  </a:lnTo>
                  <a:lnTo>
                    <a:pt x="0" y="35"/>
                  </a:lnTo>
                  <a:close/>
                </a:path>
              </a:pathLst>
            </a:custGeom>
            <a:grpFill/>
            <a:ln w="3175">
              <a:solidFill>
                <a:schemeClr val="bg1"/>
              </a:solidFill>
              <a:prstDash val="solid"/>
              <a:round/>
            </a:ln>
          </p:spPr>
          <p:txBody>
            <a:bodyPr/>
            <a:lstStyle/>
            <a:p>
              <a:endParaRPr lang="en-US" dirty="0"/>
            </a:p>
          </p:txBody>
        </p:sp>
        <p:sp>
          <p:nvSpPr>
            <p:cNvPr id="244" name="22178304.5400.12510.759.8755">
              <a:extLst>
                <a:ext uri="{FF2B5EF4-FFF2-40B4-BE49-F238E27FC236}">
                  <a16:creationId xmlns:a16="http://schemas.microsoft.com/office/drawing/2014/main" id="{A5C0B683-5981-5700-82DA-66D1384FA1EC}"/>
                </a:ext>
              </a:extLst>
            </p:cNvPr>
            <p:cNvSpPr/>
            <p:nvPr>
              <p:custDataLst>
                <p:tags r:id="rId240"/>
              </p:custDataLst>
            </p:nvPr>
          </p:nvSpPr>
          <p:spPr bwMode="auto">
            <a:xfrm>
              <a:off x="3888" y="2476"/>
              <a:ext cx="57" cy="63"/>
            </a:xfrm>
            <a:custGeom>
              <a:avLst/>
              <a:gdLst>
                <a:gd name="T0" fmla="*/ 0 w 177"/>
                <a:gd name="T1" fmla="*/ 0 h 190"/>
                <a:gd name="T2" fmla="*/ 0 w 177"/>
                <a:gd name="T3" fmla="*/ 0 h 190"/>
                <a:gd name="T4" fmla="*/ 0 w 177"/>
                <a:gd name="T5" fmla="*/ 0 h 190"/>
                <a:gd name="T6" fmla="*/ 0 w 177"/>
                <a:gd name="T7" fmla="*/ 0 h 190"/>
                <a:gd name="T8" fmla="*/ 0 w 177"/>
                <a:gd name="T9" fmla="*/ 0 h 190"/>
                <a:gd name="T10" fmla="*/ 0 w 177"/>
                <a:gd name="T11" fmla="*/ 0 h 190"/>
                <a:gd name="T12" fmla="*/ 0 w 177"/>
                <a:gd name="T13" fmla="*/ 0 h 190"/>
                <a:gd name="T14" fmla="*/ 0 w 177"/>
                <a:gd name="T15" fmla="*/ 0 h 190"/>
                <a:gd name="T16" fmla="*/ 0 w 177"/>
                <a:gd name="T17" fmla="*/ 0 h 190"/>
                <a:gd name="T18" fmla="*/ 0 w 177"/>
                <a:gd name="T19" fmla="*/ 0 h 190"/>
                <a:gd name="T20" fmla="*/ 0 w 177"/>
                <a:gd name="T21" fmla="*/ 0 h 190"/>
                <a:gd name="T22" fmla="*/ 0 w 177"/>
                <a:gd name="T23" fmla="*/ 0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7" h="190">
                  <a:moveTo>
                    <a:pt x="0" y="58"/>
                  </a:moveTo>
                  <a:lnTo>
                    <a:pt x="0" y="18"/>
                  </a:lnTo>
                  <a:lnTo>
                    <a:pt x="79" y="0"/>
                  </a:lnTo>
                  <a:lnTo>
                    <a:pt x="144" y="48"/>
                  </a:lnTo>
                  <a:lnTo>
                    <a:pt x="177" y="43"/>
                  </a:lnTo>
                  <a:lnTo>
                    <a:pt x="163" y="81"/>
                  </a:lnTo>
                  <a:lnTo>
                    <a:pt x="72" y="59"/>
                  </a:lnTo>
                  <a:lnTo>
                    <a:pt x="163" y="190"/>
                  </a:lnTo>
                  <a:lnTo>
                    <a:pt x="79" y="139"/>
                  </a:lnTo>
                  <a:lnTo>
                    <a:pt x="28" y="69"/>
                  </a:lnTo>
                  <a:lnTo>
                    <a:pt x="2" y="84"/>
                  </a:lnTo>
                  <a:lnTo>
                    <a:pt x="0" y="58"/>
                  </a:lnTo>
                  <a:close/>
                </a:path>
              </a:pathLst>
            </a:custGeom>
            <a:grpFill/>
            <a:ln w="3175">
              <a:solidFill>
                <a:schemeClr val="bg1"/>
              </a:solidFill>
              <a:prstDash val="solid"/>
              <a:round/>
            </a:ln>
          </p:spPr>
          <p:txBody>
            <a:bodyPr/>
            <a:lstStyle/>
            <a:p>
              <a:endParaRPr lang="en-US" dirty="0"/>
            </a:p>
          </p:txBody>
        </p:sp>
        <p:sp>
          <p:nvSpPr>
            <p:cNvPr id="245" name="22179304.5400.1253.254.55">
              <a:extLst>
                <a:ext uri="{FF2B5EF4-FFF2-40B4-BE49-F238E27FC236}">
                  <a16:creationId xmlns:a16="http://schemas.microsoft.com/office/drawing/2014/main" id="{46B0557D-1F7B-6EDF-71A3-4A54CACD9C82}"/>
                </a:ext>
              </a:extLst>
            </p:cNvPr>
            <p:cNvSpPr/>
            <p:nvPr>
              <p:custDataLst>
                <p:tags r:id="rId241"/>
              </p:custDataLst>
            </p:nvPr>
          </p:nvSpPr>
          <p:spPr bwMode="auto">
            <a:xfrm>
              <a:off x="3888" y="2476"/>
              <a:ext cx="26" cy="19"/>
            </a:xfrm>
            <a:custGeom>
              <a:avLst/>
              <a:gdLst>
                <a:gd name="T0" fmla="*/ 0 w 79"/>
                <a:gd name="T1" fmla="*/ 0 h 58"/>
                <a:gd name="T2" fmla="*/ 0 w 79"/>
                <a:gd name="T3" fmla="*/ 0 h 58"/>
                <a:gd name="T4" fmla="*/ 0 w 79"/>
                <a:gd name="T5" fmla="*/ 0 h 58"/>
                <a:gd name="T6" fmla="*/ 0 w 79"/>
                <a:gd name="T7" fmla="*/ 0 h 58"/>
                <a:gd name="T8" fmla="*/ 0 w 79"/>
                <a:gd name="T9" fmla="*/ 0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57">
                  <a:moveTo>
                    <a:pt x="0" y="58"/>
                  </a:moveTo>
                  <a:lnTo>
                    <a:pt x="0" y="18"/>
                  </a:lnTo>
                  <a:lnTo>
                    <a:pt x="79" y="0"/>
                  </a:lnTo>
                  <a:lnTo>
                    <a:pt x="49" y="54"/>
                  </a:lnTo>
                  <a:lnTo>
                    <a:pt x="0" y="58"/>
                  </a:lnTo>
                  <a:close/>
                </a:path>
              </a:pathLst>
            </a:custGeom>
            <a:grpFill/>
            <a:ln w="3175">
              <a:solidFill>
                <a:schemeClr val="bg1"/>
              </a:solidFill>
              <a:prstDash val="solid"/>
              <a:round/>
            </a:ln>
          </p:spPr>
          <p:txBody>
            <a:bodyPr/>
            <a:lstStyle/>
            <a:p>
              <a:endParaRPr lang="en-US" dirty="0"/>
            </a:p>
          </p:txBody>
        </p:sp>
        <p:sp>
          <p:nvSpPr>
            <p:cNvPr id="246" name="22180294.5396.755.62512.8755">
              <a:extLst>
                <a:ext uri="{FF2B5EF4-FFF2-40B4-BE49-F238E27FC236}">
                  <a16:creationId xmlns:a16="http://schemas.microsoft.com/office/drawing/2014/main" id="{3B98E42B-F261-9907-A935-445B89EB66AE}"/>
                </a:ext>
              </a:extLst>
            </p:cNvPr>
            <p:cNvSpPr/>
            <p:nvPr>
              <p:custDataLst>
                <p:tags r:id="rId242"/>
              </p:custDataLst>
            </p:nvPr>
          </p:nvSpPr>
          <p:spPr bwMode="auto">
            <a:xfrm>
              <a:off x="3869" y="2419"/>
              <a:ext cx="74" cy="32"/>
            </a:xfrm>
            <a:custGeom>
              <a:avLst/>
              <a:gdLst>
                <a:gd name="T0" fmla="*/ 0 w 227"/>
                <a:gd name="T1" fmla="*/ 0 h 101"/>
                <a:gd name="T2" fmla="*/ 0 w 227"/>
                <a:gd name="T3" fmla="*/ 0 h 101"/>
                <a:gd name="T4" fmla="*/ 0 w 227"/>
                <a:gd name="T5" fmla="*/ 0 h 101"/>
                <a:gd name="T6" fmla="*/ 0 w 227"/>
                <a:gd name="T7" fmla="*/ 0 h 101"/>
                <a:gd name="T8" fmla="*/ 0 w 227"/>
                <a:gd name="T9" fmla="*/ 0 h 101"/>
                <a:gd name="T10" fmla="*/ 0 w 227"/>
                <a:gd name="T11" fmla="*/ 0 h 101"/>
                <a:gd name="T12" fmla="*/ 0 w 227"/>
                <a:gd name="T13" fmla="*/ 0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6" h="100">
                  <a:moveTo>
                    <a:pt x="0" y="35"/>
                  </a:moveTo>
                  <a:lnTo>
                    <a:pt x="61" y="101"/>
                  </a:lnTo>
                  <a:lnTo>
                    <a:pt x="160" y="100"/>
                  </a:lnTo>
                  <a:lnTo>
                    <a:pt x="227" y="64"/>
                  </a:lnTo>
                  <a:lnTo>
                    <a:pt x="92" y="13"/>
                  </a:lnTo>
                  <a:lnTo>
                    <a:pt x="75" y="0"/>
                  </a:lnTo>
                  <a:lnTo>
                    <a:pt x="0" y="35"/>
                  </a:lnTo>
                  <a:close/>
                </a:path>
              </a:pathLst>
            </a:custGeom>
            <a:grpFill/>
            <a:ln w="3175">
              <a:solidFill>
                <a:schemeClr val="bg1"/>
              </a:solidFill>
              <a:prstDash val="solid"/>
              <a:round/>
            </a:ln>
          </p:spPr>
          <p:txBody>
            <a:bodyPr/>
            <a:lstStyle/>
            <a:p>
              <a:endParaRPr lang="en-US" dirty="0"/>
            </a:p>
          </p:txBody>
        </p:sp>
        <p:grpSp>
          <p:nvGrpSpPr>
            <p:cNvPr id="247" name="22193236.2559.75128189.256">
              <a:extLst>
                <a:ext uri="{FF2B5EF4-FFF2-40B4-BE49-F238E27FC236}">
                  <a16:creationId xmlns:a16="http://schemas.microsoft.com/office/drawing/2014/main" id="{3A418E6D-4F42-9B88-5FD5-83DB409F073F}"/>
                </a:ext>
              </a:extLst>
            </p:cNvPr>
            <p:cNvGrpSpPr/>
            <p:nvPr/>
          </p:nvGrpSpPr>
          <p:grpSpPr>
            <a:xfrm>
              <a:off x="1919" y="2082"/>
              <a:ext cx="1095" cy="740"/>
              <a:chOff x="478" y="1890"/>
              <a:chExt cx="1514" cy="1024"/>
            </a:xfrm>
            <a:grpFill/>
          </p:grpSpPr>
          <p:grpSp>
            <p:nvGrpSpPr>
              <p:cNvPr id="260" name="22190236.2559.7549716">
                <a:extLst>
                  <a:ext uri="{FF2B5EF4-FFF2-40B4-BE49-F238E27FC236}">
                    <a16:creationId xmlns:a16="http://schemas.microsoft.com/office/drawing/2014/main" id="{E05B0841-942E-E79E-F2C8-E0C64AF08112}"/>
                  </a:ext>
                </a:extLst>
              </p:cNvPr>
              <p:cNvGrpSpPr/>
              <p:nvPr/>
            </p:nvGrpSpPr>
            <p:grpSpPr>
              <a:xfrm>
                <a:off x="478" y="1890"/>
                <a:ext cx="568" cy="392"/>
                <a:chOff x="478" y="1890"/>
                <a:chExt cx="568" cy="392"/>
              </a:xfrm>
              <a:grpFill/>
            </p:grpSpPr>
            <p:sp>
              <p:nvSpPr>
                <p:cNvPr id="263" name="22181236.2559.7548.7555.8755">
                  <a:extLst>
                    <a:ext uri="{FF2B5EF4-FFF2-40B4-BE49-F238E27FC236}">
                      <a16:creationId xmlns:a16="http://schemas.microsoft.com/office/drawing/2014/main" id="{823A73CF-C28B-A61B-F5FE-B0EE598A3F96}"/>
                    </a:ext>
                  </a:extLst>
                </p:cNvPr>
                <p:cNvSpPr/>
                <p:nvPr>
                  <p:custDataLst>
                    <p:tags r:id="rId257"/>
                  </p:custDataLst>
                </p:nvPr>
              </p:nvSpPr>
              <p:spPr bwMode="auto">
                <a:xfrm>
                  <a:off x="478" y="1890"/>
                  <a:ext cx="447" cy="390"/>
                </a:xfrm>
                <a:custGeom>
                  <a:avLst/>
                  <a:gdLst>
                    <a:gd name="T0" fmla="*/ 0 w 997"/>
                    <a:gd name="T1" fmla="*/ 0 h 868"/>
                    <a:gd name="T2" fmla="*/ 0 w 997"/>
                    <a:gd name="T3" fmla="*/ 0 h 868"/>
                    <a:gd name="T4" fmla="*/ 0 w 997"/>
                    <a:gd name="T5" fmla="*/ 0 h 868"/>
                    <a:gd name="T6" fmla="*/ 0 w 997"/>
                    <a:gd name="T7" fmla="*/ 0 h 868"/>
                    <a:gd name="T8" fmla="*/ 0 w 997"/>
                    <a:gd name="T9" fmla="*/ 0 h 868"/>
                    <a:gd name="T10" fmla="*/ 0 w 997"/>
                    <a:gd name="T11" fmla="*/ 0 h 868"/>
                    <a:gd name="T12" fmla="*/ 0 w 997"/>
                    <a:gd name="T13" fmla="*/ 0 h 868"/>
                    <a:gd name="T14" fmla="*/ 0 w 997"/>
                    <a:gd name="T15" fmla="*/ 0 h 868"/>
                    <a:gd name="T16" fmla="*/ 0 w 997"/>
                    <a:gd name="T17" fmla="*/ 0 h 868"/>
                    <a:gd name="T18" fmla="*/ 0 w 997"/>
                    <a:gd name="T19" fmla="*/ 0 h 868"/>
                    <a:gd name="T20" fmla="*/ 0 w 997"/>
                    <a:gd name="T21" fmla="*/ 0 h 868"/>
                    <a:gd name="T22" fmla="*/ 0 w 997"/>
                    <a:gd name="T23" fmla="*/ 0 h 868"/>
                    <a:gd name="T24" fmla="*/ 0 w 997"/>
                    <a:gd name="T25" fmla="*/ 0 h 868"/>
                    <a:gd name="T26" fmla="*/ 0 w 997"/>
                    <a:gd name="T27" fmla="*/ 0 h 868"/>
                    <a:gd name="T28" fmla="*/ 0 w 997"/>
                    <a:gd name="T29" fmla="*/ 0 h 868"/>
                    <a:gd name="T30" fmla="*/ 0 w 997"/>
                    <a:gd name="T31" fmla="*/ 0 h 868"/>
                    <a:gd name="T32" fmla="*/ 0 w 997"/>
                    <a:gd name="T33" fmla="*/ 0 h 868"/>
                    <a:gd name="T34" fmla="*/ 0 w 997"/>
                    <a:gd name="T35" fmla="*/ 0 h 868"/>
                    <a:gd name="T36" fmla="*/ 0 w 997"/>
                    <a:gd name="T37" fmla="*/ 0 h 868"/>
                    <a:gd name="T38" fmla="*/ 0 w 997"/>
                    <a:gd name="T39" fmla="*/ 0 h 868"/>
                    <a:gd name="T40" fmla="*/ 0 w 997"/>
                    <a:gd name="T41" fmla="*/ 0 h 868"/>
                    <a:gd name="T42" fmla="*/ 0 w 997"/>
                    <a:gd name="T43" fmla="*/ 0 h 868"/>
                    <a:gd name="T44" fmla="*/ 0 w 997"/>
                    <a:gd name="T45" fmla="*/ 0 h 868"/>
                    <a:gd name="T46" fmla="*/ 0 w 997"/>
                    <a:gd name="T47" fmla="*/ 0 h 868"/>
                    <a:gd name="T48" fmla="*/ 0 w 997"/>
                    <a:gd name="T49" fmla="*/ 0 h 868"/>
                    <a:gd name="T50" fmla="*/ 0 w 997"/>
                    <a:gd name="T51" fmla="*/ 0 h 868"/>
                    <a:gd name="T52" fmla="*/ 0 w 997"/>
                    <a:gd name="T53" fmla="*/ 0 h 868"/>
                    <a:gd name="T54" fmla="*/ 0 w 997"/>
                    <a:gd name="T55" fmla="*/ 0 h 868"/>
                    <a:gd name="T56" fmla="*/ 0 w 997"/>
                    <a:gd name="T57" fmla="*/ 0 h 868"/>
                    <a:gd name="T58" fmla="*/ 0 w 997"/>
                    <a:gd name="T59" fmla="*/ 0 h 868"/>
                    <a:gd name="T60" fmla="*/ 0 w 997"/>
                    <a:gd name="T61" fmla="*/ 0 h 868"/>
                    <a:gd name="T62" fmla="*/ 0 w 997"/>
                    <a:gd name="T63" fmla="*/ 0 h 868"/>
                    <a:gd name="T64" fmla="*/ 0 w 997"/>
                    <a:gd name="T65" fmla="*/ 0 h 868"/>
                    <a:gd name="T66" fmla="*/ 0 w 997"/>
                    <a:gd name="T67" fmla="*/ 0 h 868"/>
                    <a:gd name="T68" fmla="*/ 0 w 997"/>
                    <a:gd name="T69" fmla="*/ 0 h 868"/>
                    <a:gd name="T70" fmla="*/ 0 w 997"/>
                    <a:gd name="T71" fmla="*/ 0 h 868"/>
                    <a:gd name="T72" fmla="*/ 0 w 997"/>
                    <a:gd name="T73" fmla="*/ 0 h 868"/>
                    <a:gd name="T74" fmla="*/ 0 w 997"/>
                    <a:gd name="T75" fmla="*/ 0 h 868"/>
                    <a:gd name="T76" fmla="*/ 0 w 997"/>
                    <a:gd name="T77" fmla="*/ 0 h 868"/>
                    <a:gd name="T78" fmla="*/ 0 w 997"/>
                    <a:gd name="T79" fmla="*/ 0 h 868"/>
                    <a:gd name="T80" fmla="*/ 0 w 997"/>
                    <a:gd name="T81" fmla="*/ 0 h 868"/>
                    <a:gd name="T82" fmla="*/ 0 w 997"/>
                    <a:gd name="T83" fmla="*/ 0 h 868"/>
                    <a:gd name="T84" fmla="*/ 0 w 997"/>
                    <a:gd name="T85" fmla="*/ 0 h 868"/>
                    <a:gd name="T86" fmla="*/ 0 w 997"/>
                    <a:gd name="T87" fmla="*/ 0 h 868"/>
                    <a:gd name="T88" fmla="*/ 0 w 997"/>
                    <a:gd name="T89" fmla="*/ 0 h 868"/>
                    <a:gd name="T90" fmla="*/ 0 w 997"/>
                    <a:gd name="T91" fmla="*/ 0 h 868"/>
                    <a:gd name="T92" fmla="*/ 0 w 997"/>
                    <a:gd name="T93" fmla="*/ 0 h 86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97" h="867">
                      <a:moveTo>
                        <a:pt x="0" y="331"/>
                      </a:moveTo>
                      <a:lnTo>
                        <a:pt x="64" y="348"/>
                      </a:lnTo>
                      <a:lnTo>
                        <a:pt x="39" y="355"/>
                      </a:lnTo>
                      <a:lnTo>
                        <a:pt x="66" y="386"/>
                      </a:lnTo>
                      <a:lnTo>
                        <a:pt x="165" y="384"/>
                      </a:lnTo>
                      <a:lnTo>
                        <a:pt x="180" y="404"/>
                      </a:lnTo>
                      <a:lnTo>
                        <a:pt x="244" y="378"/>
                      </a:lnTo>
                      <a:lnTo>
                        <a:pt x="222" y="389"/>
                      </a:lnTo>
                      <a:lnTo>
                        <a:pt x="234" y="443"/>
                      </a:lnTo>
                      <a:lnTo>
                        <a:pt x="98" y="492"/>
                      </a:lnTo>
                      <a:lnTo>
                        <a:pt x="61" y="549"/>
                      </a:lnTo>
                      <a:lnTo>
                        <a:pt x="94" y="541"/>
                      </a:lnTo>
                      <a:lnTo>
                        <a:pt x="69" y="554"/>
                      </a:lnTo>
                      <a:lnTo>
                        <a:pt x="94" y="574"/>
                      </a:lnTo>
                      <a:lnTo>
                        <a:pt x="145" y="580"/>
                      </a:lnTo>
                      <a:lnTo>
                        <a:pt x="116" y="609"/>
                      </a:lnTo>
                      <a:lnTo>
                        <a:pt x="139" y="638"/>
                      </a:lnTo>
                      <a:lnTo>
                        <a:pt x="165" y="641"/>
                      </a:lnTo>
                      <a:lnTo>
                        <a:pt x="219" y="580"/>
                      </a:lnTo>
                      <a:lnTo>
                        <a:pt x="186" y="609"/>
                      </a:lnTo>
                      <a:lnTo>
                        <a:pt x="213" y="667"/>
                      </a:lnTo>
                      <a:lnTo>
                        <a:pt x="200" y="690"/>
                      </a:lnTo>
                      <a:lnTo>
                        <a:pt x="262" y="657"/>
                      </a:lnTo>
                      <a:lnTo>
                        <a:pt x="303" y="699"/>
                      </a:lnTo>
                      <a:lnTo>
                        <a:pt x="316" y="674"/>
                      </a:lnTo>
                      <a:lnTo>
                        <a:pt x="330" y="690"/>
                      </a:lnTo>
                      <a:lnTo>
                        <a:pt x="377" y="668"/>
                      </a:lnTo>
                      <a:lnTo>
                        <a:pt x="312" y="777"/>
                      </a:lnTo>
                      <a:lnTo>
                        <a:pt x="263" y="799"/>
                      </a:lnTo>
                      <a:lnTo>
                        <a:pt x="262" y="822"/>
                      </a:lnTo>
                      <a:lnTo>
                        <a:pt x="200" y="824"/>
                      </a:lnTo>
                      <a:lnTo>
                        <a:pt x="156" y="868"/>
                      </a:lnTo>
                      <a:lnTo>
                        <a:pt x="213" y="835"/>
                      </a:lnTo>
                      <a:lnTo>
                        <a:pt x="278" y="836"/>
                      </a:lnTo>
                      <a:lnTo>
                        <a:pt x="314" y="810"/>
                      </a:lnTo>
                      <a:lnTo>
                        <a:pt x="297" y="788"/>
                      </a:lnTo>
                      <a:lnTo>
                        <a:pt x="337" y="792"/>
                      </a:lnTo>
                      <a:lnTo>
                        <a:pt x="464" y="710"/>
                      </a:lnTo>
                      <a:lnTo>
                        <a:pt x="488" y="679"/>
                      </a:lnTo>
                      <a:lnTo>
                        <a:pt x="465" y="656"/>
                      </a:lnTo>
                      <a:lnTo>
                        <a:pt x="575" y="557"/>
                      </a:lnTo>
                      <a:lnTo>
                        <a:pt x="591" y="507"/>
                      </a:lnTo>
                      <a:lnTo>
                        <a:pt x="579" y="557"/>
                      </a:lnTo>
                      <a:lnTo>
                        <a:pt x="623" y="547"/>
                      </a:lnTo>
                      <a:lnTo>
                        <a:pt x="600" y="568"/>
                      </a:lnTo>
                      <a:lnTo>
                        <a:pt x="634" y="579"/>
                      </a:lnTo>
                      <a:lnTo>
                        <a:pt x="554" y="586"/>
                      </a:lnTo>
                      <a:lnTo>
                        <a:pt x="539" y="633"/>
                      </a:lnTo>
                      <a:lnTo>
                        <a:pt x="568" y="631"/>
                      </a:lnTo>
                      <a:lnTo>
                        <a:pt x="542" y="664"/>
                      </a:lnTo>
                      <a:lnTo>
                        <a:pt x="648" y="622"/>
                      </a:lnTo>
                      <a:lnTo>
                        <a:pt x="663" y="596"/>
                      </a:lnTo>
                      <a:lnTo>
                        <a:pt x="646" y="583"/>
                      </a:lnTo>
                      <a:lnTo>
                        <a:pt x="671" y="558"/>
                      </a:lnTo>
                      <a:lnTo>
                        <a:pt x="667" y="579"/>
                      </a:lnTo>
                      <a:lnTo>
                        <a:pt x="721" y="567"/>
                      </a:lnTo>
                      <a:lnTo>
                        <a:pt x="710" y="587"/>
                      </a:lnTo>
                      <a:lnTo>
                        <a:pt x="797" y="622"/>
                      </a:lnTo>
                      <a:lnTo>
                        <a:pt x="925" y="638"/>
                      </a:lnTo>
                      <a:lnTo>
                        <a:pt x="947" y="619"/>
                      </a:lnTo>
                      <a:lnTo>
                        <a:pt x="965" y="629"/>
                      </a:lnTo>
                      <a:lnTo>
                        <a:pt x="942" y="648"/>
                      </a:lnTo>
                      <a:lnTo>
                        <a:pt x="979" y="667"/>
                      </a:lnTo>
                      <a:lnTo>
                        <a:pt x="997" y="652"/>
                      </a:lnTo>
                      <a:lnTo>
                        <a:pt x="964" y="609"/>
                      </a:lnTo>
                      <a:lnTo>
                        <a:pt x="902" y="609"/>
                      </a:lnTo>
                      <a:lnTo>
                        <a:pt x="902" y="99"/>
                      </a:lnTo>
                      <a:lnTo>
                        <a:pt x="545" y="58"/>
                      </a:lnTo>
                      <a:lnTo>
                        <a:pt x="531" y="33"/>
                      </a:lnTo>
                      <a:lnTo>
                        <a:pt x="432" y="16"/>
                      </a:lnTo>
                      <a:lnTo>
                        <a:pt x="421" y="37"/>
                      </a:lnTo>
                      <a:lnTo>
                        <a:pt x="392" y="32"/>
                      </a:lnTo>
                      <a:lnTo>
                        <a:pt x="420" y="14"/>
                      </a:lnTo>
                      <a:lnTo>
                        <a:pt x="378" y="0"/>
                      </a:lnTo>
                      <a:lnTo>
                        <a:pt x="338" y="33"/>
                      </a:lnTo>
                      <a:lnTo>
                        <a:pt x="274" y="37"/>
                      </a:lnTo>
                      <a:lnTo>
                        <a:pt x="271" y="67"/>
                      </a:lnTo>
                      <a:lnTo>
                        <a:pt x="264" y="49"/>
                      </a:lnTo>
                      <a:lnTo>
                        <a:pt x="204" y="66"/>
                      </a:lnTo>
                      <a:lnTo>
                        <a:pt x="213" y="89"/>
                      </a:lnTo>
                      <a:lnTo>
                        <a:pt x="186" y="82"/>
                      </a:lnTo>
                      <a:lnTo>
                        <a:pt x="149" y="131"/>
                      </a:lnTo>
                      <a:lnTo>
                        <a:pt x="61" y="150"/>
                      </a:lnTo>
                      <a:lnTo>
                        <a:pt x="66" y="172"/>
                      </a:lnTo>
                      <a:lnTo>
                        <a:pt x="40" y="177"/>
                      </a:lnTo>
                      <a:lnTo>
                        <a:pt x="146" y="249"/>
                      </a:lnTo>
                      <a:lnTo>
                        <a:pt x="286" y="283"/>
                      </a:lnTo>
                      <a:lnTo>
                        <a:pt x="200" y="274"/>
                      </a:lnTo>
                      <a:lnTo>
                        <a:pt x="204" y="294"/>
                      </a:lnTo>
                      <a:lnTo>
                        <a:pt x="238" y="296"/>
                      </a:lnTo>
                      <a:lnTo>
                        <a:pt x="209" y="311"/>
                      </a:lnTo>
                      <a:lnTo>
                        <a:pt x="146" y="307"/>
                      </a:lnTo>
                      <a:lnTo>
                        <a:pt x="146" y="276"/>
                      </a:lnTo>
                      <a:lnTo>
                        <a:pt x="113" y="279"/>
                      </a:lnTo>
                      <a:lnTo>
                        <a:pt x="0" y="331"/>
                      </a:lnTo>
                      <a:close/>
                    </a:path>
                  </a:pathLst>
                </a:custGeom>
                <a:grpFill/>
                <a:ln w="3175">
                  <a:solidFill>
                    <a:schemeClr val="bg1"/>
                  </a:solidFill>
                  <a:prstDash val="solid"/>
                  <a:round/>
                </a:ln>
              </p:spPr>
              <p:txBody>
                <a:bodyPr/>
                <a:lstStyle/>
                <a:p>
                  <a:endParaRPr lang="en-US" dirty="0"/>
                </a:p>
              </p:txBody>
            </p:sp>
            <p:sp>
              <p:nvSpPr>
                <p:cNvPr id="264" name="22182277.2584.52.8754.8755">
                  <a:extLst>
                    <a:ext uri="{FF2B5EF4-FFF2-40B4-BE49-F238E27FC236}">
                      <a16:creationId xmlns:a16="http://schemas.microsoft.com/office/drawing/2014/main" id="{3D029239-7DB0-BDEA-E0F2-02DCEDC5C447}"/>
                    </a:ext>
                  </a:extLst>
                </p:cNvPr>
                <p:cNvSpPr/>
                <p:nvPr>
                  <p:custDataLst>
                    <p:tags r:id="rId258"/>
                  </p:custDataLst>
                </p:nvPr>
              </p:nvSpPr>
              <p:spPr bwMode="auto">
                <a:xfrm>
                  <a:off x="676" y="2218"/>
                  <a:ext cx="39" cy="23"/>
                </a:xfrm>
                <a:custGeom>
                  <a:avLst/>
                  <a:gdLst>
                    <a:gd name="T0" fmla="*/ 0 w 88"/>
                    <a:gd name="T1" fmla="*/ 0 h 51"/>
                    <a:gd name="T2" fmla="*/ 0 w 88"/>
                    <a:gd name="T3" fmla="*/ 0 h 51"/>
                    <a:gd name="T4" fmla="*/ 0 w 88"/>
                    <a:gd name="T5" fmla="*/ 0 h 51"/>
                    <a:gd name="T6" fmla="*/ 0 w 88"/>
                    <a:gd name="T7" fmla="*/ 0 h 51"/>
                    <a:gd name="T8" fmla="*/ 0 w 88"/>
                    <a:gd name="T9" fmla="*/ 0 h 51"/>
                    <a:gd name="T10" fmla="*/ 0 w 88"/>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8" h="51">
                      <a:moveTo>
                        <a:pt x="0" y="21"/>
                      </a:moveTo>
                      <a:lnTo>
                        <a:pt x="25" y="51"/>
                      </a:lnTo>
                      <a:lnTo>
                        <a:pt x="88" y="8"/>
                      </a:lnTo>
                      <a:lnTo>
                        <a:pt x="29" y="0"/>
                      </a:lnTo>
                      <a:lnTo>
                        <a:pt x="36" y="19"/>
                      </a:lnTo>
                      <a:lnTo>
                        <a:pt x="0" y="21"/>
                      </a:lnTo>
                      <a:close/>
                    </a:path>
                  </a:pathLst>
                </a:custGeom>
                <a:grpFill/>
                <a:ln w="3175">
                  <a:solidFill>
                    <a:schemeClr val="bg1"/>
                  </a:solidFill>
                  <a:prstDash val="solid"/>
                  <a:round/>
                </a:ln>
              </p:spPr>
              <p:txBody>
                <a:bodyPr/>
                <a:lstStyle/>
                <a:p>
                  <a:endParaRPr lang="en-US" dirty="0"/>
                </a:p>
              </p:txBody>
            </p:sp>
            <p:sp>
              <p:nvSpPr>
                <p:cNvPr id="265" name="22183271.875115.87513.37514.8755">
                  <a:extLst>
                    <a:ext uri="{FF2B5EF4-FFF2-40B4-BE49-F238E27FC236}">
                      <a16:creationId xmlns:a16="http://schemas.microsoft.com/office/drawing/2014/main" id="{AA1599E4-C3B7-38D9-2B49-66F79582D775}"/>
                    </a:ext>
                  </a:extLst>
                </p:cNvPr>
                <p:cNvSpPr/>
                <p:nvPr>
                  <p:custDataLst>
                    <p:tags r:id="rId259"/>
                  </p:custDataLst>
                </p:nvPr>
              </p:nvSpPr>
              <p:spPr bwMode="auto">
                <a:xfrm>
                  <a:off x="927" y="2175"/>
                  <a:ext cx="119" cy="107"/>
                </a:xfrm>
                <a:custGeom>
                  <a:avLst/>
                  <a:gdLst>
                    <a:gd name="T0" fmla="*/ 0 w 266"/>
                    <a:gd name="T1" fmla="*/ 0 h 239"/>
                    <a:gd name="T2" fmla="*/ 0 w 266"/>
                    <a:gd name="T3" fmla="*/ 0 h 239"/>
                    <a:gd name="T4" fmla="*/ 0 w 266"/>
                    <a:gd name="T5" fmla="*/ 0 h 239"/>
                    <a:gd name="T6" fmla="*/ 0 w 266"/>
                    <a:gd name="T7" fmla="*/ 0 h 239"/>
                    <a:gd name="T8" fmla="*/ 0 w 266"/>
                    <a:gd name="T9" fmla="*/ 0 h 239"/>
                    <a:gd name="T10" fmla="*/ 0 w 266"/>
                    <a:gd name="T11" fmla="*/ 0 h 239"/>
                    <a:gd name="T12" fmla="*/ 0 w 266"/>
                    <a:gd name="T13" fmla="*/ 0 h 239"/>
                    <a:gd name="T14" fmla="*/ 0 w 266"/>
                    <a:gd name="T15" fmla="*/ 0 h 239"/>
                    <a:gd name="T16" fmla="*/ 0 w 266"/>
                    <a:gd name="T17" fmla="*/ 0 h 239"/>
                    <a:gd name="T18" fmla="*/ 0 w 266"/>
                    <a:gd name="T19" fmla="*/ 0 h 239"/>
                    <a:gd name="T20" fmla="*/ 0 w 266"/>
                    <a:gd name="T21" fmla="*/ 0 h 239"/>
                    <a:gd name="T22" fmla="*/ 0 w 266"/>
                    <a:gd name="T23" fmla="*/ 0 h 239"/>
                    <a:gd name="T24" fmla="*/ 0 w 266"/>
                    <a:gd name="T25" fmla="*/ 0 h 239"/>
                    <a:gd name="T26" fmla="*/ 0 w 266"/>
                    <a:gd name="T27" fmla="*/ 0 h 239"/>
                    <a:gd name="T28" fmla="*/ 0 w 266"/>
                    <a:gd name="T29" fmla="*/ 0 h 239"/>
                    <a:gd name="T30" fmla="*/ 0 w 266"/>
                    <a:gd name="T31" fmla="*/ 0 h 239"/>
                    <a:gd name="T32" fmla="*/ 0 w 266"/>
                    <a:gd name="T33" fmla="*/ 0 h 239"/>
                    <a:gd name="T34" fmla="*/ 0 w 266"/>
                    <a:gd name="T35" fmla="*/ 0 h 239"/>
                    <a:gd name="T36" fmla="*/ 0 w 266"/>
                    <a:gd name="T37" fmla="*/ 0 h 239"/>
                    <a:gd name="T38" fmla="*/ 0 w 266"/>
                    <a:gd name="T39" fmla="*/ 0 h 239"/>
                    <a:gd name="T40" fmla="*/ 0 w 266"/>
                    <a:gd name="T41" fmla="*/ 0 h 23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6" h="239">
                      <a:moveTo>
                        <a:pt x="0" y="23"/>
                      </a:moveTo>
                      <a:lnTo>
                        <a:pt x="11" y="59"/>
                      </a:lnTo>
                      <a:lnTo>
                        <a:pt x="48" y="73"/>
                      </a:lnTo>
                      <a:lnTo>
                        <a:pt x="64" y="62"/>
                      </a:lnTo>
                      <a:lnTo>
                        <a:pt x="33" y="44"/>
                      </a:lnTo>
                      <a:lnTo>
                        <a:pt x="64" y="44"/>
                      </a:lnTo>
                      <a:lnTo>
                        <a:pt x="92" y="74"/>
                      </a:lnTo>
                      <a:lnTo>
                        <a:pt x="84" y="20"/>
                      </a:lnTo>
                      <a:lnTo>
                        <a:pt x="106" y="67"/>
                      </a:lnTo>
                      <a:lnTo>
                        <a:pt x="162" y="95"/>
                      </a:lnTo>
                      <a:lnTo>
                        <a:pt x="151" y="128"/>
                      </a:lnTo>
                      <a:lnTo>
                        <a:pt x="216" y="169"/>
                      </a:lnTo>
                      <a:lnTo>
                        <a:pt x="198" y="203"/>
                      </a:lnTo>
                      <a:lnTo>
                        <a:pt x="232" y="176"/>
                      </a:lnTo>
                      <a:lnTo>
                        <a:pt x="239" y="239"/>
                      </a:lnTo>
                      <a:lnTo>
                        <a:pt x="264" y="228"/>
                      </a:lnTo>
                      <a:lnTo>
                        <a:pt x="266" y="180"/>
                      </a:lnTo>
                      <a:lnTo>
                        <a:pt x="203" y="154"/>
                      </a:lnTo>
                      <a:lnTo>
                        <a:pt x="85" y="0"/>
                      </a:lnTo>
                      <a:lnTo>
                        <a:pt x="18" y="44"/>
                      </a:lnTo>
                      <a:lnTo>
                        <a:pt x="0" y="23"/>
                      </a:lnTo>
                      <a:close/>
                    </a:path>
                  </a:pathLst>
                </a:custGeom>
                <a:grpFill/>
                <a:ln w="3175">
                  <a:solidFill>
                    <a:schemeClr val="bg1"/>
                  </a:solidFill>
                  <a:prstDash val="solid"/>
                  <a:round/>
                </a:ln>
              </p:spPr>
              <p:txBody>
                <a:bodyPr/>
                <a:lstStyle/>
                <a:p>
                  <a:endParaRPr lang="en-US" dirty="0"/>
                </a:p>
              </p:txBody>
            </p:sp>
            <p:sp>
              <p:nvSpPr>
                <p:cNvPr id="266" name="22184276.125119.1252.252.55">
                  <a:extLst>
                    <a:ext uri="{FF2B5EF4-FFF2-40B4-BE49-F238E27FC236}">
                      <a16:creationId xmlns:a16="http://schemas.microsoft.com/office/drawing/2014/main" id="{45131781-7810-290A-0C7C-48F0179932F3}"/>
                    </a:ext>
                  </a:extLst>
                </p:cNvPr>
                <p:cNvSpPr/>
                <p:nvPr>
                  <p:custDataLst>
                    <p:tags r:id="rId260"/>
                  </p:custDataLst>
                </p:nvPr>
              </p:nvSpPr>
              <p:spPr bwMode="auto">
                <a:xfrm>
                  <a:off x="953" y="2209"/>
                  <a:ext cx="20" cy="18"/>
                </a:xfrm>
                <a:custGeom>
                  <a:avLst/>
                  <a:gdLst>
                    <a:gd name="T0" fmla="*/ 0 w 45"/>
                    <a:gd name="T1" fmla="*/ 0 h 38"/>
                    <a:gd name="T2" fmla="*/ 0 w 45"/>
                    <a:gd name="T3" fmla="*/ 0 h 38"/>
                    <a:gd name="T4" fmla="*/ 0 w 45"/>
                    <a:gd name="T5" fmla="*/ 0 h 38"/>
                    <a:gd name="T6" fmla="*/ 0 w 45"/>
                    <a:gd name="T7" fmla="*/ 0 h 38"/>
                    <a:gd name="T8" fmla="*/ 0 w 45"/>
                    <a:gd name="T9" fmla="*/ 0 h 38"/>
                    <a:gd name="T10" fmla="*/ 0 w 45"/>
                    <a:gd name="T11" fmla="*/ 0 h 38"/>
                    <a:gd name="T12" fmla="*/ 0 w 45"/>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 h="38">
                      <a:moveTo>
                        <a:pt x="0" y="0"/>
                      </a:moveTo>
                      <a:lnTo>
                        <a:pt x="13" y="38"/>
                      </a:lnTo>
                      <a:lnTo>
                        <a:pt x="16" y="19"/>
                      </a:lnTo>
                      <a:lnTo>
                        <a:pt x="45" y="35"/>
                      </a:lnTo>
                      <a:lnTo>
                        <a:pt x="19" y="19"/>
                      </a:lnTo>
                      <a:lnTo>
                        <a:pt x="44" y="7"/>
                      </a:lnTo>
                      <a:lnTo>
                        <a:pt x="0" y="0"/>
                      </a:lnTo>
                      <a:close/>
                    </a:path>
                  </a:pathLst>
                </a:custGeom>
                <a:grpFill/>
                <a:ln w="3175">
                  <a:solidFill>
                    <a:schemeClr val="bg1"/>
                  </a:solidFill>
                  <a:prstDash val="solid"/>
                  <a:round/>
                </a:ln>
              </p:spPr>
              <p:txBody>
                <a:bodyPr/>
                <a:lstStyle/>
                <a:p>
                  <a:endParaRPr lang="en-US" dirty="0"/>
                </a:p>
              </p:txBody>
            </p:sp>
            <p:sp>
              <p:nvSpPr>
                <p:cNvPr id="267" name="22185278120.3753.251.55">
                  <a:extLst>
                    <a:ext uri="{FF2B5EF4-FFF2-40B4-BE49-F238E27FC236}">
                      <a16:creationId xmlns:a16="http://schemas.microsoft.com/office/drawing/2014/main" id="{DCD4A43F-3E42-D75D-019C-FA250842AC03}"/>
                    </a:ext>
                  </a:extLst>
                </p:cNvPr>
                <p:cNvSpPr/>
                <p:nvPr>
                  <p:custDataLst>
                    <p:tags r:id="rId261"/>
                  </p:custDataLst>
                </p:nvPr>
              </p:nvSpPr>
              <p:spPr bwMode="auto">
                <a:xfrm>
                  <a:off x="963" y="2224"/>
                  <a:ext cx="12" cy="26"/>
                </a:xfrm>
                <a:custGeom>
                  <a:avLst/>
                  <a:gdLst>
                    <a:gd name="T0" fmla="*/ 0 w 26"/>
                    <a:gd name="T1" fmla="*/ 0 h 59"/>
                    <a:gd name="T2" fmla="*/ 0 w 26"/>
                    <a:gd name="T3" fmla="*/ 0 h 59"/>
                    <a:gd name="T4" fmla="*/ 0 w 26"/>
                    <a:gd name="T5" fmla="*/ 0 h 59"/>
                    <a:gd name="T6" fmla="*/ 0 w 26"/>
                    <a:gd name="T7" fmla="*/ 0 h 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59">
                      <a:moveTo>
                        <a:pt x="0" y="0"/>
                      </a:moveTo>
                      <a:lnTo>
                        <a:pt x="24" y="11"/>
                      </a:lnTo>
                      <a:lnTo>
                        <a:pt x="26" y="59"/>
                      </a:lnTo>
                      <a:lnTo>
                        <a:pt x="0" y="0"/>
                      </a:lnTo>
                      <a:close/>
                    </a:path>
                  </a:pathLst>
                </a:custGeom>
                <a:grpFill/>
                <a:ln w="3175">
                  <a:solidFill>
                    <a:schemeClr val="bg1"/>
                  </a:solidFill>
                  <a:prstDash val="solid"/>
                  <a:round/>
                </a:ln>
              </p:spPr>
              <p:txBody>
                <a:bodyPr/>
                <a:lstStyle/>
                <a:p>
                  <a:endParaRPr lang="en-US" dirty="0"/>
                </a:p>
              </p:txBody>
            </p:sp>
            <p:sp>
              <p:nvSpPr>
                <p:cNvPr id="268" name="22186276.375121.875225">
                  <a:extLst>
                    <a:ext uri="{FF2B5EF4-FFF2-40B4-BE49-F238E27FC236}">
                      <a16:creationId xmlns:a16="http://schemas.microsoft.com/office/drawing/2014/main" id="{6FC5E755-C872-5EE6-A48F-EF6B9CF16E70}"/>
                    </a:ext>
                  </a:extLst>
                </p:cNvPr>
                <p:cNvSpPr/>
                <p:nvPr>
                  <p:custDataLst>
                    <p:tags r:id="rId262"/>
                  </p:custDataLst>
                </p:nvPr>
              </p:nvSpPr>
              <p:spPr bwMode="auto">
                <a:xfrm>
                  <a:off x="975" y="2211"/>
                  <a:ext cx="16" cy="16"/>
                </a:xfrm>
                <a:custGeom>
                  <a:avLst/>
                  <a:gdLst>
                    <a:gd name="T0" fmla="*/ 0 w 33"/>
                    <a:gd name="T1" fmla="*/ 0 h 36"/>
                    <a:gd name="T2" fmla="*/ 0 w 33"/>
                    <a:gd name="T3" fmla="*/ 0 h 36"/>
                    <a:gd name="T4" fmla="*/ 0 w 33"/>
                    <a:gd name="T5" fmla="*/ 0 h 36"/>
                    <a:gd name="T6" fmla="*/ 0 w 33"/>
                    <a:gd name="T7" fmla="*/ 0 h 36"/>
                    <a:gd name="T8" fmla="*/ 0 w 33"/>
                    <a:gd name="T9" fmla="*/ 0 h 36"/>
                    <a:gd name="T10" fmla="*/ 0 w 33"/>
                    <a:gd name="T11" fmla="*/ 0 h 36"/>
                    <a:gd name="T12" fmla="*/ 0 w 3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
                      <a:moveTo>
                        <a:pt x="0" y="0"/>
                      </a:moveTo>
                      <a:lnTo>
                        <a:pt x="7" y="36"/>
                      </a:lnTo>
                      <a:lnTo>
                        <a:pt x="28" y="36"/>
                      </a:lnTo>
                      <a:lnTo>
                        <a:pt x="18" y="4"/>
                      </a:lnTo>
                      <a:lnTo>
                        <a:pt x="33" y="26"/>
                      </a:lnTo>
                      <a:lnTo>
                        <a:pt x="20" y="0"/>
                      </a:lnTo>
                      <a:lnTo>
                        <a:pt x="0" y="0"/>
                      </a:lnTo>
                      <a:close/>
                    </a:path>
                  </a:pathLst>
                </a:custGeom>
                <a:grpFill/>
                <a:ln w="3175">
                  <a:solidFill>
                    <a:schemeClr val="bg1"/>
                  </a:solidFill>
                  <a:prstDash val="solid"/>
                  <a:round/>
                </a:ln>
              </p:spPr>
              <p:txBody>
                <a:bodyPr/>
                <a:lstStyle/>
                <a:p>
                  <a:endParaRPr lang="en-US" dirty="0"/>
                </a:p>
              </p:txBody>
            </p:sp>
            <p:sp>
              <p:nvSpPr>
                <p:cNvPr id="269" name="22187279.375123.51.51.6255">
                  <a:extLst>
                    <a:ext uri="{FF2B5EF4-FFF2-40B4-BE49-F238E27FC236}">
                      <a16:creationId xmlns:a16="http://schemas.microsoft.com/office/drawing/2014/main" id="{13EF1C97-5C1E-00BA-89FC-E337291BDE74}"/>
                    </a:ext>
                  </a:extLst>
                </p:cNvPr>
                <p:cNvSpPr/>
                <p:nvPr>
                  <p:custDataLst>
                    <p:tags r:id="rId263"/>
                  </p:custDataLst>
                </p:nvPr>
              </p:nvSpPr>
              <p:spPr bwMode="auto">
                <a:xfrm>
                  <a:off x="988" y="2235"/>
                  <a:ext cx="13" cy="12"/>
                </a:xfrm>
                <a:custGeom>
                  <a:avLst/>
                  <a:gdLst>
                    <a:gd name="T0" fmla="*/ 0 w 29"/>
                    <a:gd name="T1" fmla="*/ 0 h 26"/>
                    <a:gd name="T2" fmla="*/ 0 w 29"/>
                    <a:gd name="T3" fmla="*/ 0 h 26"/>
                    <a:gd name="T4" fmla="*/ 0 w 29"/>
                    <a:gd name="T5" fmla="*/ 0 h 26"/>
                    <a:gd name="T6" fmla="*/ 0 w 29"/>
                    <a:gd name="T7" fmla="*/ 0 h 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26">
                      <a:moveTo>
                        <a:pt x="0" y="0"/>
                      </a:moveTo>
                      <a:lnTo>
                        <a:pt x="27" y="26"/>
                      </a:lnTo>
                      <a:lnTo>
                        <a:pt x="29" y="3"/>
                      </a:lnTo>
                      <a:lnTo>
                        <a:pt x="0" y="0"/>
                      </a:lnTo>
                      <a:close/>
                    </a:path>
                  </a:pathLst>
                </a:custGeom>
                <a:grpFill/>
                <a:ln w="3175">
                  <a:solidFill>
                    <a:schemeClr val="bg1"/>
                  </a:solidFill>
                  <a:prstDash val="solid"/>
                  <a:round/>
                </a:ln>
              </p:spPr>
              <p:txBody>
                <a:bodyPr/>
                <a:lstStyle/>
                <a:p>
                  <a:endParaRPr lang="en-US" dirty="0"/>
                </a:p>
              </p:txBody>
            </p:sp>
            <p:sp>
              <p:nvSpPr>
                <p:cNvPr id="270" name="22188281.251243.52.55">
                  <a:extLst>
                    <a:ext uri="{FF2B5EF4-FFF2-40B4-BE49-F238E27FC236}">
                      <a16:creationId xmlns:a16="http://schemas.microsoft.com/office/drawing/2014/main" id="{3EA310D8-C92F-2DF7-82C4-B7DE990BF5D9}"/>
                    </a:ext>
                  </a:extLst>
                </p:cNvPr>
                <p:cNvSpPr/>
                <p:nvPr>
                  <p:custDataLst>
                    <p:tags r:id="rId264"/>
                  </p:custDataLst>
                </p:nvPr>
              </p:nvSpPr>
              <p:spPr bwMode="auto">
                <a:xfrm>
                  <a:off x="992" y="2250"/>
                  <a:ext cx="20" cy="28"/>
                </a:xfrm>
                <a:custGeom>
                  <a:avLst/>
                  <a:gdLst>
                    <a:gd name="T0" fmla="*/ 0 w 46"/>
                    <a:gd name="T1" fmla="*/ 0 h 62"/>
                    <a:gd name="T2" fmla="*/ 0 w 46"/>
                    <a:gd name="T3" fmla="*/ 0 h 62"/>
                    <a:gd name="T4" fmla="*/ 0 w 46"/>
                    <a:gd name="T5" fmla="*/ 0 h 62"/>
                    <a:gd name="T6" fmla="*/ 0 w 46"/>
                    <a:gd name="T7" fmla="*/ 0 h 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 h="62">
                      <a:moveTo>
                        <a:pt x="0" y="0"/>
                      </a:moveTo>
                      <a:lnTo>
                        <a:pt x="36" y="22"/>
                      </a:lnTo>
                      <a:lnTo>
                        <a:pt x="46" y="62"/>
                      </a:lnTo>
                      <a:lnTo>
                        <a:pt x="0" y="0"/>
                      </a:lnTo>
                      <a:close/>
                    </a:path>
                  </a:pathLst>
                </a:custGeom>
                <a:grpFill/>
                <a:ln w="3175">
                  <a:solidFill>
                    <a:schemeClr val="bg1"/>
                  </a:solidFill>
                  <a:prstDash val="solid"/>
                  <a:round/>
                </a:ln>
              </p:spPr>
              <p:txBody>
                <a:bodyPr/>
                <a:lstStyle/>
                <a:p>
                  <a:endParaRPr lang="en-US" dirty="0"/>
                </a:p>
              </p:txBody>
            </p:sp>
            <p:sp>
              <p:nvSpPr>
                <p:cNvPr id="271" name="22189282.251282.1251.3755">
                  <a:extLst>
                    <a:ext uri="{FF2B5EF4-FFF2-40B4-BE49-F238E27FC236}">
                      <a16:creationId xmlns:a16="http://schemas.microsoft.com/office/drawing/2014/main" id="{1FA05204-73DC-C168-D85E-DF8E52F0A312}"/>
                    </a:ext>
                  </a:extLst>
                </p:cNvPr>
                <p:cNvSpPr/>
                <p:nvPr>
                  <p:custDataLst>
                    <p:tags r:id="rId265"/>
                  </p:custDataLst>
                </p:nvPr>
              </p:nvSpPr>
              <p:spPr bwMode="auto">
                <a:xfrm>
                  <a:off x="1024" y="2258"/>
                  <a:ext cx="11" cy="17"/>
                </a:xfrm>
                <a:custGeom>
                  <a:avLst/>
                  <a:gdLst>
                    <a:gd name="T0" fmla="*/ 0 w 23"/>
                    <a:gd name="T1" fmla="*/ 0 h 36"/>
                    <a:gd name="T2" fmla="*/ 0 w 23"/>
                    <a:gd name="T3" fmla="*/ 0 h 36"/>
                    <a:gd name="T4" fmla="*/ 0 w 23"/>
                    <a:gd name="T5" fmla="*/ 0 h 36"/>
                    <a:gd name="T6" fmla="*/ 0 w 23"/>
                    <a:gd name="T7" fmla="*/ 0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6">
                      <a:moveTo>
                        <a:pt x="0" y="21"/>
                      </a:moveTo>
                      <a:lnTo>
                        <a:pt x="11" y="0"/>
                      </a:lnTo>
                      <a:lnTo>
                        <a:pt x="23" y="36"/>
                      </a:lnTo>
                      <a:lnTo>
                        <a:pt x="0" y="21"/>
                      </a:lnTo>
                      <a:close/>
                    </a:path>
                  </a:pathLst>
                </a:custGeom>
                <a:grpFill/>
                <a:ln w="3175">
                  <a:solidFill>
                    <a:schemeClr val="bg1"/>
                  </a:solidFill>
                  <a:prstDash val="solid"/>
                  <a:round/>
                </a:ln>
              </p:spPr>
              <p:txBody>
                <a:bodyPr/>
                <a:lstStyle/>
                <a:p>
                  <a:endParaRPr lang="en-US" dirty="0"/>
                </a:p>
              </p:txBody>
            </p:sp>
          </p:grpSp>
          <p:sp>
            <p:nvSpPr>
              <p:cNvPr id="261" name="22191298.62514152.3751085">
                <a:extLst>
                  <a:ext uri="{FF2B5EF4-FFF2-40B4-BE49-F238E27FC236}">
                    <a16:creationId xmlns:a16="http://schemas.microsoft.com/office/drawing/2014/main" id="{7263012A-D53C-B27F-1683-0E82E3EB14F7}"/>
                  </a:ext>
                </a:extLst>
              </p:cNvPr>
              <p:cNvSpPr/>
              <p:nvPr>
                <p:custDataLst>
                  <p:tags r:id="rId255"/>
                </p:custDataLst>
              </p:nvPr>
            </p:nvSpPr>
            <p:spPr bwMode="auto">
              <a:xfrm>
                <a:off x="1128" y="2389"/>
                <a:ext cx="864" cy="419"/>
              </a:xfrm>
              <a:custGeom>
                <a:avLst/>
                <a:gdLst>
                  <a:gd name="T0" fmla="*/ 0 w 1924"/>
                  <a:gd name="T1" fmla="*/ 0 h 934"/>
                  <a:gd name="T2" fmla="*/ 0 w 1924"/>
                  <a:gd name="T3" fmla="*/ 0 h 934"/>
                  <a:gd name="T4" fmla="*/ 0 w 1924"/>
                  <a:gd name="T5" fmla="*/ 0 h 934"/>
                  <a:gd name="T6" fmla="*/ 0 w 1924"/>
                  <a:gd name="T7" fmla="*/ 0 h 934"/>
                  <a:gd name="T8" fmla="*/ 0 w 1924"/>
                  <a:gd name="T9" fmla="*/ 0 h 934"/>
                  <a:gd name="T10" fmla="*/ 0 w 1924"/>
                  <a:gd name="T11" fmla="*/ 0 h 934"/>
                  <a:gd name="T12" fmla="*/ 0 w 1924"/>
                  <a:gd name="T13" fmla="*/ 0 h 934"/>
                  <a:gd name="T14" fmla="*/ 0 w 1924"/>
                  <a:gd name="T15" fmla="*/ 0 h 934"/>
                  <a:gd name="T16" fmla="*/ 0 w 1924"/>
                  <a:gd name="T17" fmla="*/ 0 h 934"/>
                  <a:gd name="T18" fmla="*/ 0 w 1924"/>
                  <a:gd name="T19" fmla="*/ 0 h 934"/>
                  <a:gd name="T20" fmla="*/ 0 w 1924"/>
                  <a:gd name="T21" fmla="*/ 0 h 934"/>
                  <a:gd name="T22" fmla="*/ 0 w 1924"/>
                  <a:gd name="T23" fmla="*/ 0 h 934"/>
                  <a:gd name="T24" fmla="*/ 0 w 1924"/>
                  <a:gd name="T25" fmla="*/ 0 h 934"/>
                  <a:gd name="T26" fmla="*/ 0 w 1924"/>
                  <a:gd name="T27" fmla="*/ 0 h 934"/>
                  <a:gd name="T28" fmla="*/ 0 w 1924"/>
                  <a:gd name="T29" fmla="*/ 0 h 934"/>
                  <a:gd name="T30" fmla="*/ 0 w 1924"/>
                  <a:gd name="T31" fmla="*/ 0 h 934"/>
                  <a:gd name="T32" fmla="*/ 0 w 1924"/>
                  <a:gd name="T33" fmla="*/ 0 h 934"/>
                  <a:gd name="T34" fmla="*/ 0 w 1924"/>
                  <a:gd name="T35" fmla="*/ 0 h 934"/>
                  <a:gd name="T36" fmla="*/ 0 w 1924"/>
                  <a:gd name="T37" fmla="*/ 0 h 934"/>
                  <a:gd name="T38" fmla="*/ 0 w 1924"/>
                  <a:gd name="T39" fmla="*/ 0 h 934"/>
                  <a:gd name="T40" fmla="*/ 0 w 1924"/>
                  <a:gd name="T41" fmla="*/ 0 h 934"/>
                  <a:gd name="T42" fmla="*/ 0 w 1924"/>
                  <a:gd name="T43" fmla="*/ 0 h 934"/>
                  <a:gd name="T44" fmla="*/ 0 w 1924"/>
                  <a:gd name="T45" fmla="*/ 0 h 934"/>
                  <a:gd name="T46" fmla="*/ 0 w 1924"/>
                  <a:gd name="T47" fmla="*/ 0 h 934"/>
                  <a:gd name="T48" fmla="*/ 0 w 1924"/>
                  <a:gd name="T49" fmla="*/ 0 h 934"/>
                  <a:gd name="T50" fmla="*/ 0 w 1924"/>
                  <a:gd name="T51" fmla="*/ 0 h 934"/>
                  <a:gd name="T52" fmla="*/ 0 w 1924"/>
                  <a:gd name="T53" fmla="*/ 0 h 934"/>
                  <a:gd name="T54" fmla="*/ 0 w 1924"/>
                  <a:gd name="T55" fmla="*/ 0 h 934"/>
                  <a:gd name="T56" fmla="*/ 0 w 1924"/>
                  <a:gd name="T57" fmla="*/ 0 h 934"/>
                  <a:gd name="T58" fmla="*/ 0 w 1924"/>
                  <a:gd name="T59" fmla="*/ 0 h 934"/>
                  <a:gd name="T60" fmla="*/ 0 w 1924"/>
                  <a:gd name="T61" fmla="*/ 0 h 934"/>
                  <a:gd name="T62" fmla="*/ 0 w 1924"/>
                  <a:gd name="T63" fmla="*/ 0 h 934"/>
                  <a:gd name="T64" fmla="*/ 0 w 1924"/>
                  <a:gd name="T65" fmla="*/ 0 h 934"/>
                  <a:gd name="T66" fmla="*/ 0 w 1924"/>
                  <a:gd name="T67" fmla="*/ 0 h 934"/>
                  <a:gd name="T68" fmla="*/ 0 w 1924"/>
                  <a:gd name="T69" fmla="*/ 0 h 934"/>
                  <a:gd name="T70" fmla="*/ 0 w 1924"/>
                  <a:gd name="T71" fmla="*/ 0 h 934"/>
                  <a:gd name="T72" fmla="*/ 0 w 1924"/>
                  <a:gd name="T73" fmla="*/ 0 h 934"/>
                  <a:gd name="T74" fmla="*/ 0 w 1924"/>
                  <a:gd name="T75" fmla="*/ 0 h 934"/>
                  <a:gd name="T76" fmla="*/ 0 w 1924"/>
                  <a:gd name="T77" fmla="*/ 0 h 934"/>
                  <a:gd name="T78" fmla="*/ 0 w 1924"/>
                  <a:gd name="T79" fmla="*/ 0 h 934"/>
                  <a:gd name="T80" fmla="*/ 0 w 1924"/>
                  <a:gd name="T81" fmla="*/ 0 h 934"/>
                  <a:gd name="T82" fmla="*/ 0 w 1924"/>
                  <a:gd name="T83" fmla="*/ 0 h 934"/>
                  <a:gd name="T84" fmla="*/ 0 w 1924"/>
                  <a:gd name="T85" fmla="*/ 0 h 934"/>
                  <a:gd name="T86" fmla="*/ 0 w 1924"/>
                  <a:gd name="T87" fmla="*/ 0 h 934"/>
                  <a:gd name="T88" fmla="*/ 0 w 1924"/>
                  <a:gd name="T89" fmla="*/ 0 h 934"/>
                  <a:gd name="T90" fmla="*/ 0 w 1924"/>
                  <a:gd name="T91" fmla="*/ 0 h 934"/>
                  <a:gd name="T92" fmla="*/ 0 w 1924"/>
                  <a:gd name="T93" fmla="*/ 0 h 934"/>
                  <a:gd name="T94" fmla="*/ 0 w 1924"/>
                  <a:gd name="T95" fmla="*/ 0 h 93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24" h="934">
                    <a:moveTo>
                      <a:pt x="0" y="52"/>
                    </a:moveTo>
                    <a:lnTo>
                      <a:pt x="22" y="128"/>
                    </a:lnTo>
                    <a:lnTo>
                      <a:pt x="49" y="136"/>
                    </a:lnTo>
                    <a:lnTo>
                      <a:pt x="27" y="140"/>
                    </a:lnTo>
                    <a:lnTo>
                      <a:pt x="11" y="371"/>
                    </a:lnTo>
                    <a:lnTo>
                      <a:pt x="59" y="461"/>
                    </a:lnTo>
                    <a:lnTo>
                      <a:pt x="91" y="461"/>
                    </a:lnTo>
                    <a:lnTo>
                      <a:pt x="78" y="495"/>
                    </a:lnTo>
                    <a:lnTo>
                      <a:pt x="140" y="593"/>
                    </a:lnTo>
                    <a:lnTo>
                      <a:pt x="203" y="615"/>
                    </a:lnTo>
                    <a:lnTo>
                      <a:pt x="254" y="671"/>
                    </a:lnTo>
                    <a:lnTo>
                      <a:pt x="331" y="664"/>
                    </a:lnTo>
                    <a:lnTo>
                      <a:pt x="458" y="717"/>
                    </a:lnTo>
                    <a:lnTo>
                      <a:pt x="609" y="696"/>
                    </a:lnTo>
                    <a:lnTo>
                      <a:pt x="701" y="795"/>
                    </a:lnTo>
                    <a:lnTo>
                      <a:pt x="771" y="769"/>
                    </a:lnTo>
                    <a:lnTo>
                      <a:pt x="855" y="889"/>
                    </a:lnTo>
                    <a:lnTo>
                      <a:pt x="921" y="911"/>
                    </a:lnTo>
                    <a:lnTo>
                      <a:pt x="914" y="843"/>
                    </a:lnTo>
                    <a:lnTo>
                      <a:pt x="983" y="802"/>
                    </a:lnTo>
                    <a:lnTo>
                      <a:pt x="989" y="770"/>
                    </a:lnTo>
                    <a:lnTo>
                      <a:pt x="1090" y="769"/>
                    </a:lnTo>
                    <a:lnTo>
                      <a:pt x="1176" y="795"/>
                    </a:lnTo>
                    <a:lnTo>
                      <a:pt x="1178" y="755"/>
                    </a:lnTo>
                    <a:lnTo>
                      <a:pt x="1143" y="750"/>
                    </a:lnTo>
                    <a:lnTo>
                      <a:pt x="1216" y="748"/>
                    </a:lnTo>
                    <a:lnTo>
                      <a:pt x="1220" y="729"/>
                    </a:lnTo>
                    <a:lnTo>
                      <a:pt x="1226" y="752"/>
                    </a:lnTo>
                    <a:lnTo>
                      <a:pt x="1362" y="761"/>
                    </a:lnTo>
                    <a:lnTo>
                      <a:pt x="1398" y="794"/>
                    </a:lnTo>
                    <a:lnTo>
                      <a:pt x="1403" y="854"/>
                    </a:lnTo>
                    <a:lnTo>
                      <a:pt x="1447" y="934"/>
                    </a:lnTo>
                    <a:lnTo>
                      <a:pt x="1473" y="931"/>
                    </a:lnTo>
                    <a:lnTo>
                      <a:pt x="1484" y="871"/>
                    </a:lnTo>
                    <a:lnTo>
                      <a:pt x="1439" y="729"/>
                    </a:lnTo>
                    <a:lnTo>
                      <a:pt x="1466" y="670"/>
                    </a:lnTo>
                    <a:lnTo>
                      <a:pt x="1635" y="554"/>
                    </a:lnTo>
                    <a:lnTo>
                      <a:pt x="1602" y="542"/>
                    </a:lnTo>
                    <a:lnTo>
                      <a:pt x="1633" y="538"/>
                    </a:lnTo>
                    <a:lnTo>
                      <a:pt x="1609" y="499"/>
                    </a:lnTo>
                    <a:lnTo>
                      <a:pt x="1615" y="466"/>
                    </a:lnTo>
                    <a:lnTo>
                      <a:pt x="1580" y="440"/>
                    </a:lnTo>
                    <a:lnTo>
                      <a:pt x="1615" y="458"/>
                    </a:lnTo>
                    <a:lnTo>
                      <a:pt x="1604" y="417"/>
                    </a:lnTo>
                    <a:lnTo>
                      <a:pt x="1628" y="404"/>
                    </a:lnTo>
                    <a:lnTo>
                      <a:pt x="1633" y="495"/>
                    </a:lnTo>
                    <a:lnTo>
                      <a:pt x="1659" y="441"/>
                    </a:lnTo>
                    <a:lnTo>
                      <a:pt x="1642" y="399"/>
                    </a:lnTo>
                    <a:lnTo>
                      <a:pt x="1660" y="424"/>
                    </a:lnTo>
                    <a:lnTo>
                      <a:pt x="1694" y="351"/>
                    </a:lnTo>
                    <a:lnTo>
                      <a:pt x="1829" y="318"/>
                    </a:lnTo>
                    <a:lnTo>
                      <a:pt x="1795" y="297"/>
                    </a:lnTo>
                    <a:lnTo>
                      <a:pt x="1819" y="241"/>
                    </a:lnTo>
                    <a:lnTo>
                      <a:pt x="1921" y="199"/>
                    </a:lnTo>
                    <a:lnTo>
                      <a:pt x="1924" y="176"/>
                    </a:lnTo>
                    <a:lnTo>
                      <a:pt x="1899" y="157"/>
                    </a:lnTo>
                    <a:lnTo>
                      <a:pt x="1899" y="103"/>
                    </a:lnTo>
                    <a:lnTo>
                      <a:pt x="1844" y="85"/>
                    </a:lnTo>
                    <a:lnTo>
                      <a:pt x="1803" y="173"/>
                    </a:lnTo>
                    <a:lnTo>
                      <a:pt x="1633" y="206"/>
                    </a:lnTo>
                    <a:lnTo>
                      <a:pt x="1620" y="245"/>
                    </a:lnTo>
                    <a:lnTo>
                      <a:pt x="1523" y="260"/>
                    </a:lnTo>
                    <a:lnTo>
                      <a:pt x="1529" y="272"/>
                    </a:lnTo>
                    <a:lnTo>
                      <a:pt x="1431" y="326"/>
                    </a:lnTo>
                    <a:lnTo>
                      <a:pt x="1389" y="325"/>
                    </a:lnTo>
                    <a:lnTo>
                      <a:pt x="1387" y="308"/>
                    </a:lnTo>
                    <a:lnTo>
                      <a:pt x="1395" y="292"/>
                    </a:lnTo>
                    <a:lnTo>
                      <a:pt x="1404" y="281"/>
                    </a:lnTo>
                    <a:lnTo>
                      <a:pt x="1409" y="264"/>
                    </a:lnTo>
                    <a:lnTo>
                      <a:pt x="1395" y="224"/>
                    </a:lnTo>
                    <a:lnTo>
                      <a:pt x="1360" y="239"/>
                    </a:lnTo>
                    <a:lnTo>
                      <a:pt x="1373" y="175"/>
                    </a:lnTo>
                    <a:lnTo>
                      <a:pt x="1322" y="157"/>
                    </a:lnTo>
                    <a:lnTo>
                      <a:pt x="1282" y="199"/>
                    </a:lnTo>
                    <a:lnTo>
                      <a:pt x="1267" y="311"/>
                    </a:lnTo>
                    <a:lnTo>
                      <a:pt x="1237" y="314"/>
                    </a:lnTo>
                    <a:lnTo>
                      <a:pt x="1227" y="261"/>
                    </a:lnTo>
                    <a:lnTo>
                      <a:pt x="1252" y="177"/>
                    </a:lnTo>
                    <a:lnTo>
                      <a:pt x="1229" y="191"/>
                    </a:lnTo>
                    <a:lnTo>
                      <a:pt x="1270" y="147"/>
                    </a:lnTo>
                    <a:lnTo>
                      <a:pt x="1359" y="146"/>
                    </a:lnTo>
                    <a:lnTo>
                      <a:pt x="1343" y="124"/>
                    </a:lnTo>
                    <a:lnTo>
                      <a:pt x="1337" y="124"/>
                    </a:lnTo>
                    <a:lnTo>
                      <a:pt x="1208" y="111"/>
                    </a:lnTo>
                    <a:lnTo>
                      <a:pt x="1229" y="84"/>
                    </a:lnTo>
                    <a:lnTo>
                      <a:pt x="1149" y="120"/>
                    </a:lnTo>
                    <a:lnTo>
                      <a:pt x="1088" y="120"/>
                    </a:lnTo>
                    <a:lnTo>
                      <a:pt x="1163" y="62"/>
                    </a:lnTo>
                    <a:lnTo>
                      <a:pt x="1005" y="30"/>
                    </a:lnTo>
                    <a:lnTo>
                      <a:pt x="984" y="0"/>
                    </a:lnTo>
                    <a:lnTo>
                      <a:pt x="983" y="19"/>
                    </a:lnTo>
                    <a:lnTo>
                      <a:pt x="63" y="19"/>
                    </a:lnTo>
                    <a:lnTo>
                      <a:pt x="81" y="56"/>
                    </a:lnTo>
                    <a:lnTo>
                      <a:pt x="59" y="85"/>
                    </a:lnTo>
                    <a:lnTo>
                      <a:pt x="66" y="55"/>
                    </a:lnTo>
                    <a:lnTo>
                      <a:pt x="0" y="52"/>
                    </a:lnTo>
                    <a:close/>
                  </a:path>
                </a:pathLst>
              </a:custGeom>
              <a:grpFill/>
              <a:ln w="3175">
                <a:solidFill>
                  <a:schemeClr val="bg1"/>
                </a:solidFill>
                <a:prstDash val="solid"/>
                <a:round/>
              </a:ln>
            </p:spPr>
            <p:txBody>
              <a:bodyPr/>
              <a:lstStyle/>
              <a:p>
                <a:endParaRPr lang="en-US" dirty="0"/>
              </a:p>
            </p:txBody>
          </p:sp>
          <p:sp>
            <p:nvSpPr>
              <p:cNvPr id="262" name="22192363.2587.37512.755">
                <a:extLst>
                  <a:ext uri="{FF2B5EF4-FFF2-40B4-BE49-F238E27FC236}">
                    <a16:creationId xmlns:a16="http://schemas.microsoft.com/office/drawing/2014/main" id="{053642D3-DA60-D4C8-9F72-E79CAF3E60DE}"/>
                  </a:ext>
                </a:extLst>
              </p:cNvPr>
              <p:cNvSpPr/>
              <p:nvPr>
                <p:custDataLst>
                  <p:tags r:id="rId256"/>
                </p:custDataLst>
              </p:nvPr>
            </p:nvSpPr>
            <p:spPr bwMode="auto">
              <a:xfrm>
                <a:off x="699" y="2906"/>
                <a:ext cx="22" cy="8"/>
              </a:xfrm>
              <a:custGeom>
                <a:avLst/>
                <a:gdLst>
                  <a:gd name="T0" fmla="*/ 0 w 50"/>
                  <a:gd name="T1" fmla="*/ 0 h 17"/>
                  <a:gd name="T2" fmla="*/ 0 w 50"/>
                  <a:gd name="T3" fmla="*/ 0 h 17"/>
                  <a:gd name="T4" fmla="*/ 0 w 50"/>
                  <a:gd name="T5" fmla="*/ 0 h 17"/>
                  <a:gd name="T6" fmla="*/ 0 w 50"/>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17">
                    <a:moveTo>
                      <a:pt x="0" y="0"/>
                    </a:moveTo>
                    <a:lnTo>
                      <a:pt x="4" y="17"/>
                    </a:lnTo>
                    <a:lnTo>
                      <a:pt x="50" y="10"/>
                    </a:lnTo>
                    <a:lnTo>
                      <a:pt x="0" y="0"/>
                    </a:lnTo>
                    <a:close/>
                  </a:path>
                </a:pathLst>
              </a:custGeom>
              <a:grpFill/>
              <a:ln w="3175">
                <a:solidFill>
                  <a:schemeClr val="bg1"/>
                </a:solidFill>
                <a:prstDash val="solid"/>
                <a:round/>
              </a:ln>
            </p:spPr>
            <p:txBody>
              <a:bodyPr/>
              <a:lstStyle/>
              <a:p>
                <a:endParaRPr lang="en-US" dirty="0"/>
              </a:p>
            </p:txBody>
          </p:sp>
        </p:grpSp>
        <p:sp>
          <p:nvSpPr>
            <p:cNvPr id="248" name="22194365443.12511.5125">
              <a:extLst>
                <a:ext uri="{FF2B5EF4-FFF2-40B4-BE49-F238E27FC236}">
                  <a16:creationId xmlns:a16="http://schemas.microsoft.com/office/drawing/2014/main" id="{0BC91C62-3CCE-C3E4-47BD-2E0611A5C608}"/>
                </a:ext>
              </a:extLst>
            </p:cNvPr>
            <p:cNvSpPr/>
            <p:nvPr>
              <p:custDataLst>
                <p:tags r:id="rId243"/>
              </p:custDataLst>
            </p:nvPr>
          </p:nvSpPr>
          <p:spPr bwMode="auto">
            <a:xfrm>
              <a:off x="4137" y="2826"/>
              <a:ext cx="69" cy="67"/>
            </a:xfrm>
            <a:custGeom>
              <a:avLst/>
              <a:gdLst>
                <a:gd name="T0" fmla="*/ 0 w 96"/>
                <a:gd name="T1" fmla="*/ 1 h 92"/>
                <a:gd name="T2" fmla="*/ 1 w 96"/>
                <a:gd name="T3" fmla="*/ 1 h 92"/>
                <a:gd name="T4" fmla="*/ 1 w 96"/>
                <a:gd name="T5" fmla="*/ 1 h 92"/>
                <a:gd name="T6" fmla="*/ 1 w 96"/>
                <a:gd name="T7" fmla="*/ 0 h 92"/>
                <a:gd name="T8" fmla="*/ 1 w 96"/>
                <a:gd name="T9" fmla="*/ 1 h 92"/>
                <a:gd name="T10" fmla="*/ 1 w 96"/>
                <a:gd name="T11" fmla="*/ 1 h 92"/>
                <a:gd name="T12" fmla="*/ 1 w 96"/>
                <a:gd name="T13" fmla="*/ 1 h 92"/>
                <a:gd name="T14" fmla="*/ 1 w 96"/>
                <a:gd name="T15" fmla="*/ 1 h 92"/>
                <a:gd name="T16" fmla="*/ 0 w 96"/>
                <a:gd name="T17" fmla="*/ 1 h 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6" h="92">
                  <a:moveTo>
                    <a:pt x="0" y="47"/>
                  </a:moveTo>
                  <a:lnTo>
                    <a:pt x="3" y="32"/>
                  </a:lnTo>
                  <a:lnTo>
                    <a:pt x="6" y="14"/>
                  </a:lnTo>
                  <a:lnTo>
                    <a:pt x="29" y="0"/>
                  </a:lnTo>
                  <a:lnTo>
                    <a:pt x="46" y="44"/>
                  </a:lnTo>
                  <a:lnTo>
                    <a:pt x="96" y="81"/>
                  </a:lnTo>
                  <a:lnTo>
                    <a:pt x="88" y="92"/>
                  </a:lnTo>
                  <a:lnTo>
                    <a:pt x="55" y="65"/>
                  </a:lnTo>
                  <a:lnTo>
                    <a:pt x="0" y="47"/>
                  </a:lnTo>
                  <a:close/>
                </a:path>
              </a:pathLst>
            </a:custGeom>
            <a:grpFill/>
            <a:ln w="3175">
              <a:solidFill>
                <a:schemeClr val="bg1"/>
              </a:solidFill>
              <a:prstDash val="solid"/>
              <a:round/>
            </a:ln>
          </p:spPr>
          <p:txBody>
            <a:bodyPr/>
            <a:lstStyle/>
            <a:p>
              <a:endParaRPr lang="en-US" dirty="0"/>
            </a:p>
          </p:txBody>
        </p:sp>
        <p:sp>
          <p:nvSpPr>
            <p:cNvPr id="249" name="22195213411.25102.75319.8755">
              <a:extLst>
                <a:ext uri="{FF2B5EF4-FFF2-40B4-BE49-F238E27FC236}">
                  <a16:creationId xmlns:a16="http://schemas.microsoft.com/office/drawing/2014/main" id="{4BBF0779-5F27-9242-9500-611E457A30A0}"/>
                </a:ext>
              </a:extLst>
            </p:cNvPr>
            <p:cNvSpPr/>
            <p:nvPr>
              <p:custDataLst>
                <p:tags r:id="rId244"/>
              </p:custDataLst>
            </p:nvPr>
          </p:nvSpPr>
          <p:spPr bwMode="auto">
            <a:xfrm>
              <a:off x="3953" y="1947"/>
              <a:ext cx="1850" cy="594"/>
            </a:xfrm>
            <a:custGeom>
              <a:avLst/>
              <a:gdLst>
                <a:gd name="T0" fmla="*/ 0 w 5699"/>
                <a:gd name="T1" fmla="*/ 0 h 1829"/>
                <a:gd name="T2" fmla="*/ 0 w 5699"/>
                <a:gd name="T3" fmla="*/ 0 h 1829"/>
                <a:gd name="T4" fmla="*/ 0 w 5699"/>
                <a:gd name="T5" fmla="*/ 0 h 1829"/>
                <a:gd name="T6" fmla="*/ 0 w 5699"/>
                <a:gd name="T7" fmla="*/ 0 h 1829"/>
                <a:gd name="T8" fmla="*/ 0 w 5699"/>
                <a:gd name="T9" fmla="*/ 0 h 1829"/>
                <a:gd name="T10" fmla="*/ 0 w 5699"/>
                <a:gd name="T11" fmla="*/ 0 h 1829"/>
                <a:gd name="T12" fmla="*/ 0 w 5699"/>
                <a:gd name="T13" fmla="*/ 0 h 1829"/>
                <a:gd name="T14" fmla="*/ 0 w 5699"/>
                <a:gd name="T15" fmla="*/ 0 h 1829"/>
                <a:gd name="T16" fmla="*/ 0 w 5699"/>
                <a:gd name="T17" fmla="*/ 0 h 1829"/>
                <a:gd name="T18" fmla="*/ 0 w 5699"/>
                <a:gd name="T19" fmla="*/ 0 h 1829"/>
                <a:gd name="T20" fmla="*/ 0 w 5699"/>
                <a:gd name="T21" fmla="*/ 0 h 1829"/>
                <a:gd name="T22" fmla="*/ 0 w 5699"/>
                <a:gd name="T23" fmla="*/ 0 h 1829"/>
                <a:gd name="T24" fmla="*/ 0 w 5699"/>
                <a:gd name="T25" fmla="*/ 0 h 1829"/>
                <a:gd name="T26" fmla="*/ 0 w 5699"/>
                <a:gd name="T27" fmla="*/ 0 h 1829"/>
                <a:gd name="T28" fmla="*/ 0 w 5699"/>
                <a:gd name="T29" fmla="*/ 0 h 1829"/>
                <a:gd name="T30" fmla="*/ 0 w 5699"/>
                <a:gd name="T31" fmla="*/ 0 h 1829"/>
                <a:gd name="T32" fmla="*/ 0 w 5699"/>
                <a:gd name="T33" fmla="*/ 0 h 1829"/>
                <a:gd name="T34" fmla="*/ 0 w 5699"/>
                <a:gd name="T35" fmla="*/ 0 h 1829"/>
                <a:gd name="T36" fmla="*/ 0 w 5699"/>
                <a:gd name="T37" fmla="*/ 0 h 1829"/>
                <a:gd name="T38" fmla="*/ 0 w 5699"/>
                <a:gd name="T39" fmla="*/ 0 h 1829"/>
                <a:gd name="T40" fmla="*/ 0 w 5699"/>
                <a:gd name="T41" fmla="*/ 0 h 1829"/>
                <a:gd name="T42" fmla="*/ 0 w 5699"/>
                <a:gd name="T43" fmla="*/ 0 h 1829"/>
                <a:gd name="T44" fmla="*/ 0 w 5699"/>
                <a:gd name="T45" fmla="*/ 0 h 1829"/>
                <a:gd name="T46" fmla="*/ 0 w 5699"/>
                <a:gd name="T47" fmla="*/ 0 h 1829"/>
                <a:gd name="T48" fmla="*/ 0 w 5699"/>
                <a:gd name="T49" fmla="*/ 0 h 1829"/>
                <a:gd name="T50" fmla="*/ 0 w 5699"/>
                <a:gd name="T51" fmla="*/ 0 h 1829"/>
                <a:gd name="T52" fmla="*/ 0 w 5699"/>
                <a:gd name="T53" fmla="*/ 0 h 1829"/>
                <a:gd name="T54" fmla="*/ 0 w 5699"/>
                <a:gd name="T55" fmla="*/ 0 h 1829"/>
                <a:gd name="T56" fmla="*/ 0 w 5699"/>
                <a:gd name="T57" fmla="*/ 0 h 1829"/>
                <a:gd name="T58" fmla="*/ 0 w 5699"/>
                <a:gd name="T59" fmla="*/ 0 h 1829"/>
                <a:gd name="T60" fmla="*/ 0 w 5699"/>
                <a:gd name="T61" fmla="*/ 0 h 1829"/>
                <a:gd name="T62" fmla="*/ 0 w 5699"/>
                <a:gd name="T63" fmla="*/ 0 h 1829"/>
                <a:gd name="T64" fmla="*/ 0 w 5699"/>
                <a:gd name="T65" fmla="*/ 0 h 1829"/>
                <a:gd name="T66" fmla="*/ 0 w 5699"/>
                <a:gd name="T67" fmla="*/ 0 h 1829"/>
                <a:gd name="T68" fmla="*/ 0 w 5699"/>
                <a:gd name="T69" fmla="*/ 0 h 1829"/>
                <a:gd name="T70" fmla="*/ 0 w 5699"/>
                <a:gd name="T71" fmla="*/ 0 h 1829"/>
                <a:gd name="T72" fmla="*/ 0 w 5699"/>
                <a:gd name="T73" fmla="*/ 0 h 1829"/>
                <a:gd name="T74" fmla="*/ 0 w 5699"/>
                <a:gd name="T75" fmla="*/ 0 h 1829"/>
                <a:gd name="T76" fmla="*/ 0 w 5699"/>
                <a:gd name="T77" fmla="*/ 0 h 1829"/>
                <a:gd name="T78" fmla="*/ 0 w 5699"/>
                <a:gd name="T79" fmla="*/ 0 h 1829"/>
                <a:gd name="T80" fmla="*/ 0 w 5699"/>
                <a:gd name="T81" fmla="*/ 0 h 1829"/>
                <a:gd name="T82" fmla="*/ 0 w 5699"/>
                <a:gd name="T83" fmla="*/ 0 h 1829"/>
                <a:gd name="T84" fmla="*/ 0 w 5699"/>
                <a:gd name="T85" fmla="*/ 0 h 1829"/>
                <a:gd name="T86" fmla="*/ 0 w 5699"/>
                <a:gd name="T87" fmla="*/ 0 h 1829"/>
                <a:gd name="T88" fmla="*/ 0 w 5699"/>
                <a:gd name="T89" fmla="*/ 0 h 1829"/>
                <a:gd name="T90" fmla="*/ 0 w 5699"/>
                <a:gd name="T91" fmla="*/ 0 h 1829"/>
                <a:gd name="T92" fmla="*/ 0 w 5699"/>
                <a:gd name="T93" fmla="*/ 0 h 1829"/>
                <a:gd name="T94" fmla="*/ 0 w 5699"/>
                <a:gd name="T95" fmla="*/ 0 h 1829"/>
                <a:gd name="T96" fmla="*/ 0 w 5699"/>
                <a:gd name="T97" fmla="*/ 0 h 1829"/>
                <a:gd name="T98" fmla="*/ 0 w 5699"/>
                <a:gd name="T99" fmla="*/ 0 h 1829"/>
                <a:gd name="T100" fmla="*/ 0 w 5699"/>
                <a:gd name="T101" fmla="*/ 0 h 1829"/>
                <a:gd name="T102" fmla="*/ 0 w 5699"/>
                <a:gd name="T103" fmla="*/ 0 h 1829"/>
                <a:gd name="T104" fmla="*/ 0 w 5699"/>
                <a:gd name="T105" fmla="*/ 0 h 1829"/>
                <a:gd name="T106" fmla="*/ 0 w 5699"/>
                <a:gd name="T107" fmla="*/ 0 h 1829"/>
                <a:gd name="T108" fmla="*/ 0 w 5699"/>
                <a:gd name="T109" fmla="*/ 0 h 1829"/>
                <a:gd name="T110" fmla="*/ 0 w 5699"/>
                <a:gd name="T111" fmla="*/ 0 h 1829"/>
                <a:gd name="T112" fmla="*/ 0 w 5699"/>
                <a:gd name="T113" fmla="*/ 0 h 1829"/>
                <a:gd name="T114" fmla="*/ 0 w 5699"/>
                <a:gd name="T115" fmla="*/ 0 h 182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699" h="1829">
                  <a:moveTo>
                    <a:pt x="0" y="1300"/>
                  </a:moveTo>
                  <a:lnTo>
                    <a:pt x="47" y="1257"/>
                  </a:lnTo>
                  <a:lnTo>
                    <a:pt x="31" y="1275"/>
                  </a:lnTo>
                  <a:lnTo>
                    <a:pt x="52" y="1280"/>
                  </a:lnTo>
                  <a:lnTo>
                    <a:pt x="47" y="1194"/>
                  </a:lnTo>
                  <a:lnTo>
                    <a:pt x="66" y="1154"/>
                  </a:lnTo>
                  <a:lnTo>
                    <a:pt x="93" y="1148"/>
                  </a:lnTo>
                  <a:lnTo>
                    <a:pt x="148" y="1186"/>
                  </a:lnTo>
                  <a:lnTo>
                    <a:pt x="161" y="1114"/>
                  </a:lnTo>
                  <a:lnTo>
                    <a:pt x="137" y="1115"/>
                  </a:lnTo>
                  <a:lnTo>
                    <a:pt x="128" y="1074"/>
                  </a:lnTo>
                  <a:lnTo>
                    <a:pt x="353" y="1037"/>
                  </a:lnTo>
                  <a:lnTo>
                    <a:pt x="298" y="1022"/>
                  </a:lnTo>
                  <a:lnTo>
                    <a:pt x="301" y="1001"/>
                  </a:lnTo>
                  <a:lnTo>
                    <a:pt x="266" y="1008"/>
                  </a:lnTo>
                  <a:lnTo>
                    <a:pt x="394" y="901"/>
                  </a:lnTo>
                  <a:lnTo>
                    <a:pt x="338" y="787"/>
                  </a:lnTo>
                  <a:lnTo>
                    <a:pt x="352" y="733"/>
                  </a:lnTo>
                  <a:lnTo>
                    <a:pt x="317" y="673"/>
                  </a:lnTo>
                  <a:lnTo>
                    <a:pt x="345" y="638"/>
                  </a:lnTo>
                  <a:lnTo>
                    <a:pt x="298" y="591"/>
                  </a:lnTo>
                  <a:lnTo>
                    <a:pt x="312" y="553"/>
                  </a:lnTo>
                  <a:lnTo>
                    <a:pt x="374" y="509"/>
                  </a:lnTo>
                  <a:lnTo>
                    <a:pt x="408" y="503"/>
                  </a:lnTo>
                  <a:lnTo>
                    <a:pt x="451" y="513"/>
                  </a:lnTo>
                  <a:lnTo>
                    <a:pt x="413" y="523"/>
                  </a:lnTo>
                  <a:lnTo>
                    <a:pt x="442" y="539"/>
                  </a:lnTo>
                  <a:lnTo>
                    <a:pt x="541" y="545"/>
                  </a:lnTo>
                  <a:lnTo>
                    <a:pt x="716" y="637"/>
                  </a:lnTo>
                  <a:lnTo>
                    <a:pt x="720" y="681"/>
                  </a:lnTo>
                  <a:lnTo>
                    <a:pt x="644" y="721"/>
                  </a:lnTo>
                  <a:lnTo>
                    <a:pt x="409" y="666"/>
                  </a:lnTo>
                  <a:lnTo>
                    <a:pt x="506" y="732"/>
                  </a:lnTo>
                  <a:lnTo>
                    <a:pt x="503" y="807"/>
                  </a:lnTo>
                  <a:lnTo>
                    <a:pt x="598" y="844"/>
                  </a:lnTo>
                  <a:lnTo>
                    <a:pt x="622" y="838"/>
                  </a:lnTo>
                  <a:lnTo>
                    <a:pt x="610" y="807"/>
                  </a:lnTo>
                  <a:lnTo>
                    <a:pt x="566" y="795"/>
                  </a:lnTo>
                  <a:lnTo>
                    <a:pt x="577" y="769"/>
                  </a:lnTo>
                  <a:lnTo>
                    <a:pt x="620" y="798"/>
                  </a:lnTo>
                  <a:lnTo>
                    <a:pt x="712" y="807"/>
                  </a:lnTo>
                  <a:lnTo>
                    <a:pt x="672" y="747"/>
                  </a:lnTo>
                  <a:lnTo>
                    <a:pt x="757" y="696"/>
                  </a:lnTo>
                  <a:lnTo>
                    <a:pt x="819" y="732"/>
                  </a:lnTo>
                  <a:lnTo>
                    <a:pt x="817" y="595"/>
                  </a:lnTo>
                  <a:lnTo>
                    <a:pt x="791" y="575"/>
                  </a:lnTo>
                  <a:lnTo>
                    <a:pt x="894" y="605"/>
                  </a:lnTo>
                  <a:lnTo>
                    <a:pt x="901" y="622"/>
                  </a:lnTo>
                  <a:lnTo>
                    <a:pt x="846" y="645"/>
                  </a:lnTo>
                  <a:lnTo>
                    <a:pt x="901" y="689"/>
                  </a:lnTo>
                  <a:lnTo>
                    <a:pt x="948" y="638"/>
                  </a:lnTo>
                  <a:lnTo>
                    <a:pt x="1140" y="558"/>
                  </a:lnTo>
                  <a:lnTo>
                    <a:pt x="1169" y="554"/>
                  </a:lnTo>
                  <a:lnTo>
                    <a:pt x="1140" y="568"/>
                  </a:lnTo>
                  <a:lnTo>
                    <a:pt x="1172" y="607"/>
                  </a:lnTo>
                  <a:lnTo>
                    <a:pt x="1311" y="554"/>
                  </a:lnTo>
                  <a:lnTo>
                    <a:pt x="1342" y="593"/>
                  </a:lnTo>
                  <a:lnTo>
                    <a:pt x="1375" y="564"/>
                  </a:lnTo>
                  <a:lnTo>
                    <a:pt x="1359" y="520"/>
                  </a:lnTo>
                  <a:lnTo>
                    <a:pt x="1378" y="506"/>
                  </a:lnTo>
                  <a:lnTo>
                    <a:pt x="1484" y="527"/>
                  </a:lnTo>
                  <a:lnTo>
                    <a:pt x="1624" y="604"/>
                  </a:lnTo>
                  <a:lnTo>
                    <a:pt x="1652" y="567"/>
                  </a:lnTo>
                  <a:lnTo>
                    <a:pt x="1621" y="528"/>
                  </a:lnTo>
                  <a:lnTo>
                    <a:pt x="1579" y="517"/>
                  </a:lnTo>
                  <a:lnTo>
                    <a:pt x="1595" y="457"/>
                  </a:lnTo>
                  <a:lnTo>
                    <a:pt x="1566" y="448"/>
                  </a:lnTo>
                  <a:lnTo>
                    <a:pt x="1576" y="421"/>
                  </a:lnTo>
                  <a:lnTo>
                    <a:pt x="1627" y="391"/>
                  </a:lnTo>
                  <a:lnTo>
                    <a:pt x="1660" y="318"/>
                  </a:lnTo>
                  <a:lnTo>
                    <a:pt x="1733" y="319"/>
                  </a:lnTo>
                  <a:lnTo>
                    <a:pt x="1767" y="330"/>
                  </a:lnTo>
                  <a:lnTo>
                    <a:pt x="1741" y="407"/>
                  </a:lnTo>
                  <a:lnTo>
                    <a:pt x="1771" y="446"/>
                  </a:lnTo>
                  <a:lnTo>
                    <a:pt x="1762" y="553"/>
                  </a:lnTo>
                  <a:lnTo>
                    <a:pt x="1797" y="590"/>
                  </a:lnTo>
                  <a:lnTo>
                    <a:pt x="1784" y="629"/>
                  </a:lnTo>
                  <a:lnTo>
                    <a:pt x="1729" y="659"/>
                  </a:lnTo>
                  <a:lnTo>
                    <a:pt x="1747" y="673"/>
                  </a:lnTo>
                  <a:lnTo>
                    <a:pt x="1674" y="688"/>
                  </a:lnTo>
                  <a:lnTo>
                    <a:pt x="1751" y="714"/>
                  </a:lnTo>
                  <a:lnTo>
                    <a:pt x="1837" y="629"/>
                  </a:lnTo>
                  <a:lnTo>
                    <a:pt x="1828" y="575"/>
                  </a:lnTo>
                  <a:lnTo>
                    <a:pt x="1858" y="567"/>
                  </a:lnTo>
                  <a:lnTo>
                    <a:pt x="1903" y="557"/>
                  </a:lnTo>
                  <a:lnTo>
                    <a:pt x="1925" y="587"/>
                  </a:lnTo>
                  <a:lnTo>
                    <a:pt x="1922" y="627"/>
                  </a:lnTo>
                  <a:lnTo>
                    <a:pt x="1979" y="640"/>
                  </a:lnTo>
                  <a:lnTo>
                    <a:pt x="1935" y="626"/>
                  </a:lnTo>
                  <a:lnTo>
                    <a:pt x="1954" y="602"/>
                  </a:lnTo>
                  <a:lnTo>
                    <a:pt x="1938" y="567"/>
                  </a:lnTo>
                  <a:lnTo>
                    <a:pt x="1807" y="543"/>
                  </a:lnTo>
                  <a:lnTo>
                    <a:pt x="1828" y="459"/>
                  </a:lnTo>
                  <a:lnTo>
                    <a:pt x="1782" y="407"/>
                  </a:lnTo>
                  <a:lnTo>
                    <a:pt x="1847" y="359"/>
                  </a:lnTo>
                  <a:lnTo>
                    <a:pt x="1839" y="325"/>
                  </a:lnTo>
                  <a:lnTo>
                    <a:pt x="1869" y="344"/>
                  </a:lnTo>
                  <a:lnTo>
                    <a:pt x="1854" y="411"/>
                  </a:lnTo>
                  <a:lnTo>
                    <a:pt x="1874" y="421"/>
                  </a:lnTo>
                  <a:lnTo>
                    <a:pt x="1962" y="441"/>
                  </a:lnTo>
                  <a:lnTo>
                    <a:pt x="1883" y="385"/>
                  </a:lnTo>
                  <a:lnTo>
                    <a:pt x="1943" y="388"/>
                  </a:lnTo>
                  <a:lnTo>
                    <a:pt x="1929" y="366"/>
                  </a:lnTo>
                  <a:lnTo>
                    <a:pt x="1962" y="355"/>
                  </a:lnTo>
                  <a:lnTo>
                    <a:pt x="2123" y="399"/>
                  </a:lnTo>
                  <a:lnTo>
                    <a:pt x="2093" y="428"/>
                  </a:lnTo>
                  <a:lnTo>
                    <a:pt x="2089" y="472"/>
                  </a:lnTo>
                  <a:lnTo>
                    <a:pt x="2122" y="496"/>
                  </a:lnTo>
                  <a:lnTo>
                    <a:pt x="2138" y="399"/>
                  </a:lnTo>
                  <a:lnTo>
                    <a:pt x="2050" y="349"/>
                  </a:lnTo>
                  <a:lnTo>
                    <a:pt x="2032" y="282"/>
                  </a:lnTo>
                  <a:lnTo>
                    <a:pt x="2237" y="257"/>
                  </a:lnTo>
                  <a:lnTo>
                    <a:pt x="2211" y="195"/>
                  </a:lnTo>
                  <a:lnTo>
                    <a:pt x="2237" y="209"/>
                  </a:lnTo>
                  <a:lnTo>
                    <a:pt x="2271" y="184"/>
                  </a:lnTo>
                  <a:lnTo>
                    <a:pt x="2247" y="177"/>
                  </a:lnTo>
                  <a:lnTo>
                    <a:pt x="2461" y="126"/>
                  </a:lnTo>
                  <a:lnTo>
                    <a:pt x="2443" y="113"/>
                  </a:lnTo>
                  <a:lnTo>
                    <a:pt x="2542" y="107"/>
                  </a:lnTo>
                  <a:lnTo>
                    <a:pt x="2541" y="124"/>
                  </a:lnTo>
                  <a:lnTo>
                    <a:pt x="2566" y="124"/>
                  </a:lnTo>
                  <a:lnTo>
                    <a:pt x="2637" y="102"/>
                  </a:lnTo>
                  <a:lnTo>
                    <a:pt x="2671" y="114"/>
                  </a:lnTo>
                  <a:lnTo>
                    <a:pt x="2640" y="87"/>
                  </a:lnTo>
                  <a:lnTo>
                    <a:pt x="2721" y="81"/>
                  </a:lnTo>
                  <a:lnTo>
                    <a:pt x="2724" y="47"/>
                  </a:lnTo>
                  <a:lnTo>
                    <a:pt x="2820" y="0"/>
                  </a:lnTo>
                  <a:lnTo>
                    <a:pt x="2886" y="27"/>
                  </a:lnTo>
                  <a:lnTo>
                    <a:pt x="2829" y="52"/>
                  </a:lnTo>
                  <a:lnTo>
                    <a:pt x="2926" y="51"/>
                  </a:lnTo>
                  <a:lnTo>
                    <a:pt x="2887" y="87"/>
                  </a:lnTo>
                  <a:lnTo>
                    <a:pt x="3052" y="69"/>
                  </a:lnTo>
                  <a:lnTo>
                    <a:pt x="3143" y="124"/>
                  </a:lnTo>
                  <a:lnTo>
                    <a:pt x="3129" y="144"/>
                  </a:lnTo>
                  <a:lnTo>
                    <a:pt x="3099" y="132"/>
                  </a:lnTo>
                  <a:lnTo>
                    <a:pt x="3140" y="150"/>
                  </a:lnTo>
                  <a:lnTo>
                    <a:pt x="3119" y="183"/>
                  </a:lnTo>
                  <a:lnTo>
                    <a:pt x="2820" y="342"/>
                  </a:lnTo>
                  <a:lnTo>
                    <a:pt x="2915" y="322"/>
                  </a:lnTo>
                  <a:lnTo>
                    <a:pt x="2895" y="301"/>
                  </a:lnTo>
                  <a:lnTo>
                    <a:pt x="3047" y="271"/>
                  </a:lnTo>
                  <a:lnTo>
                    <a:pt x="3005" y="276"/>
                  </a:lnTo>
                  <a:lnTo>
                    <a:pt x="3015" y="249"/>
                  </a:lnTo>
                  <a:lnTo>
                    <a:pt x="3099" y="271"/>
                  </a:lnTo>
                  <a:lnTo>
                    <a:pt x="3111" y="249"/>
                  </a:lnTo>
                  <a:lnTo>
                    <a:pt x="3130" y="301"/>
                  </a:lnTo>
                  <a:lnTo>
                    <a:pt x="3172" y="304"/>
                  </a:lnTo>
                  <a:lnTo>
                    <a:pt x="3133" y="283"/>
                  </a:lnTo>
                  <a:lnTo>
                    <a:pt x="3213" y="270"/>
                  </a:lnTo>
                  <a:lnTo>
                    <a:pt x="3309" y="282"/>
                  </a:lnTo>
                  <a:lnTo>
                    <a:pt x="3301" y="301"/>
                  </a:lnTo>
                  <a:lnTo>
                    <a:pt x="3385" y="318"/>
                  </a:lnTo>
                  <a:lnTo>
                    <a:pt x="3458" y="314"/>
                  </a:lnTo>
                  <a:lnTo>
                    <a:pt x="3460" y="264"/>
                  </a:lnTo>
                  <a:lnTo>
                    <a:pt x="3482" y="259"/>
                  </a:lnTo>
                  <a:lnTo>
                    <a:pt x="3668" y="314"/>
                  </a:lnTo>
                  <a:lnTo>
                    <a:pt x="3642" y="399"/>
                  </a:lnTo>
                  <a:lnTo>
                    <a:pt x="3728" y="457"/>
                  </a:lnTo>
                  <a:lnTo>
                    <a:pt x="3775" y="377"/>
                  </a:lnTo>
                  <a:lnTo>
                    <a:pt x="3807" y="411"/>
                  </a:lnTo>
                  <a:lnTo>
                    <a:pt x="3868" y="399"/>
                  </a:lnTo>
                  <a:lnTo>
                    <a:pt x="3951" y="428"/>
                  </a:lnTo>
                  <a:lnTo>
                    <a:pt x="4018" y="410"/>
                  </a:lnTo>
                  <a:lnTo>
                    <a:pt x="4011" y="377"/>
                  </a:lnTo>
                  <a:lnTo>
                    <a:pt x="4057" y="323"/>
                  </a:lnTo>
                  <a:lnTo>
                    <a:pt x="4334" y="362"/>
                  </a:lnTo>
                  <a:lnTo>
                    <a:pt x="4352" y="386"/>
                  </a:lnTo>
                  <a:lnTo>
                    <a:pt x="4318" y="397"/>
                  </a:lnTo>
                  <a:lnTo>
                    <a:pt x="4407" y="410"/>
                  </a:lnTo>
                  <a:lnTo>
                    <a:pt x="4440" y="448"/>
                  </a:lnTo>
                  <a:lnTo>
                    <a:pt x="4649" y="441"/>
                  </a:lnTo>
                  <a:lnTo>
                    <a:pt x="4687" y="472"/>
                  </a:lnTo>
                  <a:lnTo>
                    <a:pt x="4674" y="509"/>
                  </a:lnTo>
                  <a:lnTo>
                    <a:pt x="4734" y="535"/>
                  </a:lnTo>
                  <a:lnTo>
                    <a:pt x="4766" y="514"/>
                  </a:lnTo>
                  <a:lnTo>
                    <a:pt x="4914" y="529"/>
                  </a:lnTo>
                  <a:lnTo>
                    <a:pt x="4944" y="509"/>
                  </a:lnTo>
                  <a:lnTo>
                    <a:pt x="4962" y="542"/>
                  </a:lnTo>
                  <a:lnTo>
                    <a:pt x="5024" y="569"/>
                  </a:lnTo>
                  <a:lnTo>
                    <a:pt x="5053" y="550"/>
                  </a:lnTo>
                  <a:lnTo>
                    <a:pt x="5023" y="520"/>
                  </a:lnTo>
                  <a:lnTo>
                    <a:pt x="5041" y="496"/>
                  </a:lnTo>
                  <a:lnTo>
                    <a:pt x="5300" y="534"/>
                  </a:lnTo>
                  <a:lnTo>
                    <a:pt x="5472" y="630"/>
                  </a:lnTo>
                  <a:lnTo>
                    <a:pt x="5508" y="630"/>
                  </a:lnTo>
                  <a:lnTo>
                    <a:pt x="5552" y="708"/>
                  </a:lnTo>
                  <a:lnTo>
                    <a:pt x="5534" y="666"/>
                  </a:lnTo>
                  <a:lnTo>
                    <a:pt x="5562" y="662"/>
                  </a:lnTo>
                  <a:lnTo>
                    <a:pt x="5579" y="678"/>
                  </a:lnTo>
                  <a:lnTo>
                    <a:pt x="5629" y="673"/>
                  </a:lnTo>
                  <a:lnTo>
                    <a:pt x="5699" y="718"/>
                  </a:lnTo>
                  <a:lnTo>
                    <a:pt x="5599" y="767"/>
                  </a:lnTo>
                  <a:lnTo>
                    <a:pt x="5619" y="781"/>
                  </a:lnTo>
                  <a:lnTo>
                    <a:pt x="5584" y="791"/>
                  </a:lnTo>
                  <a:lnTo>
                    <a:pt x="5612" y="809"/>
                  </a:lnTo>
                  <a:lnTo>
                    <a:pt x="5552" y="810"/>
                  </a:lnTo>
                  <a:lnTo>
                    <a:pt x="5533" y="781"/>
                  </a:lnTo>
                  <a:lnTo>
                    <a:pt x="5509" y="792"/>
                  </a:lnTo>
                  <a:lnTo>
                    <a:pt x="5471" y="747"/>
                  </a:lnTo>
                  <a:lnTo>
                    <a:pt x="5403" y="748"/>
                  </a:lnTo>
                  <a:lnTo>
                    <a:pt x="5386" y="721"/>
                  </a:lnTo>
                  <a:lnTo>
                    <a:pt x="5402" y="708"/>
                  </a:lnTo>
                  <a:lnTo>
                    <a:pt x="5376" y="708"/>
                  </a:lnTo>
                  <a:lnTo>
                    <a:pt x="5354" y="718"/>
                  </a:lnTo>
                  <a:lnTo>
                    <a:pt x="5379" y="750"/>
                  </a:lnTo>
                  <a:lnTo>
                    <a:pt x="5364" y="769"/>
                  </a:lnTo>
                  <a:lnTo>
                    <a:pt x="5306" y="800"/>
                  </a:lnTo>
                  <a:lnTo>
                    <a:pt x="5267" y="794"/>
                  </a:lnTo>
                  <a:lnTo>
                    <a:pt x="5332" y="883"/>
                  </a:lnTo>
                  <a:lnTo>
                    <a:pt x="5321" y="917"/>
                  </a:lnTo>
                  <a:lnTo>
                    <a:pt x="5255" y="893"/>
                  </a:lnTo>
                  <a:lnTo>
                    <a:pt x="5258" y="906"/>
                  </a:lnTo>
                  <a:lnTo>
                    <a:pt x="5137" y="950"/>
                  </a:lnTo>
                  <a:lnTo>
                    <a:pt x="5030" y="1041"/>
                  </a:lnTo>
                  <a:lnTo>
                    <a:pt x="4957" y="1007"/>
                  </a:lnTo>
                  <a:lnTo>
                    <a:pt x="4890" y="1044"/>
                  </a:lnTo>
                  <a:lnTo>
                    <a:pt x="4890" y="1011"/>
                  </a:lnTo>
                  <a:lnTo>
                    <a:pt x="4851" y="1045"/>
                  </a:lnTo>
                  <a:lnTo>
                    <a:pt x="4804" y="1043"/>
                  </a:lnTo>
                  <a:lnTo>
                    <a:pt x="4753" y="1131"/>
                  </a:lnTo>
                  <a:lnTo>
                    <a:pt x="4793" y="1148"/>
                  </a:lnTo>
                  <a:lnTo>
                    <a:pt x="4777" y="1177"/>
                  </a:lnTo>
                  <a:lnTo>
                    <a:pt x="4796" y="1223"/>
                  </a:lnTo>
                  <a:lnTo>
                    <a:pt x="4762" y="1214"/>
                  </a:lnTo>
                  <a:lnTo>
                    <a:pt x="4741" y="1254"/>
                  </a:lnTo>
                  <a:lnTo>
                    <a:pt x="4755" y="1290"/>
                  </a:lnTo>
                  <a:lnTo>
                    <a:pt x="4682" y="1320"/>
                  </a:lnTo>
                  <a:lnTo>
                    <a:pt x="4687" y="1360"/>
                  </a:lnTo>
                  <a:lnTo>
                    <a:pt x="4639" y="1371"/>
                  </a:lnTo>
                  <a:lnTo>
                    <a:pt x="4626" y="1415"/>
                  </a:lnTo>
                  <a:lnTo>
                    <a:pt x="4582" y="1462"/>
                  </a:lnTo>
                  <a:lnTo>
                    <a:pt x="4545" y="1290"/>
                  </a:lnTo>
                  <a:lnTo>
                    <a:pt x="4549" y="1198"/>
                  </a:lnTo>
                  <a:lnTo>
                    <a:pt x="4582" y="1143"/>
                  </a:lnTo>
                  <a:lnTo>
                    <a:pt x="4633" y="1132"/>
                  </a:lnTo>
                  <a:lnTo>
                    <a:pt x="4751" y="1016"/>
                  </a:lnTo>
                  <a:lnTo>
                    <a:pt x="4807" y="993"/>
                  </a:lnTo>
                  <a:lnTo>
                    <a:pt x="4826" y="926"/>
                  </a:lnTo>
                  <a:lnTo>
                    <a:pt x="4851" y="908"/>
                  </a:lnTo>
                  <a:lnTo>
                    <a:pt x="4806" y="906"/>
                  </a:lnTo>
                  <a:lnTo>
                    <a:pt x="4792" y="961"/>
                  </a:lnTo>
                  <a:lnTo>
                    <a:pt x="4692" y="1008"/>
                  </a:lnTo>
                  <a:lnTo>
                    <a:pt x="4701" y="938"/>
                  </a:lnTo>
                  <a:lnTo>
                    <a:pt x="4594" y="953"/>
                  </a:lnTo>
                  <a:lnTo>
                    <a:pt x="4492" y="1044"/>
                  </a:lnTo>
                  <a:lnTo>
                    <a:pt x="4512" y="1081"/>
                  </a:lnTo>
                  <a:lnTo>
                    <a:pt x="4403" y="1093"/>
                  </a:lnTo>
                  <a:lnTo>
                    <a:pt x="4389" y="1082"/>
                  </a:lnTo>
                  <a:lnTo>
                    <a:pt x="4426" y="1077"/>
                  </a:lnTo>
                  <a:lnTo>
                    <a:pt x="4336" y="1054"/>
                  </a:lnTo>
                  <a:lnTo>
                    <a:pt x="4311" y="1077"/>
                  </a:lnTo>
                  <a:lnTo>
                    <a:pt x="4106" y="1078"/>
                  </a:lnTo>
                  <a:lnTo>
                    <a:pt x="3862" y="1287"/>
                  </a:lnTo>
                  <a:lnTo>
                    <a:pt x="3911" y="1296"/>
                  </a:lnTo>
                  <a:lnTo>
                    <a:pt x="3911" y="1333"/>
                  </a:lnTo>
                  <a:lnTo>
                    <a:pt x="3940" y="1309"/>
                  </a:lnTo>
                  <a:lnTo>
                    <a:pt x="3932" y="1341"/>
                  </a:lnTo>
                  <a:lnTo>
                    <a:pt x="3969" y="1323"/>
                  </a:lnTo>
                  <a:lnTo>
                    <a:pt x="3965" y="1344"/>
                  </a:lnTo>
                  <a:lnTo>
                    <a:pt x="3976" y="1309"/>
                  </a:lnTo>
                  <a:lnTo>
                    <a:pt x="4011" y="1311"/>
                  </a:lnTo>
                  <a:lnTo>
                    <a:pt x="4064" y="1355"/>
                  </a:lnTo>
                  <a:lnTo>
                    <a:pt x="4017" y="1359"/>
                  </a:lnTo>
                  <a:lnTo>
                    <a:pt x="4058" y="1373"/>
                  </a:lnTo>
                  <a:lnTo>
                    <a:pt x="4068" y="1403"/>
                  </a:lnTo>
                  <a:lnTo>
                    <a:pt x="4035" y="1469"/>
                  </a:lnTo>
                  <a:lnTo>
                    <a:pt x="4028" y="1568"/>
                  </a:lnTo>
                  <a:lnTo>
                    <a:pt x="3856" y="1776"/>
                  </a:lnTo>
                  <a:lnTo>
                    <a:pt x="3796" y="1803"/>
                  </a:lnTo>
                  <a:lnTo>
                    <a:pt x="3749" y="1776"/>
                  </a:lnTo>
                  <a:lnTo>
                    <a:pt x="3708" y="1816"/>
                  </a:lnTo>
                  <a:lnTo>
                    <a:pt x="3703" y="1807"/>
                  </a:lnTo>
                  <a:lnTo>
                    <a:pt x="3727" y="1776"/>
                  </a:lnTo>
                  <a:lnTo>
                    <a:pt x="3717" y="1723"/>
                  </a:lnTo>
                  <a:lnTo>
                    <a:pt x="3790" y="1703"/>
                  </a:lnTo>
                  <a:lnTo>
                    <a:pt x="3848" y="1564"/>
                  </a:lnTo>
                  <a:lnTo>
                    <a:pt x="3723" y="1597"/>
                  </a:lnTo>
                  <a:lnTo>
                    <a:pt x="3703" y="1545"/>
                  </a:lnTo>
                  <a:lnTo>
                    <a:pt x="3602" y="1513"/>
                  </a:lnTo>
                  <a:lnTo>
                    <a:pt x="3540" y="1370"/>
                  </a:lnTo>
                  <a:lnTo>
                    <a:pt x="3473" y="1344"/>
                  </a:lnTo>
                  <a:lnTo>
                    <a:pt x="3352" y="1382"/>
                  </a:lnTo>
                  <a:lnTo>
                    <a:pt x="3375" y="1413"/>
                  </a:lnTo>
                  <a:lnTo>
                    <a:pt x="3326" y="1498"/>
                  </a:lnTo>
                  <a:lnTo>
                    <a:pt x="3277" y="1520"/>
                  </a:lnTo>
                  <a:lnTo>
                    <a:pt x="3227" y="1501"/>
                  </a:lnTo>
                  <a:lnTo>
                    <a:pt x="3166" y="1491"/>
                  </a:lnTo>
                  <a:lnTo>
                    <a:pt x="3008" y="1529"/>
                  </a:lnTo>
                  <a:lnTo>
                    <a:pt x="2869" y="1473"/>
                  </a:lnTo>
                  <a:lnTo>
                    <a:pt x="2780" y="1481"/>
                  </a:lnTo>
                  <a:lnTo>
                    <a:pt x="2747" y="1435"/>
                  </a:lnTo>
                  <a:lnTo>
                    <a:pt x="2659" y="1403"/>
                  </a:lnTo>
                  <a:lnTo>
                    <a:pt x="2612" y="1436"/>
                  </a:lnTo>
                  <a:lnTo>
                    <a:pt x="2610" y="1499"/>
                  </a:lnTo>
                  <a:lnTo>
                    <a:pt x="2409" y="1472"/>
                  </a:lnTo>
                  <a:lnTo>
                    <a:pt x="2303" y="1529"/>
                  </a:lnTo>
                  <a:lnTo>
                    <a:pt x="2247" y="1553"/>
                  </a:lnTo>
                  <a:lnTo>
                    <a:pt x="2175" y="1507"/>
                  </a:lnTo>
                  <a:lnTo>
                    <a:pt x="2130" y="1532"/>
                  </a:lnTo>
                  <a:lnTo>
                    <a:pt x="2045" y="1501"/>
                  </a:lnTo>
                  <a:lnTo>
                    <a:pt x="2013" y="1498"/>
                  </a:lnTo>
                  <a:lnTo>
                    <a:pt x="1988" y="1448"/>
                  </a:lnTo>
                  <a:lnTo>
                    <a:pt x="1943" y="1448"/>
                  </a:lnTo>
                  <a:lnTo>
                    <a:pt x="1924" y="1457"/>
                  </a:lnTo>
                  <a:lnTo>
                    <a:pt x="1888" y="1419"/>
                  </a:lnTo>
                  <a:lnTo>
                    <a:pt x="1863" y="1429"/>
                  </a:lnTo>
                  <a:lnTo>
                    <a:pt x="1840" y="1441"/>
                  </a:lnTo>
                  <a:lnTo>
                    <a:pt x="1747" y="1363"/>
                  </a:lnTo>
                  <a:lnTo>
                    <a:pt x="1719" y="1356"/>
                  </a:lnTo>
                  <a:lnTo>
                    <a:pt x="1656" y="1297"/>
                  </a:lnTo>
                  <a:lnTo>
                    <a:pt x="1597" y="1333"/>
                  </a:lnTo>
                  <a:lnTo>
                    <a:pt x="1586" y="1308"/>
                  </a:lnTo>
                  <a:lnTo>
                    <a:pt x="1498" y="1305"/>
                  </a:lnTo>
                  <a:lnTo>
                    <a:pt x="1465" y="1261"/>
                  </a:lnTo>
                  <a:lnTo>
                    <a:pt x="1418" y="1265"/>
                  </a:lnTo>
                  <a:lnTo>
                    <a:pt x="1402" y="1283"/>
                  </a:lnTo>
                  <a:lnTo>
                    <a:pt x="1342" y="1294"/>
                  </a:lnTo>
                  <a:lnTo>
                    <a:pt x="1326" y="1283"/>
                  </a:lnTo>
                  <a:lnTo>
                    <a:pt x="1304" y="1316"/>
                  </a:lnTo>
                  <a:lnTo>
                    <a:pt x="1286" y="1308"/>
                  </a:lnTo>
                  <a:lnTo>
                    <a:pt x="1216" y="1318"/>
                  </a:lnTo>
                  <a:lnTo>
                    <a:pt x="1193" y="1308"/>
                  </a:lnTo>
                  <a:lnTo>
                    <a:pt x="1184" y="1318"/>
                  </a:lnTo>
                  <a:lnTo>
                    <a:pt x="1220" y="1356"/>
                  </a:lnTo>
                  <a:lnTo>
                    <a:pt x="1195" y="1378"/>
                  </a:lnTo>
                  <a:lnTo>
                    <a:pt x="1198" y="1410"/>
                  </a:lnTo>
                  <a:lnTo>
                    <a:pt x="1238" y="1411"/>
                  </a:lnTo>
                  <a:lnTo>
                    <a:pt x="1255" y="1441"/>
                  </a:lnTo>
                  <a:lnTo>
                    <a:pt x="1245" y="1463"/>
                  </a:lnTo>
                  <a:lnTo>
                    <a:pt x="1216" y="1448"/>
                  </a:lnTo>
                  <a:lnTo>
                    <a:pt x="1193" y="1462"/>
                  </a:lnTo>
                  <a:lnTo>
                    <a:pt x="1171" y="1450"/>
                  </a:lnTo>
                  <a:lnTo>
                    <a:pt x="1160" y="1429"/>
                  </a:lnTo>
                  <a:lnTo>
                    <a:pt x="1132" y="1441"/>
                  </a:lnTo>
                  <a:lnTo>
                    <a:pt x="1112" y="1430"/>
                  </a:lnTo>
                  <a:lnTo>
                    <a:pt x="1090" y="1448"/>
                  </a:lnTo>
                  <a:lnTo>
                    <a:pt x="1058" y="1452"/>
                  </a:lnTo>
                  <a:lnTo>
                    <a:pt x="1040" y="1429"/>
                  </a:lnTo>
                  <a:lnTo>
                    <a:pt x="932" y="1422"/>
                  </a:lnTo>
                  <a:lnTo>
                    <a:pt x="919" y="1435"/>
                  </a:lnTo>
                  <a:lnTo>
                    <a:pt x="908" y="1433"/>
                  </a:lnTo>
                  <a:lnTo>
                    <a:pt x="893" y="1458"/>
                  </a:lnTo>
                  <a:lnTo>
                    <a:pt x="894" y="1483"/>
                  </a:lnTo>
                  <a:lnTo>
                    <a:pt x="882" y="1484"/>
                  </a:lnTo>
                  <a:lnTo>
                    <a:pt x="872" y="1463"/>
                  </a:lnTo>
                  <a:lnTo>
                    <a:pt x="857" y="1466"/>
                  </a:lnTo>
                  <a:lnTo>
                    <a:pt x="853" y="1536"/>
                  </a:lnTo>
                  <a:lnTo>
                    <a:pt x="870" y="1558"/>
                  </a:lnTo>
                  <a:lnTo>
                    <a:pt x="870" y="1578"/>
                  </a:lnTo>
                  <a:lnTo>
                    <a:pt x="888" y="1575"/>
                  </a:lnTo>
                  <a:lnTo>
                    <a:pt x="908" y="1565"/>
                  </a:lnTo>
                  <a:lnTo>
                    <a:pt x="929" y="1597"/>
                  </a:lnTo>
                  <a:lnTo>
                    <a:pt x="944" y="1617"/>
                  </a:lnTo>
                  <a:lnTo>
                    <a:pt x="959" y="1644"/>
                  </a:lnTo>
                  <a:lnTo>
                    <a:pt x="982" y="1651"/>
                  </a:lnTo>
                  <a:lnTo>
                    <a:pt x="952" y="1671"/>
                  </a:lnTo>
                  <a:lnTo>
                    <a:pt x="930" y="1652"/>
                  </a:lnTo>
                  <a:lnTo>
                    <a:pt x="907" y="1732"/>
                  </a:lnTo>
                  <a:lnTo>
                    <a:pt x="934" y="1752"/>
                  </a:lnTo>
                  <a:lnTo>
                    <a:pt x="958" y="1829"/>
                  </a:lnTo>
                  <a:lnTo>
                    <a:pt x="936" y="1816"/>
                  </a:lnTo>
                  <a:lnTo>
                    <a:pt x="914" y="1807"/>
                  </a:lnTo>
                  <a:lnTo>
                    <a:pt x="888" y="1803"/>
                  </a:lnTo>
                  <a:lnTo>
                    <a:pt x="870" y="1795"/>
                  </a:lnTo>
                  <a:lnTo>
                    <a:pt x="852" y="1792"/>
                  </a:lnTo>
                  <a:lnTo>
                    <a:pt x="837" y="1765"/>
                  </a:lnTo>
                  <a:lnTo>
                    <a:pt x="802" y="1781"/>
                  </a:lnTo>
                  <a:lnTo>
                    <a:pt x="771" y="1780"/>
                  </a:lnTo>
                  <a:lnTo>
                    <a:pt x="750" y="1756"/>
                  </a:lnTo>
                  <a:lnTo>
                    <a:pt x="697" y="1734"/>
                  </a:lnTo>
                  <a:lnTo>
                    <a:pt x="643" y="1739"/>
                  </a:lnTo>
                  <a:lnTo>
                    <a:pt x="587" y="1700"/>
                  </a:lnTo>
                  <a:lnTo>
                    <a:pt x="631" y="1664"/>
                  </a:lnTo>
                  <a:lnTo>
                    <a:pt x="636" y="1634"/>
                  </a:lnTo>
                  <a:lnTo>
                    <a:pt x="635" y="1604"/>
                  </a:lnTo>
                  <a:lnTo>
                    <a:pt x="639" y="1580"/>
                  </a:lnTo>
                  <a:lnTo>
                    <a:pt x="668" y="1572"/>
                  </a:lnTo>
                  <a:lnTo>
                    <a:pt x="653" y="1525"/>
                  </a:lnTo>
                  <a:lnTo>
                    <a:pt x="618" y="1513"/>
                  </a:lnTo>
                  <a:lnTo>
                    <a:pt x="602" y="1505"/>
                  </a:lnTo>
                  <a:lnTo>
                    <a:pt x="578" y="1512"/>
                  </a:lnTo>
                  <a:lnTo>
                    <a:pt x="529" y="1499"/>
                  </a:lnTo>
                  <a:lnTo>
                    <a:pt x="489" y="1454"/>
                  </a:lnTo>
                  <a:lnTo>
                    <a:pt x="457" y="1440"/>
                  </a:lnTo>
                  <a:lnTo>
                    <a:pt x="442" y="1397"/>
                  </a:lnTo>
                  <a:lnTo>
                    <a:pt x="413" y="1393"/>
                  </a:lnTo>
                  <a:lnTo>
                    <a:pt x="387" y="1407"/>
                  </a:lnTo>
                  <a:lnTo>
                    <a:pt x="369" y="1415"/>
                  </a:lnTo>
                  <a:lnTo>
                    <a:pt x="361" y="1396"/>
                  </a:lnTo>
                  <a:lnTo>
                    <a:pt x="347" y="1377"/>
                  </a:lnTo>
                  <a:lnTo>
                    <a:pt x="386" y="1374"/>
                  </a:lnTo>
                  <a:lnTo>
                    <a:pt x="383" y="1362"/>
                  </a:lnTo>
                  <a:lnTo>
                    <a:pt x="374" y="1352"/>
                  </a:lnTo>
                  <a:lnTo>
                    <a:pt x="361" y="1342"/>
                  </a:lnTo>
                  <a:lnTo>
                    <a:pt x="341" y="1294"/>
                  </a:lnTo>
                  <a:lnTo>
                    <a:pt x="312" y="1268"/>
                  </a:lnTo>
                  <a:lnTo>
                    <a:pt x="282" y="1267"/>
                  </a:lnTo>
                  <a:lnTo>
                    <a:pt x="253" y="1267"/>
                  </a:lnTo>
                  <a:lnTo>
                    <a:pt x="231" y="1252"/>
                  </a:lnTo>
                  <a:lnTo>
                    <a:pt x="211" y="1249"/>
                  </a:lnTo>
                  <a:lnTo>
                    <a:pt x="194" y="1249"/>
                  </a:lnTo>
                  <a:lnTo>
                    <a:pt x="183" y="1261"/>
                  </a:lnTo>
                  <a:lnTo>
                    <a:pt x="162" y="1282"/>
                  </a:lnTo>
                  <a:lnTo>
                    <a:pt x="159" y="1303"/>
                  </a:lnTo>
                  <a:lnTo>
                    <a:pt x="150" y="1308"/>
                  </a:lnTo>
                  <a:lnTo>
                    <a:pt x="139" y="1341"/>
                  </a:lnTo>
                  <a:lnTo>
                    <a:pt x="130" y="1331"/>
                  </a:lnTo>
                  <a:lnTo>
                    <a:pt x="126" y="1319"/>
                  </a:lnTo>
                  <a:lnTo>
                    <a:pt x="0" y="1300"/>
                  </a:lnTo>
                  <a:close/>
                </a:path>
              </a:pathLst>
            </a:custGeom>
            <a:grpFill/>
            <a:ln w="3175">
              <a:solidFill>
                <a:schemeClr val="bg1"/>
              </a:solidFill>
              <a:prstDash val="solid"/>
              <a:round/>
            </a:ln>
          </p:spPr>
          <p:txBody>
            <a:bodyPr/>
            <a:lstStyle/>
            <a:p>
              <a:endParaRPr lang="en-US" dirty="0"/>
            </a:p>
          </p:txBody>
        </p:sp>
        <p:sp>
          <p:nvSpPr>
            <p:cNvPr id="250" name="22196199.625461.754.1259.55">
              <a:extLst>
                <a:ext uri="{FF2B5EF4-FFF2-40B4-BE49-F238E27FC236}">
                  <a16:creationId xmlns:a16="http://schemas.microsoft.com/office/drawing/2014/main" id="{EA7DC25A-12A8-3E02-9AB4-D1D44B57A474}"/>
                </a:ext>
              </a:extLst>
            </p:cNvPr>
            <p:cNvSpPr/>
            <p:nvPr>
              <p:custDataLst>
                <p:tags r:id="rId245"/>
              </p:custDataLst>
            </p:nvPr>
          </p:nvSpPr>
          <p:spPr bwMode="auto">
            <a:xfrm>
              <a:off x="4245" y="1870"/>
              <a:ext cx="55" cy="24"/>
            </a:xfrm>
            <a:custGeom>
              <a:avLst/>
              <a:gdLst>
                <a:gd name="T0" fmla="*/ 0 w 166"/>
                <a:gd name="T1" fmla="*/ 0 h 71"/>
                <a:gd name="T2" fmla="*/ 0 w 166"/>
                <a:gd name="T3" fmla="*/ 0 h 71"/>
                <a:gd name="T4" fmla="*/ 0 w 166"/>
                <a:gd name="T5" fmla="*/ 0 h 71"/>
                <a:gd name="T6" fmla="*/ 0 w 166"/>
                <a:gd name="T7" fmla="*/ 0 h 71"/>
                <a:gd name="T8" fmla="*/ 0 w 166"/>
                <a:gd name="T9" fmla="*/ 0 h 71"/>
                <a:gd name="T10" fmla="*/ 0 w 166"/>
                <a:gd name="T11" fmla="*/ 0 h 71"/>
                <a:gd name="T12" fmla="*/ 0 w 166"/>
                <a:gd name="T13" fmla="*/ 0 h 71"/>
                <a:gd name="T14" fmla="*/ 0 w 166"/>
                <a:gd name="T15" fmla="*/ 0 h 71"/>
                <a:gd name="T16" fmla="*/ 0 w 166"/>
                <a:gd name="T17" fmla="*/ 0 h 71"/>
                <a:gd name="T18" fmla="*/ 0 w 166"/>
                <a:gd name="T19" fmla="*/ 0 h 71"/>
                <a:gd name="T20" fmla="*/ 0 w 166"/>
                <a:gd name="T21" fmla="*/ 0 h 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 h="71">
                  <a:moveTo>
                    <a:pt x="0" y="51"/>
                  </a:moveTo>
                  <a:lnTo>
                    <a:pt x="34" y="34"/>
                  </a:lnTo>
                  <a:lnTo>
                    <a:pt x="8" y="21"/>
                  </a:lnTo>
                  <a:lnTo>
                    <a:pt x="128" y="0"/>
                  </a:lnTo>
                  <a:lnTo>
                    <a:pt x="148" y="1"/>
                  </a:lnTo>
                  <a:lnTo>
                    <a:pt x="125" y="19"/>
                  </a:lnTo>
                  <a:lnTo>
                    <a:pt x="166" y="18"/>
                  </a:lnTo>
                  <a:lnTo>
                    <a:pt x="59" y="59"/>
                  </a:lnTo>
                  <a:lnTo>
                    <a:pt x="34" y="71"/>
                  </a:lnTo>
                  <a:lnTo>
                    <a:pt x="40" y="54"/>
                  </a:lnTo>
                  <a:lnTo>
                    <a:pt x="0" y="51"/>
                  </a:lnTo>
                  <a:close/>
                </a:path>
              </a:pathLst>
            </a:custGeom>
            <a:grpFill/>
            <a:ln w="3175">
              <a:solidFill>
                <a:schemeClr val="bg1"/>
              </a:solidFill>
              <a:prstDash val="solid"/>
              <a:round/>
            </a:ln>
          </p:spPr>
          <p:txBody>
            <a:bodyPr/>
            <a:lstStyle/>
            <a:p>
              <a:endParaRPr lang="en-US" dirty="0"/>
            </a:p>
          </p:txBody>
        </p:sp>
        <p:sp>
          <p:nvSpPr>
            <p:cNvPr id="251" name="22197242.75464.8752.1253.6255">
              <a:extLst>
                <a:ext uri="{FF2B5EF4-FFF2-40B4-BE49-F238E27FC236}">
                  <a16:creationId xmlns:a16="http://schemas.microsoft.com/office/drawing/2014/main" id="{4E5F0EBC-07E4-D66C-11E5-FDE157637529}"/>
                </a:ext>
              </a:extLst>
            </p:cNvPr>
            <p:cNvSpPr/>
            <p:nvPr>
              <p:custDataLst>
                <p:tags r:id="rId246"/>
              </p:custDataLst>
            </p:nvPr>
          </p:nvSpPr>
          <p:spPr bwMode="auto">
            <a:xfrm>
              <a:off x="4263" y="2119"/>
              <a:ext cx="21" cy="12"/>
            </a:xfrm>
            <a:custGeom>
              <a:avLst/>
              <a:gdLst>
                <a:gd name="T0" fmla="*/ 0 w 66"/>
                <a:gd name="T1" fmla="*/ 0 h 38"/>
                <a:gd name="T2" fmla="*/ 0 w 66"/>
                <a:gd name="T3" fmla="*/ 0 h 38"/>
                <a:gd name="T4" fmla="*/ 0 w 66"/>
                <a:gd name="T5" fmla="*/ 0 h 38"/>
                <a:gd name="T6" fmla="*/ 0 w 66"/>
                <a:gd name="T7" fmla="*/ 0 h 3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 h="38">
                  <a:moveTo>
                    <a:pt x="0" y="38"/>
                  </a:moveTo>
                  <a:lnTo>
                    <a:pt x="19" y="0"/>
                  </a:lnTo>
                  <a:lnTo>
                    <a:pt x="66" y="21"/>
                  </a:lnTo>
                  <a:lnTo>
                    <a:pt x="0" y="38"/>
                  </a:lnTo>
                  <a:close/>
                </a:path>
              </a:pathLst>
            </a:custGeom>
            <a:grpFill/>
            <a:ln w="3175">
              <a:solidFill>
                <a:schemeClr val="bg1"/>
              </a:solidFill>
              <a:prstDash val="solid"/>
              <a:round/>
            </a:ln>
          </p:spPr>
          <p:txBody>
            <a:bodyPr/>
            <a:lstStyle/>
            <a:p>
              <a:endParaRPr lang="en-US" dirty="0"/>
            </a:p>
          </p:txBody>
        </p:sp>
        <p:sp>
          <p:nvSpPr>
            <p:cNvPr id="252" name="22198230471.1258.62511.3755">
              <a:extLst>
                <a:ext uri="{FF2B5EF4-FFF2-40B4-BE49-F238E27FC236}">
                  <a16:creationId xmlns:a16="http://schemas.microsoft.com/office/drawing/2014/main" id="{F276B609-6E6C-2BC2-2F25-C3930F13DDDB}"/>
                </a:ext>
              </a:extLst>
            </p:cNvPr>
            <p:cNvSpPr/>
            <p:nvPr>
              <p:custDataLst>
                <p:tags r:id="rId247"/>
              </p:custDataLst>
            </p:nvPr>
          </p:nvSpPr>
          <p:spPr bwMode="auto">
            <a:xfrm>
              <a:off x="4299" y="2045"/>
              <a:ext cx="66" cy="50"/>
            </a:xfrm>
            <a:custGeom>
              <a:avLst/>
              <a:gdLst>
                <a:gd name="T0" fmla="*/ 0 w 203"/>
                <a:gd name="T1" fmla="*/ 0 h 154"/>
                <a:gd name="T2" fmla="*/ 0 w 203"/>
                <a:gd name="T3" fmla="*/ 0 h 154"/>
                <a:gd name="T4" fmla="*/ 0 w 203"/>
                <a:gd name="T5" fmla="*/ 0 h 154"/>
                <a:gd name="T6" fmla="*/ 0 w 203"/>
                <a:gd name="T7" fmla="*/ 0 h 154"/>
                <a:gd name="T8" fmla="*/ 0 w 203"/>
                <a:gd name="T9" fmla="*/ 0 h 154"/>
                <a:gd name="T10" fmla="*/ 0 w 203"/>
                <a:gd name="T11" fmla="*/ 0 h 154"/>
                <a:gd name="T12" fmla="*/ 0 w 203"/>
                <a:gd name="T13" fmla="*/ 0 h 154"/>
                <a:gd name="T14" fmla="*/ 0 w 203"/>
                <a:gd name="T15" fmla="*/ 0 h 154"/>
                <a:gd name="T16" fmla="*/ 0 w 203"/>
                <a:gd name="T17" fmla="*/ 0 h 154"/>
                <a:gd name="T18" fmla="*/ 0 w 203"/>
                <a:gd name="T19" fmla="*/ 0 h 154"/>
                <a:gd name="T20" fmla="*/ 0 w 203"/>
                <a:gd name="T21" fmla="*/ 0 h 154"/>
                <a:gd name="T22" fmla="*/ 0 w 203"/>
                <a:gd name="T23" fmla="*/ 0 h 154"/>
                <a:gd name="T24" fmla="*/ 0 w 203"/>
                <a:gd name="T25" fmla="*/ 0 h 154"/>
                <a:gd name="T26" fmla="*/ 0 w 203"/>
                <a:gd name="T27" fmla="*/ 0 h 1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3" h="154">
                  <a:moveTo>
                    <a:pt x="0" y="76"/>
                  </a:moveTo>
                  <a:lnTo>
                    <a:pt x="16" y="109"/>
                  </a:lnTo>
                  <a:lnTo>
                    <a:pt x="38" y="98"/>
                  </a:lnTo>
                  <a:lnTo>
                    <a:pt x="63" y="120"/>
                  </a:lnTo>
                  <a:lnTo>
                    <a:pt x="82" y="109"/>
                  </a:lnTo>
                  <a:lnTo>
                    <a:pt x="75" y="147"/>
                  </a:lnTo>
                  <a:lnTo>
                    <a:pt x="203" y="154"/>
                  </a:lnTo>
                  <a:lnTo>
                    <a:pt x="154" y="127"/>
                  </a:lnTo>
                  <a:lnTo>
                    <a:pt x="129" y="79"/>
                  </a:lnTo>
                  <a:lnTo>
                    <a:pt x="132" y="29"/>
                  </a:lnTo>
                  <a:lnTo>
                    <a:pt x="163" y="0"/>
                  </a:lnTo>
                  <a:lnTo>
                    <a:pt x="52" y="10"/>
                  </a:lnTo>
                  <a:lnTo>
                    <a:pt x="26" y="76"/>
                  </a:lnTo>
                  <a:lnTo>
                    <a:pt x="0" y="76"/>
                  </a:lnTo>
                  <a:close/>
                </a:path>
              </a:pathLst>
            </a:custGeom>
            <a:grpFill/>
            <a:ln w="3175">
              <a:solidFill>
                <a:schemeClr val="bg1"/>
              </a:solidFill>
              <a:prstDash val="solid"/>
              <a:round/>
            </a:ln>
          </p:spPr>
          <p:txBody>
            <a:bodyPr/>
            <a:lstStyle/>
            <a:p>
              <a:endParaRPr lang="en-US" dirty="0"/>
            </a:p>
          </p:txBody>
        </p:sp>
        <p:sp>
          <p:nvSpPr>
            <p:cNvPr id="253" name="22199216475.12513.87528.755">
              <a:extLst>
                <a:ext uri="{FF2B5EF4-FFF2-40B4-BE49-F238E27FC236}">
                  <a16:creationId xmlns:a16="http://schemas.microsoft.com/office/drawing/2014/main" id="{DC68C466-0323-C363-52BD-46816EF0EC91}"/>
                </a:ext>
              </a:extLst>
            </p:cNvPr>
            <p:cNvSpPr/>
            <p:nvPr>
              <p:custDataLst>
                <p:tags r:id="rId248"/>
              </p:custDataLst>
            </p:nvPr>
          </p:nvSpPr>
          <p:spPr bwMode="auto">
            <a:xfrm>
              <a:off x="4322" y="1964"/>
              <a:ext cx="166" cy="81"/>
            </a:xfrm>
            <a:custGeom>
              <a:avLst/>
              <a:gdLst>
                <a:gd name="T0" fmla="*/ 0 w 513"/>
                <a:gd name="T1" fmla="*/ 0 h 249"/>
                <a:gd name="T2" fmla="*/ 0 w 513"/>
                <a:gd name="T3" fmla="*/ 0 h 249"/>
                <a:gd name="T4" fmla="*/ 0 w 513"/>
                <a:gd name="T5" fmla="*/ 0 h 249"/>
                <a:gd name="T6" fmla="*/ 0 w 513"/>
                <a:gd name="T7" fmla="*/ 0 h 249"/>
                <a:gd name="T8" fmla="*/ 0 w 513"/>
                <a:gd name="T9" fmla="*/ 0 h 249"/>
                <a:gd name="T10" fmla="*/ 0 w 513"/>
                <a:gd name="T11" fmla="*/ 0 h 249"/>
                <a:gd name="T12" fmla="*/ 0 w 513"/>
                <a:gd name="T13" fmla="*/ 0 h 249"/>
                <a:gd name="T14" fmla="*/ 0 w 513"/>
                <a:gd name="T15" fmla="*/ 0 h 249"/>
                <a:gd name="T16" fmla="*/ 0 w 513"/>
                <a:gd name="T17" fmla="*/ 0 h 249"/>
                <a:gd name="T18" fmla="*/ 0 w 513"/>
                <a:gd name="T19" fmla="*/ 0 h 249"/>
                <a:gd name="T20" fmla="*/ 0 w 513"/>
                <a:gd name="T21" fmla="*/ 0 h 249"/>
                <a:gd name="T22" fmla="*/ 0 w 513"/>
                <a:gd name="T23" fmla="*/ 0 h 249"/>
                <a:gd name="T24" fmla="*/ 0 w 513"/>
                <a:gd name="T25" fmla="*/ 0 h 249"/>
                <a:gd name="T26" fmla="*/ 0 w 513"/>
                <a:gd name="T27" fmla="*/ 0 h 249"/>
                <a:gd name="T28" fmla="*/ 0 w 513"/>
                <a:gd name="T29" fmla="*/ 0 h 249"/>
                <a:gd name="T30" fmla="*/ 0 w 513"/>
                <a:gd name="T31" fmla="*/ 0 h 249"/>
                <a:gd name="T32" fmla="*/ 0 w 513"/>
                <a:gd name="T33" fmla="*/ 0 h 249"/>
                <a:gd name="T34" fmla="*/ 0 w 513"/>
                <a:gd name="T35" fmla="*/ 0 h 249"/>
                <a:gd name="T36" fmla="*/ 0 w 513"/>
                <a:gd name="T37" fmla="*/ 0 h 249"/>
                <a:gd name="T38" fmla="*/ 0 w 513"/>
                <a:gd name="T39" fmla="*/ 0 h 249"/>
                <a:gd name="T40" fmla="*/ 0 w 513"/>
                <a:gd name="T41" fmla="*/ 0 h 249"/>
                <a:gd name="T42" fmla="*/ 0 w 513"/>
                <a:gd name="T43" fmla="*/ 0 h 249"/>
                <a:gd name="T44" fmla="*/ 0 w 513"/>
                <a:gd name="T45" fmla="*/ 0 h 249"/>
                <a:gd name="T46" fmla="*/ 0 w 513"/>
                <a:gd name="T47" fmla="*/ 0 h 249"/>
                <a:gd name="T48" fmla="*/ 0 w 513"/>
                <a:gd name="T49" fmla="*/ 0 h 249"/>
                <a:gd name="T50" fmla="*/ 0 w 513"/>
                <a:gd name="T51" fmla="*/ 0 h 249"/>
                <a:gd name="T52" fmla="*/ 0 w 513"/>
                <a:gd name="T53" fmla="*/ 0 h 249"/>
                <a:gd name="T54" fmla="*/ 0 w 513"/>
                <a:gd name="T55" fmla="*/ 0 h 249"/>
                <a:gd name="T56" fmla="*/ 0 w 513"/>
                <a:gd name="T57" fmla="*/ 0 h 249"/>
                <a:gd name="T58" fmla="*/ 0 w 513"/>
                <a:gd name="T59" fmla="*/ 0 h 24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513" h="249">
                  <a:moveTo>
                    <a:pt x="0" y="213"/>
                  </a:moveTo>
                  <a:lnTo>
                    <a:pt x="48" y="220"/>
                  </a:lnTo>
                  <a:lnTo>
                    <a:pt x="17" y="242"/>
                  </a:lnTo>
                  <a:lnTo>
                    <a:pt x="102" y="249"/>
                  </a:lnTo>
                  <a:lnTo>
                    <a:pt x="105" y="220"/>
                  </a:lnTo>
                  <a:lnTo>
                    <a:pt x="128" y="225"/>
                  </a:lnTo>
                  <a:lnTo>
                    <a:pt x="103" y="209"/>
                  </a:lnTo>
                  <a:lnTo>
                    <a:pt x="138" y="214"/>
                  </a:lnTo>
                  <a:lnTo>
                    <a:pt x="130" y="183"/>
                  </a:lnTo>
                  <a:lnTo>
                    <a:pt x="147" y="202"/>
                  </a:lnTo>
                  <a:lnTo>
                    <a:pt x="171" y="184"/>
                  </a:lnTo>
                  <a:lnTo>
                    <a:pt x="156" y="163"/>
                  </a:lnTo>
                  <a:lnTo>
                    <a:pt x="208" y="166"/>
                  </a:lnTo>
                  <a:lnTo>
                    <a:pt x="194" y="154"/>
                  </a:lnTo>
                  <a:lnTo>
                    <a:pt x="217" y="157"/>
                  </a:lnTo>
                  <a:lnTo>
                    <a:pt x="231" y="132"/>
                  </a:lnTo>
                  <a:lnTo>
                    <a:pt x="487" y="52"/>
                  </a:lnTo>
                  <a:lnTo>
                    <a:pt x="513" y="22"/>
                  </a:lnTo>
                  <a:lnTo>
                    <a:pt x="463" y="0"/>
                  </a:lnTo>
                  <a:lnTo>
                    <a:pt x="356" y="49"/>
                  </a:lnTo>
                  <a:lnTo>
                    <a:pt x="245" y="49"/>
                  </a:lnTo>
                  <a:lnTo>
                    <a:pt x="127" y="117"/>
                  </a:lnTo>
                  <a:lnTo>
                    <a:pt x="62" y="125"/>
                  </a:lnTo>
                  <a:lnTo>
                    <a:pt x="65" y="154"/>
                  </a:lnTo>
                  <a:lnTo>
                    <a:pt x="101" y="157"/>
                  </a:lnTo>
                  <a:lnTo>
                    <a:pt x="61" y="158"/>
                  </a:lnTo>
                  <a:lnTo>
                    <a:pt x="79" y="170"/>
                  </a:lnTo>
                  <a:lnTo>
                    <a:pt x="48" y="184"/>
                  </a:lnTo>
                  <a:lnTo>
                    <a:pt x="83" y="198"/>
                  </a:lnTo>
                  <a:lnTo>
                    <a:pt x="0" y="213"/>
                  </a:lnTo>
                  <a:close/>
                </a:path>
              </a:pathLst>
            </a:custGeom>
            <a:grpFill/>
            <a:ln w="3175">
              <a:solidFill>
                <a:schemeClr val="bg1"/>
              </a:solidFill>
              <a:prstDash val="solid"/>
              <a:round/>
            </a:ln>
          </p:spPr>
          <p:txBody>
            <a:bodyPr/>
            <a:lstStyle/>
            <a:p>
              <a:endParaRPr lang="en-US" dirty="0"/>
            </a:p>
          </p:txBody>
        </p:sp>
        <p:sp>
          <p:nvSpPr>
            <p:cNvPr id="254" name="22200197.5491.62535.55">
              <a:extLst>
                <a:ext uri="{FF2B5EF4-FFF2-40B4-BE49-F238E27FC236}">
                  <a16:creationId xmlns:a16="http://schemas.microsoft.com/office/drawing/2014/main" id="{61312B3C-5D5B-DA1F-C1ED-FB0662F54879}"/>
                </a:ext>
              </a:extLst>
            </p:cNvPr>
            <p:cNvSpPr/>
            <p:nvPr>
              <p:custDataLst>
                <p:tags r:id="rId249"/>
              </p:custDataLst>
            </p:nvPr>
          </p:nvSpPr>
          <p:spPr bwMode="auto">
            <a:xfrm>
              <a:off x="4417" y="1857"/>
              <a:ext cx="32" cy="18"/>
            </a:xfrm>
            <a:custGeom>
              <a:avLst/>
              <a:gdLst>
                <a:gd name="T0" fmla="*/ 0 w 99"/>
                <a:gd name="T1" fmla="*/ 0 h 51"/>
                <a:gd name="T2" fmla="*/ 0 w 99"/>
                <a:gd name="T3" fmla="*/ 0 h 51"/>
                <a:gd name="T4" fmla="*/ 0 w 99"/>
                <a:gd name="T5" fmla="*/ 0 h 51"/>
                <a:gd name="T6" fmla="*/ 0 w 99"/>
                <a:gd name="T7" fmla="*/ 0 h 51"/>
                <a:gd name="T8" fmla="*/ 0 w 99"/>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51">
                  <a:moveTo>
                    <a:pt x="0" y="36"/>
                  </a:moveTo>
                  <a:lnTo>
                    <a:pt x="31" y="51"/>
                  </a:lnTo>
                  <a:lnTo>
                    <a:pt x="99" y="33"/>
                  </a:lnTo>
                  <a:lnTo>
                    <a:pt x="58" y="0"/>
                  </a:lnTo>
                  <a:lnTo>
                    <a:pt x="0" y="36"/>
                  </a:lnTo>
                  <a:close/>
                </a:path>
              </a:pathLst>
            </a:custGeom>
            <a:grpFill/>
            <a:ln w="3175">
              <a:solidFill>
                <a:schemeClr val="bg1"/>
              </a:solidFill>
              <a:prstDash val="solid"/>
              <a:round/>
            </a:ln>
          </p:spPr>
          <p:txBody>
            <a:bodyPr/>
            <a:lstStyle/>
            <a:p>
              <a:endParaRPr lang="en-US" dirty="0"/>
            </a:p>
          </p:txBody>
        </p:sp>
        <p:sp>
          <p:nvSpPr>
            <p:cNvPr id="255" name="22201286.564020.255.8755">
              <a:extLst>
                <a:ext uri="{FF2B5EF4-FFF2-40B4-BE49-F238E27FC236}">
                  <a16:creationId xmlns:a16="http://schemas.microsoft.com/office/drawing/2014/main" id="{61B51BBA-3ADC-9EE1-9A56-DF50CD239E3E}"/>
                </a:ext>
              </a:extLst>
            </p:cNvPr>
            <p:cNvSpPr/>
            <p:nvPr>
              <p:custDataLst>
                <p:tags r:id="rId250"/>
              </p:custDataLst>
            </p:nvPr>
          </p:nvSpPr>
          <p:spPr bwMode="auto">
            <a:xfrm>
              <a:off x="5276" y="2372"/>
              <a:ext cx="34" cy="117"/>
            </a:xfrm>
            <a:custGeom>
              <a:avLst/>
              <a:gdLst>
                <a:gd name="T0" fmla="*/ 0 w 103"/>
                <a:gd name="T1" fmla="*/ 0 h 363"/>
                <a:gd name="T2" fmla="*/ 0 w 103"/>
                <a:gd name="T3" fmla="*/ 0 h 363"/>
                <a:gd name="T4" fmla="*/ 0 w 103"/>
                <a:gd name="T5" fmla="*/ 0 h 363"/>
                <a:gd name="T6" fmla="*/ 0 w 103"/>
                <a:gd name="T7" fmla="*/ 0 h 363"/>
                <a:gd name="T8" fmla="*/ 0 w 103"/>
                <a:gd name="T9" fmla="*/ 0 h 363"/>
                <a:gd name="T10" fmla="*/ 0 w 103"/>
                <a:gd name="T11" fmla="*/ 0 h 363"/>
                <a:gd name="T12" fmla="*/ 0 w 103"/>
                <a:gd name="T13" fmla="*/ 0 h 363"/>
                <a:gd name="T14" fmla="*/ 0 w 103"/>
                <a:gd name="T15" fmla="*/ 0 h 363"/>
                <a:gd name="T16" fmla="*/ 0 w 103"/>
                <a:gd name="T17" fmla="*/ 0 h 363"/>
                <a:gd name="T18" fmla="*/ 0 w 103"/>
                <a:gd name="T19" fmla="*/ 0 h 363"/>
                <a:gd name="T20" fmla="*/ 0 w 103"/>
                <a:gd name="T21" fmla="*/ 0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3" h="363">
                  <a:moveTo>
                    <a:pt x="0" y="92"/>
                  </a:moveTo>
                  <a:lnTo>
                    <a:pt x="18" y="137"/>
                  </a:lnTo>
                  <a:lnTo>
                    <a:pt x="18" y="363"/>
                  </a:lnTo>
                  <a:lnTo>
                    <a:pt x="36" y="335"/>
                  </a:lnTo>
                  <a:lnTo>
                    <a:pt x="62" y="353"/>
                  </a:lnTo>
                  <a:lnTo>
                    <a:pt x="32" y="291"/>
                  </a:lnTo>
                  <a:lnTo>
                    <a:pt x="48" y="228"/>
                  </a:lnTo>
                  <a:lnTo>
                    <a:pt x="103" y="247"/>
                  </a:lnTo>
                  <a:lnTo>
                    <a:pt x="51" y="128"/>
                  </a:lnTo>
                  <a:lnTo>
                    <a:pt x="36" y="0"/>
                  </a:lnTo>
                  <a:lnTo>
                    <a:pt x="0" y="92"/>
                  </a:lnTo>
                  <a:close/>
                </a:path>
              </a:pathLst>
            </a:custGeom>
            <a:grpFill/>
            <a:ln w="3175">
              <a:solidFill>
                <a:schemeClr val="bg1"/>
              </a:solidFill>
              <a:prstDash val="solid"/>
              <a:round/>
            </a:ln>
          </p:spPr>
          <p:txBody>
            <a:bodyPr/>
            <a:lstStyle/>
            <a:p>
              <a:endParaRPr lang="en-US" dirty="0"/>
            </a:p>
          </p:txBody>
        </p:sp>
        <p:sp>
          <p:nvSpPr>
            <p:cNvPr id="256" name="22202272.25411.2515.515.255">
              <a:extLst>
                <a:ext uri="{FF2B5EF4-FFF2-40B4-BE49-F238E27FC236}">
                  <a16:creationId xmlns:a16="http://schemas.microsoft.com/office/drawing/2014/main" id="{CE213034-E4A0-F211-5B25-9AB9FCD02E18}"/>
                </a:ext>
              </a:extLst>
            </p:cNvPr>
            <p:cNvSpPr/>
            <p:nvPr>
              <p:custDataLst>
                <p:tags r:id="rId251"/>
              </p:custDataLst>
            </p:nvPr>
          </p:nvSpPr>
          <p:spPr bwMode="auto">
            <a:xfrm>
              <a:off x="3953" y="2290"/>
              <a:ext cx="88" cy="89"/>
            </a:xfrm>
            <a:custGeom>
              <a:avLst/>
              <a:gdLst>
                <a:gd name="T0" fmla="*/ 0 w 272"/>
                <a:gd name="T1" fmla="*/ 0 h 277"/>
                <a:gd name="T2" fmla="*/ 0 w 272"/>
                <a:gd name="T3" fmla="*/ 0 h 277"/>
                <a:gd name="T4" fmla="*/ 0 w 272"/>
                <a:gd name="T5" fmla="*/ 0 h 277"/>
                <a:gd name="T6" fmla="*/ 0 w 272"/>
                <a:gd name="T7" fmla="*/ 0 h 277"/>
                <a:gd name="T8" fmla="*/ 0 w 272"/>
                <a:gd name="T9" fmla="*/ 0 h 277"/>
                <a:gd name="T10" fmla="*/ 0 w 272"/>
                <a:gd name="T11" fmla="*/ 0 h 277"/>
                <a:gd name="T12" fmla="*/ 0 w 272"/>
                <a:gd name="T13" fmla="*/ 0 h 277"/>
                <a:gd name="T14" fmla="*/ 0 w 272"/>
                <a:gd name="T15" fmla="*/ 0 h 277"/>
                <a:gd name="T16" fmla="*/ 0 w 272"/>
                <a:gd name="T17" fmla="*/ 0 h 277"/>
                <a:gd name="T18" fmla="*/ 0 w 272"/>
                <a:gd name="T19" fmla="*/ 0 h 277"/>
                <a:gd name="T20" fmla="*/ 0 w 272"/>
                <a:gd name="T21" fmla="*/ 0 h 277"/>
                <a:gd name="T22" fmla="*/ 0 w 272"/>
                <a:gd name="T23" fmla="*/ 0 h 277"/>
                <a:gd name="T24" fmla="*/ 0 w 272"/>
                <a:gd name="T25" fmla="*/ 0 h 277"/>
                <a:gd name="T26" fmla="*/ 0 w 272"/>
                <a:gd name="T27" fmla="*/ 0 h 277"/>
                <a:gd name="T28" fmla="*/ 0 w 272"/>
                <a:gd name="T29" fmla="*/ 0 h 277"/>
                <a:gd name="T30" fmla="*/ 0 w 272"/>
                <a:gd name="T31" fmla="*/ 0 h 277"/>
                <a:gd name="T32" fmla="*/ 0 w 272"/>
                <a:gd name="T33" fmla="*/ 0 h 277"/>
                <a:gd name="T34" fmla="*/ 0 w 272"/>
                <a:gd name="T35" fmla="*/ 0 h 277"/>
                <a:gd name="T36" fmla="*/ 0 w 272"/>
                <a:gd name="T37" fmla="*/ 0 h 2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72" h="277">
                  <a:moveTo>
                    <a:pt x="0" y="246"/>
                  </a:moveTo>
                  <a:lnTo>
                    <a:pt x="47" y="203"/>
                  </a:lnTo>
                  <a:lnTo>
                    <a:pt x="31" y="221"/>
                  </a:lnTo>
                  <a:lnTo>
                    <a:pt x="52" y="226"/>
                  </a:lnTo>
                  <a:lnTo>
                    <a:pt x="47" y="140"/>
                  </a:lnTo>
                  <a:lnTo>
                    <a:pt x="66" y="100"/>
                  </a:lnTo>
                  <a:lnTo>
                    <a:pt x="93" y="94"/>
                  </a:lnTo>
                  <a:lnTo>
                    <a:pt x="148" y="132"/>
                  </a:lnTo>
                  <a:lnTo>
                    <a:pt x="161" y="60"/>
                  </a:lnTo>
                  <a:lnTo>
                    <a:pt x="137" y="61"/>
                  </a:lnTo>
                  <a:lnTo>
                    <a:pt x="128" y="20"/>
                  </a:lnTo>
                  <a:lnTo>
                    <a:pt x="272" y="0"/>
                  </a:lnTo>
                  <a:lnTo>
                    <a:pt x="264" y="26"/>
                  </a:lnTo>
                  <a:lnTo>
                    <a:pt x="240" y="42"/>
                  </a:lnTo>
                  <a:lnTo>
                    <a:pt x="260" y="79"/>
                  </a:lnTo>
                  <a:lnTo>
                    <a:pt x="247" y="88"/>
                  </a:lnTo>
                  <a:lnTo>
                    <a:pt x="130" y="277"/>
                  </a:lnTo>
                  <a:lnTo>
                    <a:pt x="126" y="265"/>
                  </a:lnTo>
                  <a:lnTo>
                    <a:pt x="0" y="246"/>
                  </a:lnTo>
                  <a:close/>
                </a:path>
              </a:pathLst>
            </a:custGeom>
            <a:grpFill/>
            <a:ln w="3175">
              <a:solidFill>
                <a:schemeClr val="bg1"/>
              </a:solidFill>
              <a:prstDash val="solid"/>
              <a:round/>
            </a:ln>
          </p:spPr>
          <p:txBody>
            <a:bodyPr/>
            <a:lstStyle/>
            <a:p>
              <a:endParaRPr lang="en-US" dirty="0"/>
            </a:p>
          </p:txBody>
        </p:sp>
        <p:sp>
          <p:nvSpPr>
            <p:cNvPr id="257" name="22203276.125411.2512.2514.55">
              <a:extLst>
                <a:ext uri="{FF2B5EF4-FFF2-40B4-BE49-F238E27FC236}">
                  <a16:creationId xmlns:a16="http://schemas.microsoft.com/office/drawing/2014/main" id="{0045BB8A-BB7D-CEE7-3C5D-39AA4F99BF70}"/>
                </a:ext>
              </a:extLst>
            </p:cNvPr>
            <p:cNvSpPr/>
            <p:nvPr>
              <p:custDataLst>
                <p:tags r:id="rId252"/>
              </p:custDataLst>
            </p:nvPr>
          </p:nvSpPr>
          <p:spPr bwMode="auto">
            <a:xfrm>
              <a:off x="3953" y="2312"/>
              <a:ext cx="83" cy="71"/>
            </a:xfrm>
            <a:custGeom>
              <a:avLst/>
              <a:gdLst>
                <a:gd name="T0" fmla="*/ 0 w 257"/>
                <a:gd name="T1" fmla="*/ 0 h 217"/>
                <a:gd name="T2" fmla="*/ 0 w 257"/>
                <a:gd name="T3" fmla="*/ 0 h 217"/>
                <a:gd name="T4" fmla="*/ 0 w 257"/>
                <a:gd name="T5" fmla="*/ 0 h 217"/>
                <a:gd name="T6" fmla="*/ 0 w 257"/>
                <a:gd name="T7" fmla="*/ 0 h 217"/>
                <a:gd name="T8" fmla="*/ 0 w 257"/>
                <a:gd name="T9" fmla="*/ 0 h 217"/>
                <a:gd name="T10" fmla="*/ 0 w 257"/>
                <a:gd name="T11" fmla="*/ 0 h 217"/>
                <a:gd name="T12" fmla="*/ 0 w 257"/>
                <a:gd name="T13" fmla="*/ 0 h 217"/>
                <a:gd name="T14" fmla="*/ 0 w 257"/>
                <a:gd name="T15" fmla="*/ 0 h 217"/>
                <a:gd name="T16" fmla="*/ 0 w 257"/>
                <a:gd name="T17" fmla="*/ 0 h 217"/>
                <a:gd name="T18" fmla="*/ 0 w 257"/>
                <a:gd name="T19" fmla="*/ 0 h 217"/>
                <a:gd name="T20" fmla="*/ 0 w 257"/>
                <a:gd name="T21" fmla="*/ 0 h 217"/>
                <a:gd name="T22" fmla="*/ 0 w 257"/>
                <a:gd name="T23" fmla="*/ 0 h 217"/>
                <a:gd name="T24" fmla="*/ 0 w 257"/>
                <a:gd name="T25" fmla="*/ 0 h 217"/>
                <a:gd name="T26" fmla="*/ 0 w 257"/>
                <a:gd name="T27" fmla="*/ 0 h 217"/>
                <a:gd name="T28" fmla="*/ 0 w 257"/>
                <a:gd name="T29" fmla="*/ 0 h 217"/>
                <a:gd name="T30" fmla="*/ 0 w 257"/>
                <a:gd name="T31" fmla="*/ 0 h 217"/>
                <a:gd name="T32" fmla="*/ 0 w 257"/>
                <a:gd name="T33" fmla="*/ 0 h 217"/>
                <a:gd name="T34" fmla="*/ 0 w 257"/>
                <a:gd name="T35" fmla="*/ 0 h 217"/>
                <a:gd name="T36" fmla="*/ 0 w 257"/>
                <a:gd name="T37" fmla="*/ 0 h 217"/>
                <a:gd name="T38" fmla="*/ 0 w 257"/>
                <a:gd name="T39" fmla="*/ 0 h 217"/>
                <a:gd name="T40" fmla="*/ 0 w 257"/>
                <a:gd name="T41" fmla="*/ 0 h 217"/>
                <a:gd name="T42" fmla="*/ 0 w 257"/>
                <a:gd name="T43" fmla="*/ 0 h 217"/>
                <a:gd name="T44" fmla="*/ 0 w 257"/>
                <a:gd name="T45" fmla="*/ 0 h 217"/>
                <a:gd name="T46" fmla="*/ 0 w 257"/>
                <a:gd name="T47" fmla="*/ 0 h 217"/>
                <a:gd name="T48" fmla="*/ 0 w 257"/>
                <a:gd name="T49" fmla="*/ 0 h 217"/>
                <a:gd name="T50" fmla="*/ 0 w 257"/>
                <a:gd name="T51" fmla="*/ 0 h 21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57" h="216">
                  <a:moveTo>
                    <a:pt x="0" y="176"/>
                  </a:moveTo>
                  <a:lnTo>
                    <a:pt x="47" y="133"/>
                  </a:lnTo>
                  <a:lnTo>
                    <a:pt x="31" y="151"/>
                  </a:lnTo>
                  <a:lnTo>
                    <a:pt x="52" y="156"/>
                  </a:lnTo>
                  <a:lnTo>
                    <a:pt x="47" y="70"/>
                  </a:lnTo>
                  <a:lnTo>
                    <a:pt x="66" y="30"/>
                  </a:lnTo>
                  <a:lnTo>
                    <a:pt x="93" y="24"/>
                  </a:lnTo>
                  <a:lnTo>
                    <a:pt x="148" y="62"/>
                  </a:lnTo>
                  <a:lnTo>
                    <a:pt x="155" y="11"/>
                  </a:lnTo>
                  <a:lnTo>
                    <a:pt x="181" y="0"/>
                  </a:lnTo>
                  <a:lnTo>
                    <a:pt x="214" y="18"/>
                  </a:lnTo>
                  <a:lnTo>
                    <a:pt x="246" y="18"/>
                  </a:lnTo>
                  <a:lnTo>
                    <a:pt x="257" y="34"/>
                  </a:lnTo>
                  <a:lnTo>
                    <a:pt x="235" y="57"/>
                  </a:lnTo>
                  <a:lnTo>
                    <a:pt x="251" y="82"/>
                  </a:lnTo>
                  <a:lnTo>
                    <a:pt x="238" y="133"/>
                  </a:lnTo>
                  <a:lnTo>
                    <a:pt x="211" y="125"/>
                  </a:lnTo>
                  <a:lnTo>
                    <a:pt x="194" y="125"/>
                  </a:lnTo>
                  <a:lnTo>
                    <a:pt x="183" y="137"/>
                  </a:lnTo>
                  <a:lnTo>
                    <a:pt x="162" y="158"/>
                  </a:lnTo>
                  <a:lnTo>
                    <a:pt x="159" y="179"/>
                  </a:lnTo>
                  <a:lnTo>
                    <a:pt x="150" y="184"/>
                  </a:lnTo>
                  <a:lnTo>
                    <a:pt x="139" y="217"/>
                  </a:lnTo>
                  <a:lnTo>
                    <a:pt x="130" y="207"/>
                  </a:lnTo>
                  <a:lnTo>
                    <a:pt x="126" y="195"/>
                  </a:lnTo>
                  <a:lnTo>
                    <a:pt x="0" y="176"/>
                  </a:lnTo>
                  <a:close/>
                </a:path>
              </a:pathLst>
            </a:custGeom>
            <a:grpFill/>
            <a:ln w="3175">
              <a:solidFill>
                <a:schemeClr val="bg1"/>
              </a:solidFill>
              <a:prstDash val="solid"/>
              <a:round/>
            </a:ln>
          </p:spPr>
          <p:txBody>
            <a:bodyPr/>
            <a:lstStyle/>
            <a:p>
              <a:endParaRPr lang="en-US" dirty="0"/>
            </a:p>
          </p:txBody>
        </p:sp>
        <p:sp>
          <p:nvSpPr>
            <p:cNvPr id="258" name="22204280.25411.258.12510.3755">
              <a:extLst>
                <a:ext uri="{FF2B5EF4-FFF2-40B4-BE49-F238E27FC236}">
                  <a16:creationId xmlns:a16="http://schemas.microsoft.com/office/drawing/2014/main" id="{45252637-BBC9-AB64-7AB9-B0C77FE4A3C8}"/>
                </a:ext>
              </a:extLst>
            </p:cNvPr>
            <p:cNvSpPr/>
            <p:nvPr>
              <p:custDataLst>
                <p:tags r:id="rId253"/>
              </p:custDataLst>
            </p:nvPr>
          </p:nvSpPr>
          <p:spPr bwMode="auto">
            <a:xfrm>
              <a:off x="3953" y="2336"/>
              <a:ext cx="60" cy="47"/>
            </a:xfrm>
            <a:custGeom>
              <a:avLst/>
              <a:gdLst>
                <a:gd name="T0" fmla="*/ 0 w 183"/>
                <a:gd name="T1" fmla="*/ 0 h 143"/>
                <a:gd name="T2" fmla="*/ 0 w 183"/>
                <a:gd name="T3" fmla="*/ 0 h 143"/>
                <a:gd name="T4" fmla="*/ 0 w 183"/>
                <a:gd name="T5" fmla="*/ 0 h 143"/>
                <a:gd name="T6" fmla="*/ 0 w 183"/>
                <a:gd name="T7" fmla="*/ 0 h 143"/>
                <a:gd name="T8" fmla="*/ 0 w 183"/>
                <a:gd name="T9" fmla="*/ 0 h 143"/>
                <a:gd name="T10" fmla="*/ 0 w 183"/>
                <a:gd name="T11" fmla="*/ 0 h 143"/>
                <a:gd name="T12" fmla="*/ 0 w 183"/>
                <a:gd name="T13" fmla="*/ 0 h 143"/>
                <a:gd name="T14" fmla="*/ 0 w 183"/>
                <a:gd name="T15" fmla="*/ 0 h 143"/>
                <a:gd name="T16" fmla="*/ 0 w 183"/>
                <a:gd name="T17" fmla="*/ 0 h 143"/>
                <a:gd name="T18" fmla="*/ 0 w 183"/>
                <a:gd name="T19" fmla="*/ 0 h 143"/>
                <a:gd name="T20" fmla="*/ 0 w 183"/>
                <a:gd name="T21" fmla="*/ 0 h 143"/>
                <a:gd name="T22" fmla="*/ 0 w 183"/>
                <a:gd name="T23" fmla="*/ 0 h 143"/>
                <a:gd name="T24" fmla="*/ 0 w 183"/>
                <a:gd name="T25" fmla="*/ 0 h 143"/>
                <a:gd name="T26" fmla="*/ 0 w 183"/>
                <a:gd name="T27" fmla="*/ 0 h 143"/>
                <a:gd name="T28" fmla="*/ 0 w 183"/>
                <a:gd name="T29" fmla="*/ 0 h 1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83" h="143">
                  <a:moveTo>
                    <a:pt x="0" y="102"/>
                  </a:moveTo>
                  <a:lnTo>
                    <a:pt x="47" y="59"/>
                  </a:lnTo>
                  <a:lnTo>
                    <a:pt x="31" y="77"/>
                  </a:lnTo>
                  <a:lnTo>
                    <a:pt x="52" y="82"/>
                  </a:lnTo>
                  <a:lnTo>
                    <a:pt x="49" y="5"/>
                  </a:lnTo>
                  <a:lnTo>
                    <a:pt x="115" y="0"/>
                  </a:lnTo>
                  <a:lnTo>
                    <a:pt x="178" y="19"/>
                  </a:lnTo>
                  <a:lnTo>
                    <a:pt x="183" y="63"/>
                  </a:lnTo>
                  <a:lnTo>
                    <a:pt x="162" y="84"/>
                  </a:lnTo>
                  <a:lnTo>
                    <a:pt x="159" y="105"/>
                  </a:lnTo>
                  <a:lnTo>
                    <a:pt x="150" y="110"/>
                  </a:lnTo>
                  <a:lnTo>
                    <a:pt x="139" y="143"/>
                  </a:lnTo>
                  <a:lnTo>
                    <a:pt x="130" y="133"/>
                  </a:lnTo>
                  <a:lnTo>
                    <a:pt x="126" y="121"/>
                  </a:lnTo>
                  <a:lnTo>
                    <a:pt x="0" y="102"/>
                  </a:lnTo>
                  <a:close/>
                </a:path>
              </a:pathLst>
            </a:custGeom>
            <a:grpFill/>
            <a:ln w="3175">
              <a:solidFill>
                <a:schemeClr val="bg1"/>
              </a:solidFill>
              <a:prstDash val="solid"/>
              <a:round/>
            </a:ln>
          </p:spPr>
          <p:txBody>
            <a:bodyPr/>
            <a:lstStyle/>
            <a:p>
              <a:endParaRPr lang="en-US" dirty="0"/>
            </a:p>
          </p:txBody>
        </p:sp>
        <p:sp>
          <p:nvSpPr>
            <p:cNvPr id="259" name="22205283.625411.253.254.755">
              <a:extLst>
                <a:ext uri="{FF2B5EF4-FFF2-40B4-BE49-F238E27FC236}">
                  <a16:creationId xmlns:a16="http://schemas.microsoft.com/office/drawing/2014/main" id="{F62FF5B5-FC5C-9F63-FDBF-78AA544F8EC7}"/>
                </a:ext>
              </a:extLst>
            </p:cNvPr>
            <p:cNvSpPr/>
            <p:nvPr>
              <p:custDataLst>
                <p:tags r:id="rId254"/>
              </p:custDataLst>
            </p:nvPr>
          </p:nvSpPr>
          <p:spPr bwMode="auto">
            <a:xfrm>
              <a:off x="3953" y="2356"/>
              <a:ext cx="27" cy="18"/>
            </a:xfrm>
            <a:custGeom>
              <a:avLst/>
              <a:gdLst>
                <a:gd name="T0" fmla="*/ 0 w 82"/>
                <a:gd name="T1" fmla="*/ 0 h 58"/>
                <a:gd name="T2" fmla="*/ 0 w 82"/>
                <a:gd name="T3" fmla="*/ 0 h 58"/>
                <a:gd name="T4" fmla="*/ 0 w 82"/>
                <a:gd name="T5" fmla="*/ 0 h 58"/>
                <a:gd name="T6" fmla="*/ 0 w 82"/>
                <a:gd name="T7" fmla="*/ 0 h 58"/>
                <a:gd name="T8" fmla="*/ 0 w 82"/>
                <a:gd name="T9" fmla="*/ 0 h 58"/>
                <a:gd name="T10" fmla="*/ 0 w 82"/>
                <a:gd name="T11" fmla="*/ 0 h 58"/>
                <a:gd name="T12" fmla="*/ 0 w 82"/>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57">
                  <a:moveTo>
                    <a:pt x="0" y="43"/>
                  </a:moveTo>
                  <a:lnTo>
                    <a:pt x="47" y="0"/>
                  </a:lnTo>
                  <a:lnTo>
                    <a:pt x="31" y="18"/>
                  </a:lnTo>
                  <a:lnTo>
                    <a:pt x="52" y="23"/>
                  </a:lnTo>
                  <a:lnTo>
                    <a:pt x="77" y="19"/>
                  </a:lnTo>
                  <a:lnTo>
                    <a:pt x="82" y="58"/>
                  </a:lnTo>
                  <a:lnTo>
                    <a:pt x="0" y="43"/>
                  </a:lnTo>
                  <a:close/>
                </a:path>
              </a:pathLst>
            </a:custGeom>
            <a:grpFill/>
            <a:ln w="3175">
              <a:solidFill>
                <a:schemeClr val="bg1"/>
              </a:solidFill>
              <a:prstDash val="solid"/>
              <a:round/>
            </a:ln>
          </p:spPr>
          <p:txBody>
            <a:bodyPr/>
            <a:lstStyle/>
            <a:p>
              <a:endParaRPr lang="en-US" dirty="0"/>
            </a:p>
          </p:txBody>
        </p:sp>
      </p:grpSp>
      <p:grpSp>
        <p:nvGrpSpPr>
          <p:cNvPr id="294" name="Group 15">
            <a:extLst>
              <a:ext uri="{FF2B5EF4-FFF2-40B4-BE49-F238E27FC236}">
                <a16:creationId xmlns:a16="http://schemas.microsoft.com/office/drawing/2014/main" id="{37BBE5CA-9E31-335E-5B51-588CDC63EA9E}"/>
              </a:ext>
            </a:extLst>
          </p:cNvPr>
          <p:cNvGrpSpPr/>
          <p:nvPr/>
        </p:nvGrpSpPr>
        <p:grpSpPr>
          <a:xfrm>
            <a:off x="8453827" y="3794867"/>
            <a:ext cx="337727" cy="355594"/>
            <a:chOff x="8110838" y="3473770"/>
            <a:chExt cx="337727" cy="355594"/>
          </a:xfrm>
        </p:grpSpPr>
        <p:grpSp>
          <p:nvGrpSpPr>
            <p:cNvPr id="295" name="Group 873">
              <a:extLst>
                <a:ext uri="{FF2B5EF4-FFF2-40B4-BE49-F238E27FC236}">
                  <a16:creationId xmlns:a16="http://schemas.microsoft.com/office/drawing/2014/main" id="{9D50FA58-DCEF-6D5E-0C96-6E6E4D0D83CB}"/>
                </a:ext>
              </a:extLst>
            </p:cNvPr>
            <p:cNvGrpSpPr/>
            <p:nvPr/>
          </p:nvGrpSpPr>
          <p:grpSpPr>
            <a:xfrm>
              <a:off x="8110838" y="3473770"/>
              <a:ext cx="337727" cy="355594"/>
              <a:chOff x="5761200" y="4234595"/>
              <a:chExt cx="621549" cy="654432"/>
            </a:xfrm>
          </p:grpSpPr>
          <p:sp>
            <p:nvSpPr>
              <p:cNvPr id="297" name="Freeform 147">
                <a:extLst>
                  <a:ext uri="{FF2B5EF4-FFF2-40B4-BE49-F238E27FC236}">
                    <a16:creationId xmlns:a16="http://schemas.microsoft.com/office/drawing/2014/main" id="{94D1027F-0557-9743-09D5-B03D35FDF9BD}"/>
                  </a:ext>
                </a:extLst>
              </p:cNvPr>
              <p:cNvSpPr/>
              <p:nvPr/>
            </p:nvSpPr>
            <p:spPr bwMode="auto">
              <a:xfrm rot="4500000">
                <a:off x="5920408" y="4426685"/>
                <a:ext cx="367066" cy="557617"/>
              </a:xfrm>
              <a:custGeom>
                <a:avLst/>
                <a:gdLst>
                  <a:gd name="T0" fmla="*/ 170 w 421"/>
                  <a:gd name="T1" fmla="*/ 0 h 639"/>
                  <a:gd name="T2" fmla="*/ 46 w 421"/>
                  <a:gd name="T3" fmla="*/ 308 h 639"/>
                  <a:gd name="T4" fmla="*/ 0 w 421"/>
                  <a:gd name="T5" fmla="*/ 637 h 639"/>
                  <a:gd name="T6" fmla="*/ 35 w 421"/>
                  <a:gd name="T7" fmla="*/ 639 h 639"/>
                  <a:gd name="T8" fmla="*/ 329 w 421"/>
                  <a:gd name="T9" fmla="*/ 462 h 639"/>
                  <a:gd name="T10" fmla="*/ 421 w 421"/>
                  <a:gd name="T11" fmla="*/ 409 h 639"/>
                  <a:gd name="T12" fmla="*/ 368 w 421"/>
                  <a:gd name="T13" fmla="*/ 317 h 639"/>
                  <a:gd name="T14" fmla="*/ 170 w 421"/>
                  <a:gd name="T15" fmla="*/ 0 h 6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1" h="639">
                    <a:moveTo>
                      <a:pt x="170" y="0"/>
                    </a:moveTo>
                    <a:cubicBezTo>
                      <a:pt x="117" y="96"/>
                      <a:pt x="76" y="200"/>
                      <a:pt x="46" y="308"/>
                    </a:cubicBezTo>
                    <a:cubicBezTo>
                      <a:pt x="17" y="417"/>
                      <a:pt x="2" y="527"/>
                      <a:pt x="0" y="637"/>
                    </a:cubicBezTo>
                    <a:cubicBezTo>
                      <a:pt x="12" y="638"/>
                      <a:pt x="23" y="639"/>
                      <a:pt x="35" y="639"/>
                    </a:cubicBezTo>
                    <a:cubicBezTo>
                      <a:pt x="158" y="639"/>
                      <a:pt x="272" y="571"/>
                      <a:pt x="329" y="462"/>
                    </a:cubicBezTo>
                    <a:cubicBezTo>
                      <a:pt x="421" y="409"/>
                      <a:pt x="421" y="409"/>
                      <a:pt x="421" y="409"/>
                    </a:cubicBezTo>
                    <a:cubicBezTo>
                      <a:pt x="368" y="317"/>
                      <a:pt x="368" y="317"/>
                      <a:pt x="368" y="317"/>
                    </a:cubicBezTo>
                    <a:cubicBezTo>
                      <a:pt x="373" y="182"/>
                      <a:pt x="295" y="56"/>
                      <a:pt x="1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298" name="Freeform 148">
                <a:extLst>
                  <a:ext uri="{FF2B5EF4-FFF2-40B4-BE49-F238E27FC236}">
                    <a16:creationId xmlns:a16="http://schemas.microsoft.com/office/drawing/2014/main" id="{9A41561E-A03D-4A4B-68C5-98DF0077DA9C}"/>
                  </a:ext>
                </a:extLst>
              </p:cNvPr>
              <p:cNvSpPr/>
              <p:nvPr/>
            </p:nvSpPr>
            <p:spPr bwMode="auto">
              <a:xfrm rot="4500000">
                <a:off x="5842627" y="4153168"/>
                <a:ext cx="413595" cy="576450"/>
              </a:xfrm>
              <a:custGeom>
                <a:avLst/>
                <a:gdLst>
                  <a:gd name="T0" fmla="*/ 370 w 474"/>
                  <a:gd name="T1" fmla="*/ 0 h 661"/>
                  <a:gd name="T2" fmla="*/ 48 w 474"/>
                  <a:gd name="T3" fmla="*/ 248 h 661"/>
                  <a:gd name="T4" fmla="*/ 284 w 474"/>
                  <a:gd name="T5" fmla="*/ 656 h 661"/>
                  <a:gd name="T6" fmla="*/ 301 w 474"/>
                  <a:gd name="T7" fmla="*/ 661 h 661"/>
                  <a:gd name="T8" fmla="*/ 305 w 474"/>
                  <a:gd name="T9" fmla="*/ 645 h 661"/>
                  <a:gd name="T10" fmla="*/ 288 w 474"/>
                  <a:gd name="T11" fmla="*/ 641 h 661"/>
                  <a:gd name="T12" fmla="*/ 63 w 474"/>
                  <a:gd name="T13" fmla="*/ 252 h 661"/>
                  <a:gd name="T14" fmla="*/ 370 w 474"/>
                  <a:gd name="T15" fmla="*/ 16 h 661"/>
                  <a:gd name="T16" fmla="*/ 452 w 474"/>
                  <a:gd name="T17" fmla="*/ 27 h 661"/>
                  <a:gd name="T18" fmla="*/ 469 w 474"/>
                  <a:gd name="T19" fmla="*/ 32 h 661"/>
                  <a:gd name="T20" fmla="*/ 474 w 474"/>
                  <a:gd name="T21" fmla="*/ 17 h 661"/>
                  <a:gd name="T22" fmla="*/ 456 w 474"/>
                  <a:gd name="T23" fmla="*/ 12 h 661"/>
                  <a:gd name="T24" fmla="*/ 370 w 474"/>
                  <a:gd name="T25"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 h="661">
                    <a:moveTo>
                      <a:pt x="370" y="0"/>
                    </a:moveTo>
                    <a:cubicBezTo>
                      <a:pt x="223" y="0"/>
                      <a:pt x="87" y="99"/>
                      <a:pt x="48" y="248"/>
                    </a:cubicBezTo>
                    <a:cubicBezTo>
                      <a:pt x="0" y="426"/>
                      <a:pt x="106" y="609"/>
                      <a:pt x="284" y="656"/>
                    </a:cubicBezTo>
                    <a:cubicBezTo>
                      <a:pt x="289" y="658"/>
                      <a:pt x="295" y="659"/>
                      <a:pt x="301" y="661"/>
                    </a:cubicBezTo>
                    <a:cubicBezTo>
                      <a:pt x="305" y="645"/>
                      <a:pt x="305" y="645"/>
                      <a:pt x="305" y="645"/>
                    </a:cubicBezTo>
                    <a:cubicBezTo>
                      <a:pt x="299" y="644"/>
                      <a:pt x="293" y="643"/>
                      <a:pt x="288" y="641"/>
                    </a:cubicBezTo>
                    <a:cubicBezTo>
                      <a:pt x="118" y="596"/>
                      <a:pt x="18" y="421"/>
                      <a:pt x="63" y="252"/>
                    </a:cubicBezTo>
                    <a:cubicBezTo>
                      <a:pt x="101" y="110"/>
                      <a:pt x="230" y="16"/>
                      <a:pt x="370" y="16"/>
                    </a:cubicBezTo>
                    <a:cubicBezTo>
                      <a:pt x="397" y="16"/>
                      <a:pt x="425" y="20"/>
                      <a:pt x="452" y="27"/>
                    </a:cubicBezTo>
                    <a:cubicBezTo>
                      <a:pt x="458" y="29"/>
                      <a:pt x="463" y="30"/>
                      <a:pt x="469" y="32"/>
                    </a:cubicBezTo>
                    <a:cubicBezTo>
                      <a:pt x="474" y="17"/>
                      <a:pt x="474" y="17"/>
                      <a:pt x="474" y="17"/>
                    </a:cubicBezTo>
                    <a:cubicBezTo>
                      <a:pt x="468" y="15"/>
                      <a:pt x="462" y="13"/>
                      <a:pt x="456" y="12"/>
                    </a:cubicBezTo>
                    <a:cubicBezTo>
                      <a:pt x="427" y="4"/>
                      <a:pt x="398" y="0"/>
                      <a:pt x="3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299" name="Oval 149">
                <a:extLst>
                  <a:ext uri="{FF2B5EF4-FFF2-40B4-BE49-F238E27FC236}">
                    <a16:creationId xmlns:a16="http://schemas.microsoft.com/office/drawing/2014/main" id="{725D60FA-0EFD-47DB-F115-9A0C0126291A}"/>
                  </a:ext>
                </a:extLst>
              </p:cNvPr>
              <p:cNvSpPr>
                <a:spLocks noChangeArrowheads="1"/>
              </p:cNvSpPr>
              <p:nvPr/>
            </p:nvSpPr>
            <p:spPr bwMode="auto">
              <a:xfrm rot="4500000">
                <a:off x="5883128" y="4361103"/>
                <a:ext cx="385755" cy="386060"/>
              </a:xfrm>
              <a:prstGeom prst="ellipse">
                <a:avLst/>
              </a:prstGeom>
              <a:solidFill>
                <a:srgbClr val="F7F7F7"/>
              </a:solidFill>
              <a:ln>
                <a:noFill/>
              </a:ln>
              <a:effectLst/>
            </p:spPr>
            <p:txBody>
              <a:bodyPr vert="horz" wrap="square" lIns="91440" tIns="45720" rIns="91440" bIns="45720" numCol="1" anchor="t" anchorCtr="0" compatLnSpc="1"/>
              <a:lstStyle/>
              <a:p>
                <a:endParaRPr lang="zh-CN" altLang="en-US"/>
              </a:p>
            </p:txBody>
          </p:sp>
        </p:grpSp>
        <p:pic>
          <p:nvPicPr>
            <p:cNvPr id="296" name="Picture 14" descr="A red circle with a black background&#10;&#10;AI-generated content may be incorrect.">
              <a:extLst>
                <a:ext uri="{FF2B5EF4-FFF2-40B4-BE49-F238E27FC236}">
                  <a16:creationId xmlns:a16="http://schemas.microsoft.com/office/drawing/2014/main" id="{1DAECA68-594F-3FF4-F8E8-CB885A4D3E28}"/>
                </a:ext>
              </a:extLst>
            </p:cNvPr>
            <p:cNvPicPr>
              <a:picLocks noChangeAspect="1"/>
            </p:cNvPicPr>
            <p:nvPr/>
          </p:nvPicPr>
          <p:blipFill>
            <a:blip r:embed="rId290"/>
            <a:stretch>
              <a:fillRect/>
            </a:stretch>
          </p:blipFill>
          <p:spPr>
            <a:xfrm>
              <a:off x="8176193" y="3542439"/>
              <a:ext cx="210312" cy="210312"/>
            </a:xfrm>
            <a:prstGeom prst="rect">
              <a:avLst/>
            </a:prstGeom>
          </p:spPr>
        </p:pic>
      </p:grpSp>
      <p:grpSp>
        <p:nvGrpSpPr>
          <p:cNvPr id="300" name="Group 24">
            <a:extLst>
              <a:ext uri="{FF2B5EF4-FFF2-40B4-BE49-F238E27FC236}">
                <a16:creationId xmlns:a16="http://schemas.microsoft.com/office/drawing/2014/main" id="{12A2134E-91EE-6C44-8BB6-0ADD5EE07F3A}"/>
              </a:ext>
            </a:extLst>
          </p:cNvPr>
          <p:cNvGrpSpPr/>
          <p:nvPr/>
        </p:nvGrpSpPr>
        <p:grpSpPr>
          <a:xfrm>
            <a:off x="8131882" y="3897737"/>
            <a:ext cx="337727" cy="355594"/>
            <a:chOff x="7794467" y="3303270"/>
            <a:chExt cx="337727" cy="355594"/>
          </a:xfrm>
        </p:grpSpPr>
        <p:grpSp>
          <p:nvGrpSpPr>
            <p:cNvPr id="301" name="Group 17">
              <a:extLst>
                <a:ext uri="{FF2B5EF4-FFF2-40B4-BE49-F238E27FC236}">
                  <a16:creationId xmlns:a16="http://schemas.microsoft.com/office/drawing/2014/main" id="{53C7D2D8-52A4-D6FE-48DE-7387FD6CC749}"/>
                </a:ext>
              </a:extLst>
            </p:cNvPr>
            <p:cNvGrpSpPr/>
            <p:nvPr/>
          </p:nvGrpSpPr>
          <p:grpSpPr>
            <a:xfrm>
              <a:off x="7794467" y="3303270"/>
              <a:ext cx="337727" cy="355594"/>
              <a:chOff x="5761200" y="4234595"/>
              <a:chExt cx="621549" cy="654432"/>
            </a:xfrm>
          </p:grpSpPr>
          <p:sp>
            <p:nvSpPr>
              <p:cNvPr id="303" name="Freeform 147">
                <a:extLst>
                  <a:ext uri="{FF2B5EF4-FFF2-40B4-BE49-F238E27FC236}">
                    <a16:creationId xmlns:a16="http://schemas.microsoft.com/office/drawing/2014/main" id="{D6EADCCE-F120-DE2B-5C37-F3C97847A337}"/>
                  </a:ext>
                </a:extLst>
              </p:cNvPr>
              <p:cNvSpPr/>
              <p:nvPr/>
            </p:nvSpPr>
            <p:spPr bwMode="auto">
              <a:xfrm rot="4500000">
                <a:off x="5920408" y="4426685"/>
                <a:ext cx="367066" cy="557617"/>
              </a:xfrm>
              <a:custGeom>
                <a:avLst/>
                <a:gdLst>
                  <a:gd name="T0" fmla="*/ 170 w 421"/>
                  <a:gd name="T1" fmla="*/ 0 h 639"/>
                  <a:gd name="T2" fmla="*/ 46 w 421"/>
                  <a:gd name="T3" fmla="*/ 308 h 639"/>
                  <a:gd name="T4" fmla="*/ 0 w 421"/>
                  <a:gd name="T5" fmla="*/ 637 h 639"/>
                  <a:gd name="T6" fmla="*/ 35 w 421"/>
                  <a:gd name="T7" fmla="*/ 639 h 639"/>
                  <a:gd name="T8" fmla="*/ 329 w 421"/>
                  <a:gd name="T9" fmla="*/ 462 h 639"/>
                  <a:gd name="T10" fmla="*/ 421 w 421"/>
                  <a:gd name="T11" fmla="*/ 409 h 639"/>
                  <a:gd name="T12" fmla="*/ 368 w 421"/>
                  <a:gd name="T13" fmla="*/ 317 h 639"/>
                  <a:gd name="T14" fmla="*/ 170 w 421"/>
                  <a:gd name="T15" fmla="*/ 0 h 6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1" h="639">
                    <a:moveTo>
                      <a:pt x="170" y="0"/>
                    </a:moveTo>
                    <a:cubicBezTo>
                      <a:pt x="117" y="96"/>
                      <a:pt x="76" y="200"/>
                      <a:pt x="46" y="308"/>
                    </a:cubicBezTo>
                    <a:cubicBezTo>
                      <a:pt x="17" y="417"/>
                      <a:pt x="2" y="527"/>
                      <a:pt x="0" y="637"/>
                    </a:cubicBezTo>
                    <a:cubicBezTo>
                      <a:pt x="12" y="638"/>
                      <a:pt x="23" y="639"/>
                      <a:pt x="35" y="639"/>
                    </a:cubicBezTo>
                    <a:cubicBezTo>
                      <a:pt x="158" y="639"/>
                      <a:pt x="272" y="571"/>
                      <a:pt x="329" y="462"/>
                    </a:cubicBezTo>
                    <a:cubicBezTo>
                      <a:pt x="421" y="409"/>
                      <a:pt x="421" y="409"/>
                      <a:pt x="421" y="409"/>
                    </a:cubicBezTo>
                    <a:cubicBezTo>
                      <a:pt x="368" y="317"/>
                      <a:pt x="368" y="317"/>
                      <a:pt x="368" y="317"/>
                    </a:cubicBezTo>
                    <a:cubicBezTo>
                      <a:pt x="373" y="182"/>
                      <a:pt x="295" y="56"/>
                      <a:pt x="1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04" name="Freeform 148">
                <a:extLst>
                  <a:ext uri="{FF2B5EF4-FFF2-40B4-BE49-F238E27FC236}">
                    <a16:creationId xmlns:a16="http://schemas.microsoft.com/office/drawing/2014/main" id="{C5CA65F0-67AA-F009-D24D-A7F3E4D83220}"/>
                  </a:ext>
                </a:extLst>
              </p:cNvPr>
              <p:cNvSpPr/>
              <p:nvPr/>
            </p:nvSpPr>
            <p:spPr bwMode="auto">
              <a:xfrm rot="4500000">
                <a:off x="5842627" y="4153168"/>
                <a:ext cx="413595" cy="576450"/>
              </a:xfrm>
              <a:custGeom>
                <a:avLst/>
                <a:gdLst>
                  <a:gd name="T0" fmla="*/ 370 w 474"/>
                  <a:gd name="T1" fmla="*/ 0 h 661"/>
                  <a:gd name="T2" fmla="*/ 48 w 474"/>
                  <a:gd name="T3" fmla="*/ 248 h 661"/>
                  <a:gd name="T4" fmla="*/ 284 w 474"/>
                  <a:gd name="T5" fmla="*/ 656 h 661"/>
                  <a:gd name="T6" fmla="*/ 301 w 474"/>
                  <a:gd name="T7" fmla="*/ 661 h 661"/>
                  <a:gd name="T8" fmla="*/ 305 w 474"/>
                  <a:gd name="T9" fmla="*/ 645 h 661"/>
                  <a:gd name="T10" fmla="*/ 288 w 474"/>
                  <a:gd name="T11" fmla="*/ 641 h 661"/>
                  <a:gd name="T12" fmla="*/ 63 w 474"/>
                  <a:gd name="T13" fmla="*/ 252 h 661"/>
                  <a:gd name="T14" fmla="*/ 370 w 474"/>
                  <a:gd name="T15" fmla="*/ 16 h 661"/>
                  <a:gd name="T16" fmla="*/ 452 w 474"/>
                  <a:gd name="T17" fmla="*/ 27 h 661"/>
                  <a:gd name="T18" fmla="*/ 469 w 474"/>
                  <a:gd name="T19" fmla="*/ 32 h 661"/>
                  <a:gd name="T20" fmla="*/ 474 w 474"/>
                  <a:gd name="T21" fmla="*/ 17 h 661"/>
                  <a:gd name="T22" fmla="*/ 456 w 474"/>
                  <a:gd name="T23" fmla="*/ 12 h 661"/>
                  <a:gd name="T24" fmla="*/ 370 w 474"/>
                  <a:gd name="T25"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 h="661">
                    <a:moveTo>
                      <a:pt x="370" y="0"/>
                    </a:moveTo>
                    <a:cubicBezTo>
                      <a:pt x="223" y="0"/>
                      <a:pt x="87" y="99"/>
                      <a:pt x="48" y="248"/>
                    </a:cubicBezTo>
                    <a:cubicBezTo>
                      <a:pt x="0" y="426"/>
                      <a:pt x="106" y="609"/>
                      <a:pt x="284" y="656"/>
                    </a:cubicBezTo>
                    <a:cubicBezTo>
                      <a:pt x="289" y="658"/>
                      <a:pt x="295" y="659"/>
                      <a:pt x="301" y="661"/>
                    </a:cubicBezTo>
                    <a:cubicBezTo>
                      <a:pt x="305" y="645"/>
                      <a:pt x="305" y="645"/>
                      <a:pt x="305" y="645"/>
                    </a:cubicBezTo>
                    <a:cubicBezTo>
                      <a:pt x="299" y="644"/>
                      <a:pt x="293" y="643"/>
                      <a:pt x="288" y="641"/>
                    </a:cubicBezTo>
                    <a:cubicBezTo>
                      <a:pt x="118" y="596"/>
                      <a:pt x="18" y="421"/>
                      <a:pt x="63" y="252"/>
                    </a:cubicBezTo>
                    <a:cubicBezTo>
                      <a:pt x="101" y="110"/>
                      <a:pt x="230" y="16"/>
                      <a:pt x="370" y="16"/>
                    </a:cubicBezTo>
                    <a:cubicBezTo>
                      <a:pt x="397" y="16"/>
                      <a:pt x="425" y="20"/>
                      <a:pt x="452" y="27"/>
                    </a:cubicBezTo>
                    <a:cubicBezTo>
                      <a:pt x="458" y="29"/>
                      <a:pt x="463" y="30"/>
                      <a:pt x="469" y="32"/>
                    </a:cubicBezTo>
                    <a:cubicBezTo>
                      <a:pt x="474" y="17"/>
                      <a:pt x="474" y="17"/>
                      <a:pt x="474" y="17"/>
                    </a:cubicBezTo>
                    <a:cubicBezTo>
                      <a:pt x="468" y="15"/>
                      <a:pt x="462" y="13"/>
                      <a:pt x="456" y="12"/>
                    </a:cubicBezTo>
                    <a:cubicBezTo>
                      <a:pt x="427" y="4"/>
                      <a:pt x="398" y="0"/>
                      <a:pt x="3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05" name="Oval 149">
                <a:extLst>
                  <a:ext uri="{FF2B5EF4-FFF2-40B4-BE49-F238E27FC236}">
                    <a16:creationId xmlns:a16="http://schemas.microsoft.com/office/drawing/2014/main" id="{4D09AAA2-FBA7-9724-44E2-F5F93DF7CF59}"/>
                  </a:ext>
                </a:extLst>
              </p:cNvPr>
              <p:cNvSpPr>
                <a:spLocks noChangeArrowheads="1"/>
              </p:cNvSpPr>
              <p:nvPr/>
            </p:nvSpPr>
            <p:spPr bwMode="auto">
              <a:xfrm rot="4500000">
                <a:off x="5883128" y="4361103"/>
                <a:ext cx="385755" cy="386060"/>
              </a:xfrm>
              <a:prstGeom prst="ellipse">
                <a:avLst/>
              </a:prstGeom>
              <a:solidFill>
                <a:srgbClr val="F7F7F7"/>
              </a:solidFill>
              <a:ln>
                <a:noFill/>
              </a:ln>
              <a:effectLst/>
            </p:spPr>
            <p:txBody>
              <a:bodyPr vert="horz" wrap="square" lIns="91440" tIns="45720" rIns="91440" bIns="45720" numCol="1" anchor="t" anchorCtr="0" compatLnSpc="1"/>
              <a:lstStyle/>
              <a:p>
                <a:endParaRPr lang="zh-CN" altLang="en-US"/>
              </a:p>
            </p:txBody>
          </p:sp>
        </p:grpSp>
        <p:pic>
          <p:nvPicPr>
            <p:cNvPr id="302" name="Picture 23" descr="A flag in a circle&#10;&#10;AI-generated content may be incorrect.">
              <a:extLst>
                <a:ext uri="{FF2B5EF4-FFF2-40B4-BE49-F238E27FC236}">
                  <a16:creationId xmlns:a16="http://schemas.microsoft.com/office/drawing/2014/main" id="{98D78751-58F9-F777-88E8-3E5DEE0F0156}"/>
                </a:ext>
              </a:extLst>
            </p:cNvPr>
            <p:cNvPicPr>
              <a:picLocks noChangeAspect="1"/>
            </p:cNvPicPr>
            <p:nvPr/>
          </p:nvPicPr>
          <p:blipFill>
            <a:blip r:embed="rId291"/>
            <a:stretch>
              <a:fillRect/>
            </a:stretch>
          </p:blipFill>
          <p:spPr>
            <a:xfrm>
              <a:off x="7859822" y="3370034"/>
              <a:ext cx="210312" cy="210312"/>
            </a:xfrm>
            <a:prstGeom prst="rect">
              <a:avLst/>
            </a:prstGeom>
          </p:spPr>
        </p:pic>
      </p:grpSp>
      <p:grpSp>
        <p:nvGrpSpPr>
          <p:cNvPr id="306" name="Group 961">
            <a:extLst>
              <a:ext uri="{FF2B5EF4-FFF2-40B4-BE49-F238E27FC236}">
                <a16:creationId xmlns:a16="http://schemas.microsoft.com/office/drawing/2014/main" id="{87A20154-E7A4-2889-AA62-59630423BABF}"/>
              </a:ext>
            </a:extLst>
          </p:cNvPr>
          <p:cNvGrpSpPr/>
          <p:nvPr/>
        </p:nvGrpSpPr>
        <p:grpSpPr>
          <a:xfrm>
            <a:off x="8260623" y="4218115"/>
            <a:ext cx="337727" cy="355594"/>
            <a:chOff x="7512527" y="3590925"/>
            <a:chExt cx="337727" cy="355594"/>
          </a:xfrm>
        </p:grpSpPr>
        <p:grpSp>
          <p:nvGrpSpPr>
            <p:cNvPr id="307" name="Group 26">
              <a:extLst>
                <a:ext uri="{FF2B5EF4-FFF2-40B4-BE49-F238E27FC236}">
                  <a16:creationId xmlns:a16="http://schemas.microsoft.com/office/drawing/2014/main" id="{961A6DA1-A2D0-671A-9CE3-0EE060978558}"/>
                </a:ext>
              </a:extLst>
            </p:cNvPr>
            <p:cNvGrpSpPr/>
            <p:nvPr/>
          </p:nvGrpSpPr>
          <p:grpSpPr>
            <a:xfrm>
              <a:off x="7512527" y="3590925"/>
              <a:ext cx="337727" cy="355594"/>
              <a:chOff x="5761200" y="4234595"/>
              <a:chExt cx="621549" cy="654432"/>
            </a:xfrm>
          </p:grpSpPr>
          <p:sp>
            <p:nvSpPr>
              <p:cNvPr id="309" name="Freeform 147">
                <a:extLst>
                  <a:ext uri="{FF2B5EF4-FFF2-40B4-BE49-F238E27FC236}">
                    <a16:creationId xmlns:a16="http://schemas.microsoft.com/office/drawing/2014/main" id="{35C25354-B269-FFA9-D041-F37C22ED883D}"/>
                  </a:ext>
                </a:extLst>
              </p:cNvPr>
              <p:cNvSpPr/>
              <p:nvPr/>
            </p:nvSpPr>
            <p:spPr bwMode="auto">
              <a:xfrm rot="4500000">
                <a:off x="5920408" y="4426685"/>
                <a:ext cx="367066" cy="557617"/>
              </a:xfrm>
              <a:custGeom>
                <a:avLst/>
                <a:gdLst>
                  <a:gd name="T0" fmla="*/ 170 w 421"/>
                  <a:gd name="T1" fmla="*/ 0 h 639"/>
                  <a:gd name="T2" fmla="*/ 46 w 421"/>
                  <a:gd name="T3" fmla="*/ 308 h 639"/>
                  <a:gd name="T4" fmla="*/ 0 w 421"/>
                  <a:gd name="T5" fmla="*/ 637 h 639"/>
                  <a:gd name="T6" fmla="*/ 35 w 421"/>
                  <a:gd name="T7" fmla="*/ 639 h 639"/>
                  <a:gd name="T8" fmla="*/ 329 w 421"/>
                  <a:gd name="T9" fmla="*/ 462 h 639"/>
                  <a:gd name="T10" fmla="*/ 421 w 421"/>
                  <a:gd name="T11" fmla="*/ 409 h 639"/>
                  <a:gd name="T12" fmla="*/ 368 w 421"/>
                  <a:gd name="T13" fmla="*/ 317 h 639"/>
                  <a:gd name="T14" fmla="*/ 170 w 421"/>
                  <a:gd name="T15" fmla="*/ 0 h 6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1" h="639">
                    <a:moveTo>
                      <a:pt x="170" y="0"/>
                    </a:moveTo>
                    <a:cubicBezTo>
                      <a:pt x="117" y="96"/>
                      <a:pt x="76" y="200"/>
                      <a:pt x="46" y="308"/>
                    </a:cubicBezTo>
                    <a:cubicBezTo>
                      <a:pt x="17" y="417"/>
                      <a:pt x="2" y="527"/>
                      <a:pt x="0" y="637"/>
                    </a:cubicBezTo>
                    <a:cubicBezTo>
                      <a:pt x="12" y="638"/>
                      <a:pt x="23" y="639"/>
                      <a:pt x="35" y="639"/>
                    </a:cubicBezTo>
                    <a:cubicBezTo>
                      <a:pt x="158" y="639"/>
                      <a:pt x="272" y="571"/>
                      <a:pt x="329" y="462"/>
                    </a:cubicBezTo>
                    <a:cubicBezTo>
                      <a:pt x="421" y="409"/>
                      <a:pt x="421" y="409"/>
                      <a:pt x="421" y="409"/>
                    </a:cubicBezTo>
                    <a:cubicBezTo>
                      <a:pt x="368" y="317"/>
                      <a:pt x="368" y="317"/>
                      <a:pt x="368" y="317"/>
                    </a:cubicBezTo>
                    <a:cubicBezTo>
                      <a:pt x="373" y="182"/>
                      <a:pt x="295" y="56"/>
                      <a:pt x="1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10" name="Freeform 148">
                <a:extLst>
                  <a:ext uri="{FF2B5EF4-FFF2-40B4-BE49-F238E27FC236}">
                    <a16:creationId xmlns:a16="http://schemas.microsoft.com/office/drawing/2014/main" id="{C180DD49-AFE9-9827-9742-BACB3403B386}"/>
                  </a:ext>
                </a:extLst>
              </p:cNvPr>
              <p:cNvSpPr/>
              <p:nvPr/>
            </p:nvSpPr>
            <p:spPr bwMode="auto">
              <a:xfrm rot="4500000">
                <a:off x="5842627" y="4153168"/>
                <a:ext cx="413595" cy="576450"/>
              </a:xfrm>
              <a:custGeom>
                <a:avLst/>
                <a:gdLst>
                  <a:gd name="T0" fmla="*/ 370 w 474"/>
                  <a:gd name="T1" fmla="*/ 0 h 661"/>
                  <a:gd name="T2" fmla="*/ 48 w 474"/>
                  <a:gd name="T3" fmla="*/ 248 h 661"/>
                  <a:gd name="T4" fmla="*/ 284 w 474"/>
                  <a:gd name="T5" fmla="*/ 656 h 661"/>
                  <a:gd name="T6" fmla="*/ 301 w 474"/>
                  <a:gd name="T7" fmla="*/ 661 h 661"/>
                  <a:gd name="T8" fmla="*/ 305 w 474"/>
                  <a:gd name="T9" fmla="*/ 645 h 661"/>
                  <a:gd name="T10" fmla="*/ 288 w 474"/>
                  <a:gd name="T11" fmla="*/ 641 h 661"/>
                  <a:gd name="T12" fmla="*/ 63 w 474"/>
                  <a:gd name="T13" fmla="*/ 252 h 661"/>
                  <a:gd name="T14" fmla="*/ 370 w 474"/>
                  <a:gd name="T15" fmla="*/ 16 h 661"/>
                  <a:gd name="T16" fmla="*/ 452 w 474"/>
                  <a:gd name="T17" fmla="*/ 27 h 661"/>
                  <a:gd name="T18" fmla="*/ 469 w 474"/>
                  <a:gd name="T19" fmla="*/ 32 h 661"/>
                  <a:gd name="T20" fmla="*/ 474 w 474"/>
                  <a:gd name="T21" fmla="*/ 17 h 661"/>
                  <a:gd name="T22" fmla="*/ 456 w 474"/>
                  <a:gd name="T23" fmla="*/ 12 h 661"/>
                  <a:gd name="T24" fmla="*/ 370 w 474"/>
                  <a:gd name="T25"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 h="661">
                    <a:moveTo>
                      <a:pt x="370" y="0"/>
                    </a:moveTo>
                    <a:cubicBezTo>
                      <a:pt x="223" y="0"/>
                      <a:pt x="87" y="99"/>
                      <a:pt x="48" y="248"/>
                    </a:cubicBezTo>
                    <a:cubicBezTo>
                      <a:pt x="0" y="426"/>
                      <a:pt x="106" y="609"/>
                      <a:pt x="284" y="656"/>
                    </a:cubicBezTo>
                    <a:cubicBezTo>
                      <a:pt x="289" y="658"/>
                      <a:pt x="295" y="659"/>
                      <a:pt x="301" y="661"/>
                    </a:cubicBezTo>
                    <a:cubicBezTo>
                      <a:pt x="305" y="645"/>
                      <a:pt x="305" y="645"/>
                      <a:pt x="305" y="645"/>
                    </a:cubicBezTo>
                    <a:cubicBezTo>
                      <a:pt x="299" y="644"/>
                      <a:pt x="293" y="643"/>
                      <a:pt x="288" y="641"/>
                    </a:cubicBezTo>
                    <a:cubicBezTo>
                      <a:pt x="118" y="596"/>
                      <a:pt x="18" y="421"/>
                      <a:pt x="63" y="252"/>
                    </a:cubicBezTo>
                    <a:cubicBezTo>
                      <a:pt x="101" y="110"/>
                      <a:pt x="230" y="16"/>
                      <a:pt x="370" y="16"/>
                    </a:cubicBezTo>
                    <a:cubicBezTo>
                      <a:pt x="397" y="16"/>
                      <a:pt x="425" y="20"/>
                      <a:pt x="452" y="27"/>
                    </a:cubicBezTo>
                    <a:cubicBezTo>
                      <a:pt x="458" y="29"/>
                      <a:pt x="463" y="30"/>
                      <a:pt x="469" y="32"/>
                    </a:cubicBezTo>
                    <a:cubicBezTo>
                      <a:pt x="474" y="17"/>
                      <a:pt x="474" y="17"/>
                      <a:pt x="474" y="17"/>
                    </a:cubicBezTo>
                    <a:cubicBezTo>
                      <a:pt x="468" y="15"/>
                      <a:pt x="462" y="13"/>
                      <a:pt x="456" y="12"/>
                    </a:cubicBezTo>
                    <a:cubicBezTo>
                      <a:pt x="427" y="4"/>
                      <a:pt x="398" y="0"/>
                      <a:pt x="3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11" name="Oval 149">
                <a:extLst>
                  <a:ext uri="{FF2B5EF4-FFF2-40B4-BE49-F238E27FC236}">
                    <a16:creationId xmlns:a16="http://schemas.microsoft.com/office/drawing/2014/main" id="{BCA9858A-D06E-9E75-C03C-81CC351C7B7C}"/>
                  </a:ext>
                </a:extLst>
              </p:cNvPr>
              <p:cNvSpPr>
                <a:spLocks noChangeArrowheads="1"/>
              </p:cNvSpPr>
              <p:nvPr/>
            </p:nvSpPr>
            <p:spPr bwMode="auto">
              <a:xfrm rot="4500000">
                <a:off x="5883128" y="4361103"/>
                <a:ext cx="385755" cy="386060"/>
              </a:xfrm>
              <a:prstGeom prst="ellipse">
                <a:avLst/>
              </a:prstGeom>
              <a:solidFill>
                <a:srgbClr val="F7F7F7"/>
              </a:solidFill>
              <a:ln>
                <a:noFill/>
              </a:ln>
              <a:effectLst/>
            </p:spPr>
            <p:txBody>
              <a:bodyPr vert="horz" wrap="square" lIns="91440" tIns="45720" rIns="91440" bIns="45720" numCol="1" anchor="t" anchorCtr="0" compatLnSpc="1"/>
              <a:lstStyle/>
              <a:p>
                <a:endParaRPr lang="zh-CN" altLang="en-US"/>
              </a:p>
            </p:txBody>
          </p:sp>
        </p:grpSp>
        <p:pic>
          <p:nvPicPr>
            <p:cNvPr id="308" name="Picture 957" descr="A red circle with white flower on it&#10;&#10;AI-generated content may be incorrect.">
              <a:extLst>
                <a:ext uri="{FF2B5EF4-FFF2-40B4-BE49-F238E27FC236}">
                  <a16:creationId xmlns:a16="http://schemas.microsoft.com/office/drawing/2014/main" id="{3394159F-3EED-26DF-1330-082E19D7B612}"/>
                </a:ext>
              </a:extLst>
            </p:cNvPr>
            <p:cNvPicPr>
              <a:picLocks noChangeAspect="1"/>
            </p:cNvPicPr>
            <p:nvPr/>
          </p:nvPicPr>
          <p:blipFill>
            <a:blip r:embed="rId292"/>
            <a:stretch>
              <a:fillRect/>
            </a:stretch>
          </p:blipFill>
          <p:spPr>
            <a:xfrm>
              <a:off x="7577882" y="3661499"/>
              <a:ext cx="210312" cy="210312"/>
            </a:xfrm>
            <a:prstGeom prst="rect">
              <a:avLst/>
            </a:prstGeom>
          </p:spPr>
        </p:pic>
      </p:grpSp>
      <p:grpSp>
        <p:nvGrpSpPr>
          <p:cNvPr id="312" name="Group 1075">
            <a:extLst>
              <a:ext uri="{FF2B5EF4-FFF2-40B4-BE49-F238E27FC236}">
                <a16:creationId xmlns:a16="http://schemas.microsoft.com/office/drawing/2014/main" id="{C1B9D5EF-DE63-68CD-8672-BE80A7178B0F}"/>
              </a:ext>
            </a:extLst>
          </p:cNvPr>
          <p:cNvGrpSpPr/>
          <p:nvPr/>
        </p:nvGrpSpPr>
        <p:grpSpPr>
          <a:xfrm>
            <a:off x="7331323" y="4589310"/>
            <a:ext cx="337727" cy="355594"/>
            <a:chOff x="7314404" y="4077337"/>
            <a:chExt cx="337727" cy="355594"/>
          </a:xfrm>
        </p:grpSpPr>
        <p:grpSp>
          <p:nvGrpSpPr>
            <p:cNvPr id="313" name="Group 1068">
              <a:extLst>
                <a:ext uri="{FF2B5EF4-FFF2-40B4-BE49-F238E27FC236}">
                  <a16:creationId xmlns:a16="http://schemas.microsoft.com/office/drawing/2014/main" id="{19495099-7A80-DD32-9140-8672428EDD70}"/>
                </a:ext>
              </a:extLst>
            </p:cNvPr>
            <p:cNvGrpSpPr/>
            <p:nvPr/>
          </p:nvGrpSpPr>
          <p:grpSpPr>
            <a:xfrm>
              <a:off x="7314404" y="4077337"/>
              <a:ext cx="337727" cy="355594"/>
              <a:chOff x="5761191" y="4234587"/>
              <a:chExt cx="621549" cy="654430"/>
            </a:xfrm>
          </p:grpSpPr>
          <p:sp>
            <p:nvSpPr>
              <p:cNvPr id="315" name="Freeform 147">
                <a:extLst>
                  <a:ext uri="{FF2B5EF4-FFF2-40B4-BE49-F238E27FC236}">
                    <a16:creationId xmlns:a16="http://schemas.microsoft.com/office/drawing/2014/main" id="{2EBE2C89-8061-0777-51AB-67046A28E8BC}"/>
                  </a:ext>
                </a:extLst>
              </p:cNvPr>
              <p:cNvSpPr/>
              <p:nvPr/>
            </p:nvSpPr>
            <p:spPr bwMode="auto">
              <a:xfrm rot="4500000">
                <a:off x="5920399" y="4426676"/>
                <a:ext cx="367065" cy="557617"/>
              </a:xfrm>
              <a:custGeom>
                <a:avLst/>
                <a:gdLst>
                  <a:gd name="T0" fmla="*/ 170 w 421"/>
                  <a:gd name="T1" fmla="*/ 0 h 639"/>
                  <a:gd name="T2" fmla="*/ 46 w 421"/>
                  <a:gd name="T3" fmla="*/ 308 h 639"/>
                  <a:gd name="T4" fmla="*/ 0 w 421"/>
                  <a:gd name="T5" fmla="*/ 637 h 639"/>
                  <a:gd name="T6" fmla="*/ 35 w 421"/>
                  <a:gd name="T7" fmla="*/ 639 h 639"/>
                  <a:gd name="T8" fmla="*/ 329 w 421"/>
                  <a:gd name="T9" fmla="*/ 462 h 639"/>
                  <a:gd name="T10" fmla="*/ 421 w 421"/>
                  <a:gd name="T11" fmla="*/ 409 h 639"/>
                  <a:gd name="T12" fmla="*/ 368 w 421"/>
                  <a:gd name="T13" fmla="*/ 317 h 639"/>
                  <a:gd name="T14" fmla="*/ 170 w 421"/>
                  <a:gd name="T15" fmla="*/ 0 h 6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1" h="639">
                    <a:moveTo>
                      <a:pt x="170" y="0"/>
                    </a:moveTo>
                    <a:cubicBezTo>
                      <a:pt x="117" y="96"/>
                      <a:pt x="76" y="200"/>
                      <a:pt x="46" y="308"/>
                    </a:cubicBezTo>
                    <a:cubicBezTo>
                      <a:pt x="17" y="417"/>
                      <a:pt x="2" y="527"/>
                      <a:pt x="0" y="637"/>
                    </a:cubicBezTo>
                    <a:cubicBezTo>
                      <a:pt x="12" y="638"/>
                      <a:pt x="23" y="639"/>
                      <a:pt x="35" y="639"/>
                    </a:cubicBezTo>
                    <a:cubicBezTo>
                      <a:pt x="158" y="639"/>
                      <a:pt x="272" y="571"/>
                      <a:pt x="329" y="462"/>
                    </a:cubicBezTo>
                    <a:cubicBezTo>
                      <a:pt x="421" y="409"/>
                      <a:pt x="421" y="409"/>
                      <a:pt x="421" y="409"/>
                    </a:cubicBezTo>
                    <a:cubicBezTo>
                      <a:pt x="368" y="317"/>
                      <a:pt x="368" y="317"/>
                      <a:pt x="368" y="317"/>
                    </a:cubicBezTo>
                    <a:cubicBezTo>
                      <a:pt x="373" y="182"/>
                      <a:pt x="295" y="56"/>
                      <a:pt x="1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16" name="Freeform 148">
                <a:extLst>
                  <a:ext uri="{FF2B5EF4-FFF2-40B4-BE49-F238E27FC236}">
                    <a16:creationId xmlns:a16="http://schemas.microsoft.com/office/drawing/2014/main" id="{D95646C1-0747-45DB-8D6B-E55B766962FA}"/>
                  </a:ext>
                </a:extLst>
              </p:cNvPr>
              <p:cNvSpPr/>
              <p:nvPr/>
            </p:nvSpPr>
            <p:spPr bwMode="auto">
              <a:xfrm rot="4500000">
                <a:off x="5842619" y="4153159"/>
                <a:ext cx="413594" cy="576450"/>
              </a:xfrm>
              <a:custGeom>
                <a:avLst/>
                <a:gdLst>
                  <a:gd name="T0" fmla="*/ 370 w 474"/>
                  <a:gd name="T1" fmla="*/ 0 h 661"/>
                  <a:gd name="T2" fmla="*/ 48 w 474"/>
                  <a:gd name="T3" fmla="*/ 248 h 661"/>
                  <a:gd name="T4" fmla="*/ 284 w 474"/>
                  <a:gd name="T5" fmla="*/ 656 h 661"/>
                  <a:gd name="T6" fmla="*/ 301 w 474"/>
                  <a:gd name="T7" fmla="*/ 661 h 661"/>
                  <a:gd name="T8" fmla="*/ 305 w 474"/>
                  <a:gd name="T9" fmla="*/ 645 h 661"/>
                  <a:gd name="T10" fmla="*/ 288 w 474"/>
                  <a:gd name="T11" fmla="*/ 641 h 661"/>
                  <a:gd name="T12" fmla="*/ 63 w 474"/>
                  <a:gd name="T13" fmla="*/ 252 h 661"/>
                  <a:gd name="T14" fmla="*/ 370 w 474"/>
                  <a:gd name="T15" fmla="*/ 16 h 661"/>
                  <a:gd name="T16" fmla="*/ 452 w 474"/>
                  <a:gd name="T17" fmla="*/ 27 h 661"/>
                  <a:gd name="T18" fmla="*/ 469 w 474"/>
                  <a:gd name="T19" fmla="*/ 32 h 661"/>
                  <a:gd name="T20" fmla="*/ 474 w 474"/>
                  <a:gd name="T21" fmla="*/ 17 h 661"/>
                  <a:gd name="T22" fmla="*/ 456 w 474"/>
                  <a:gd name="T23" fmla="*/ 12 h 661"/>
                  <a:gd name="T24" fmla="*/ 370 w 474"/>
                  <a:gd name="T25"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 h="661">
                    <a:moveTo>
                      <a:pt x="370" y="0"/>
                    </a:moveTo>
                    <a:cubicBezTo>
                      <a:pt x="223" y="0"/>
                      <a:pt x="87" y="99"/>
                      <a:pt x="48" y="248"/>
                    </a:cubicBezTo>
                    <a:cubicBezTo>
                      <a:pt x="0" y="426"/>
                      <a:pt x="106" y="609"/>
                      <a:pt x="284" y="656"/>
                    </a:cubicBezTo>
                    <a:cubicBezTo>
                      <a:pt x="289" y="658"/>
                      <a:pt x="295" y="659"/>
                      <a:pt x="301" y="661"/>
                    </a:cubicBezTo>
                    <a:cubicBezTo>
                      <a:pt x="305" y="645"/>
                      <a:pt x="305" y="645"/>
                      <a:pt x="305" y="645"/>
                    </a:cubicBezTo>
                    <a:cubicBezTo>
                      <a:pt x="299" y="644"/>
                      <a:pt x="293" y="643"/>
                      <a:pt x="288" y="641"/>
                    </a:cubicBezTo>
                    <a:cubicBezTo>
                      <a:pt x="118" y="596"/>
                      <a:pt x="18" y="421"/>
                      <a:pt x="63" y="252"/>
                    </a:cubicBezTo>
                    <a:cubicBezTo>
                      <a:pt x="101" y="110"/>
                      <a:pt x="230" y="16"/>
                      <a:pt x="370" y="16"/>
                    </a:cubicBezTo>
                    <a:cubicBezTo>
                      <a:pt x="397" y="16"/>
                      <a:pt x="425" y="20"/>
                      <a:pt x="452" y="27"/>
                    </a:cubicBezTo>
                    <a:cubicBezTo>
                      <a:pt x="458" y="29"/>
                      <a:pt x="463" y="30"/>
                      <a:pt x="469" y="32"/>
                    </a:cubicBezTo>
                    <a:cubicBezTo>
                      <a:pt x="474" y="17"/>
                      <a:pt x="474" y="17"/>
                      <a:pt x="474" y="17"/>
                    </a:cubicBezTo>
                    <a:cubicBezTo>
                      <a:pt x="468" y="15"/>
                      <a:pt x="462" y="13"/>
                      <a:pt x="456" y="12"/>
                    </a:cubicBezTo>
                    <a:cubicBezTo>
                      <a:pt x="427" y="4"/>
                      <a:pt x="398" y="0"/>
                      <a:pt x="3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17" name="Oval 149">
                <a:extLst>
                  <a:ext uri="{FF2B5EF4-FFF2-40B4-BE49-F238E27FC236}">
                    <a16:creationId xmlns:a16="http://schemas.microsoft.com/office/drawing/2014/main" id="{E0399A59-BB37-0797-5F7E-76E3BFCA2EAD}"/>
                  </a:ext>
                </a:extLst>
              </p:cNvPr>
              <p:cNvSpPr>
                <a:spLocks noChangeArrowheads="1"/>
              </p:cNvSpPr>
              <p:nvPr/>
            </p:nvSpPr>
            <p:spPr bwMode="auto">
              <a:xfrm rot="4500000">
                <a:off x="5883127" y="4361104"/>
                <a:ext cx="385755" cy="386060"/>
              </a:xfrm>
              <a:prstGeom prst="ellipse">
                <a:avLst/>
              </a:prstGeom>
              <a:solidFill>
                <a:srgbClr val="F7F7F7"/>
              </a:solidFill>
              <a:ln>
                <a:noFill/>
              </a:ln>
              <a:effectLst/>
            </p:spPr>
            <p:txBody>
              <a:bodyPr vert="horz" wrap="square" lIns="91440" tIns="45720" rIns="91440" bIns="45720" numCol="1" anchor="t" anchorCtr="0" compatLnSpc="1"/>
              <a:lstStyle/>
              <a:p>
                <a:endParaRPr lang="zh-CN" altLang="en-US"/>
              </a:p>
            </p:txBody>
          </p:sp>
        </p:grpSp>
        <p:pic>
          <p:nvPicPr>
            <p:cNvPr id="314" name="Picture 1074" descr="A red white and black flag&#10;&#10;AI-generated content may be incorrect.">
              <a:extLst>
                <a:ext uri="{FF2B5EF4-FFF2-40B4-BE49-F238E27FC236}">
                  <a16:creationId xmlns:a16="http://schemas.microsoft.com/office/drawing/2014/main" id="{31DA3523-378B-BE20-1D80-3B449394A583}"/>
                </a:ext>
              </a:extLst>
            </p:cNvPr>
            <p:cNvPicPr>
              <a:picLocks noChangeAspect="1"/>
            </p:cNvPicPr>
            <p:nvPr/>
          </p:nvPicPr>
          <p:blipFill>
            <a:blip r:embed="rId293"/>
            <a:stretch>
              <a:fillRect/>
            </a:stretch>
          </p:blipFill>
          <p:spPr>
            <a:xfrm>
              <a:off x="7379762" y="4147909"/>
              <a:ext cx="210312" cy="210312"/>
            </a:xfrm>
            <a:prstGeom prst="rect">
              <a:avLst/>
            </a:prstGeom>
          </p:spPr>
        </p:pic>
      </p:grpSp>
      <p:grpSp>
        <p:nvGrpSpPr>
          <p:cNvPr id="318" name="Group 1084">
            <a:extLst>
              <a:ext uri="{FF2B5EF4-FFF2-40B4-BE49-F238E27FC236}">
                <a16:creationId xmlns:a16="http://schemas.microsoft.com/office/drawing/2014/main" id="{85AC0F97-F109-1C9E-5B85-3C1B70229DD9}"/>
              </a:ext>
            </a:extLst>
          </p:cNvPr>
          <p:cNvGrpSpPr/>
          <p:nvPr/>
        </p:nvGrpSpPr>
        <p:grpSpPr>
          <a:xfrm>
            <a:off x="6587307" y="4189075"/>
            <a:ext cx="337727" cy="355590"/>
            <a:chOff x="6274276" y="3576320"/>
            <a:chExt cx="337727" cy="355590"/>
          </a:xfrm>
        </p:grpSpPr>
        <p:grpSp>
          <p:nvGrpSpPr>
            <p:cNvPr id="319" name="Group 1077">
              <a:extLst>
                <a:ext uri="{FF2B5EF4-FFF2-40B4-BE49-F238E27FC236}">
                  <a16:creationId xmlns:a16="http://schemas.microsoft.com/office/drawing/2014/main" id="{5137075F-D153-4B30-5836-A690C15000AE}"/>
                </a:ext>
              </a:extLst>
            </p:cNvPr>
            <p:cNvGrpSpPr/>
            <p:nvPr/>
          </p:nvGrpSpPr>
          <p:grpSpPr>
            <a:xfrm>
              <a:off x="6274276" y="3576320"/>
              <a:ext cx="337727" cy="355590"/>
              <a:chOff x="5761197" y="4234592"/>
              <a:chExt cx="621549" cy="654424"/>
            </a:xfrm>
          </p:grpSpPr>
          <p:sp>
            <p:nvSpPr>
              <p:cNvPr id="321" name="Freeform 147">
                <a:extLst>
                  <a:ext uri="{FF2B5EF4-FFF2-40B4-BE49-F238E27FC236}">
                    <a16:creationId xmlns:a16="http://schemas.microsoft.com/office/drawing/2014/main" id="{799981AB-9E5D-B4BB-11A8-B22ADAF39CCE}"/>
                  </a:ext>
                </a:extLst>
              </p:cNvPr>
              <p:cNvSpPr/>
              <p:nvPr/>
            </p:nvSpPr>
            <p:spPr bwMode="auto">
              <a:xfrm rot="4500000">
                <a:off x="5920405" y="4426675"/>
                <a:ext cx="367065" cy="557617"/>
              </a:xfrm>
              <a:custGeom>
                <a:avLst/>
                <a:gdLst>
                  <a:gd name="T0" fmla="*/ 170 w 421"/>
                  <a:gd name="T1" fmla="*/ 0 h 639"/>
                  <a:gd name="T2" fmla="*/ 46 w 421"/>
                  <a:gd name="T3" fmla="*/ 308 h 639"/>
                  <a:gd name="T4" fmla="*/ 0 w 421"/>
                  <a:gd name="T5" fmla="*/ 637 h 639"/>
                  <a:gd name="T6" fmla="*/ 35 w 421"/>
                  <a:gd name="T7" fmla="*/ 639 h 639"/>
                  <a:gd name="T8" fmla="*/ 329 w 421"/>
                  <a:gd name="T9" fmla="*/ 462 h 639"/>
                  <a:gd name="T10" fmla="*/ 421 w 421"/>
                  <a:gd name="T11" fmla="*/ 409 h 639"/>
                  <a:gd name="T12" fmla="*/ 368 w 421"/>
                  <a:gd name="T13" fmla="*/ 317 h 639"/>
                  <a:gd name="T14" fmla="*/ 170 w 421"/>
                  <a:gd name="T15" fmla="*/ 0 h 6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1" h="639">
                    <a:moveTo>
                      <a:pt x="170" y="0"/>
                    </a:moveTo>
                    <a:cubicBezTo>
                      <a:pt x="117" y="96"/>
                      <a:pt x="76" y="200"/>
                      <a:pt x="46" y="308"/>
                    </a:cubicBezTo>
                    <a:cubicBezTo>
                      <a:pt x="17" y="417"/>
                      <a:pt x="2" y="527"/>
                      <a:pt x="0" y="637"/>
                    </a:cubicBezTo>
                    <a:cubicBezTo>
                      <a:pt x="12" y="638"/>
                      <a:pt x="23" y="639"/>
                      <a:pt x="35" y="639"/>
                    </a:cubicBezTo>
                    <a:cubicBezTo>
                      <a:pt x="158" y="639"/>
                      <a:pt x="272" y="571"/>
                      <a:pt x="329" y="462"/>
                    </a:cubicBezTo>
                    <a:cubicBezTo>
                      <a:pt x="421" y="409"/>
                      <a:pt x="421" y="409"/>
                      <a:pt x="421" y="409"/>
                    </a:cubicBezTo>
                    <a:cubicBezTo>
                      <a:pt x="368" y="317"/>
                      <a:pt x="368" y="317"/>
                      <a:pt x="368" y="317"/>
                    </a:cubicBezTo>
                    <a:cubicBezTo>
                      <a:pt x="373" y="182"/>
                      <a:pt x="295" y="56"/>
                      <a:pt x="1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22" name="Freeform 148">
                <a:extLst>
                  <a:ext uri="{FF2B5EF4-FFF2-40B4-BE49-F238E27FC236}">
                    <a16:creationId xmlns:a16="http://schemas.microsoft.com/office/drawing/2014/main" id="{72CB05F2-DBC8-3589-C8DF-234DA3A7458E}"/>
                  </a:ext>
                </a:extLst>
              </p:cNvPr>
              <p:cNvSpPr/>
              <p:nvPr/>
            </p:nvSpPr>
            <p:spPr bwMode="auto">
              <a:xfrm rot="4500000">
                <a:off x="5842624" y="4153165"/>
                <a:ext cx="413595" cy="576450"/>
              </a:xfrm>
              <a:custGeom>
                <a:avLst/>
                <a:gdLst>
                  <a:gd name="T0" fmla="*/ 370 w 474"/>
                  <a:gd name="T1" fmla="*/ 0 h 661"/>
                  <a:gd name="T2" fmla="*/ 48 w 474"/>
                  <a:gd name="T3" fmla="*/ 248 h 661"/>
                  <a:gd name="T4" fmla="*/ 284 w 474"/>
                  <a:gd name="T5" fmla="*/ 656 h 661"/>
                  <a:gd name="T6" fmla="*/ 301 w 474"/>
                  <a:gd name="T7" fmla="*/ 661 h 661"/>
                  <a:gd name="T8" fmla="*/ 305 w 474"/>
                  <a:gd name="T9" fmla="*/ 645 h 661"/>
                  <a:gd name="T10" fmla="*/ 288 w 474"/>
                  <a:gd name="T11" fmla="*/ 641 h 661"/>
                  <a:gd name="T12" fmla="*/ 63 w 474"/>
                  <a:gd name="T13" fmla="*/ 252 h 661"/>
                  <a:gd name="T14" fmla="*/ 370 w 474"/>
                  <a:gd name="T15" fmla="*/ 16 h 661"/>
                  <a:gd name="T16" fmla="*/ 452 w 474"/>
                  <a:gd name="T17" fmla="*/ 27 h 661"/>
                  <a:gd name="T18" fmla="*/ 469 w 474"/>
                  <a:gd name="T19" fmla="*/ 32 h 661"/>
                  <a:gd name="T20" fmla="*/ 474 w 474"/>
                  <a:gd name="T21" fmla="*/ 17 h 661"/>
                  <a:gd name="T22" fmla="*/ 456 w 474"/>
                  <a:gd name="T23" fmla="*/ 12 h 661"/>
                  <a:gd name="T24" fmla="*/ 370 w 474"/>
                  <a:gd name="T25"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 h="661">
                    <a:moveTo>
                      <a:pt x="370" y="0"/>
                    </a:moveTo>
                    <a:cubicBezTo>
                      <a:pt x="223" y="0"/>
                      <a:pt x="87" y="99"/>
                      <a:pt x="48" y="248"/>
                    </a:cubicBezTo>
                    <a:cubicBezTo>
                      <a:pt x="0" y="426"/>
                      <a:pt x="106" y="609"/>
                      <a:pt x="284" y="656"/>
                    </a:cubicBezTo>
                    <a:cubicBezTo>
                      <a:pt x="289" y="658"/>
                      <a:pt x="295" y="659"/>
                      <a:pt x="301" y="661"/>
                    </a:cubicBezTo>
                    <a:cubicBezTo>
                      <a:pt x="305" y="645"/>
                      <a:pt x="305" y="645"/>
                      <a:pt x="305" y="645"/>
                    </a:cubicBezTo>
                    <a:cubicBezTo>
                      <a:pt x="299" y="644"/>
                      <a:pt x="293" y="643"/>
                      <a:pt x="288" y="641"/>
                    </a:cubicBezTo>
                    <a:cubicBezTo>
                      <a:pt x="118" y="596"/>
                      <a:pt x="18" y="421"/>
                      <a:pt x="63" y="252"/>
                    </a:cubicBezTo>
                    <a:cubicBezTo>
                      <a:pt x="101" y="110"/>
                      <a:pt x="230" y="16"/>
                      <a:pt x="370" y="16"/>
                    </a:cubicBezTo>
                    <a:cubicBezTo>
                      <a:pt x="397" y="16"/>
                      <a:pt x="425" y="20"/>
                      <a:pt x="452" y="27"/>
                    </a:cubicBezTo>
                    <a:cubicBezTo>
                      <a:pt x="458" y="29"/>
                      <a:pt x="463" y="30"/>
                      <a:pt x="469" y="32"/>
                    </a:cubicBezTo>
                    <a:cubicBezTo>
                      <a:pt x="474" y="17"/>
                      <a:pt x="474" y="17"/>
                      <a:pt x="474" y="17"/>
                    </a:cubicBezTo>
                    <a:cubicBezTo>
                      <a:pt x="468" y="15"/>
                      <a:pt x="462" y="13"/>
                      <a:pt x="456" y="12"/>
                    </a:cubicBezTo>
                    <a:cubicBezTo>
                      <a:pt x="427" y="4"/>
                      <a:pt x="398" y="0"/>
                      <a:pt x="3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23" name="Oval 149">
                <a:extLst>
                  <a:ext uri="{FF2B5EF4-FFF2-40B4-BE49-F238E27FC236}">
                    <a16:creationId xmlns:a16="http://schemas.microsoft.com/office/drawing/2014/main" id="{41FE9902-AFF6-B3A2-3D1B-8BE0C805FB90}"/>
                  </a:ext>
                </a:extLst>
              </p:cNvPr>
              <p:cNvSpPr>
                <a:spLocks noChangeArrowheads="1"/>
              </p:cNvSpPr>
              <p:nvPr/>
            </p:nvSpPr>
            <p:spPr bwMode="auto">
              <a:xfrm rot="4500000">
                <a:off x="5883127" y="4361104"/>
                <a:ext cx="385755" cy="386060"/>
              </a:xfrm>
              <a:prstGeom prst="ellipse">
                <a:avLst/>
              </a:prstGeom>
              <a:solidFill>
                <a:srgbClr val="F7F7F7"/>
              </a:solidFill>
              <a:ln>
                <a:noFill/>
              </a:ln>
              <a:effectLst/>
            </p:spPr>
            <p:txBody>
              <a:bodyPr vert="horz" wrap="square" lIns="91440" tIns="45720" rIns="91440" bIns="45720" numCol="1" anchor="t" anchorCtr="0" compatLnSpc="1"/>
              <a:lstStyle/>
              <a:p>
                <a:endParaRPr lang="zh-CN" altLang="en-US"/>
              </a:p>
            </p:txBody>
          </p:sp>
        </p:grpSp>
        <p:pic>
          <p:nvPicPr>
            <p:cNvPr id="320" name="Picture 1083" descr="A circle with a red green white and black flag&#10;&#10;AI-generated content may be incorrect.">
              <a:extLst>
                <a:ext uri="{FF2B5EF4-FFF2-40B4-BE49-F238E27FC236}">
                  <a16:creationId xmlns:a16="http://schemas.microsoft.com/office/drawing/2014/main" id="{44FE30D6-F19C-EE0E-1059-F8CAB7C9B3D4}"/>
                </a:ext>
              </a:extLst>
            </p:cNvPr>
            <p:cNvPicPr>
              <a:picLocks noChangeAspect="1"/>
            </p:cNvPicPr>
            <p:nvPr/>
          </p:nvPicPr>
          <p:blipFill>
            <a:blip r:embed="rId294"/>
            <a:stretch>
              <a:fillRect/>
            </a:stretch>
          </p:blipFill>
          <p:spPr>
            <a:xfrm>
              <a:off x="6339632" y="3646894"/>
              <a:ext cx="210312" cy="210312"/>
            </a:xfrm>
            <a:prstGeom prst="rect">
              <a:avLst/>
            </a:prstGeom>
          </p:spPr>
        </p:pic>
      </p:grpSp>
      <p:grpSp>
        <p:nvGrpSpPr>
          <p:cNvPr id="324" name="Group 485">
            <a:extLst>
              <a:ext uri="{FF2B5EF4-FFF2-40B4-BE49-F238E27FC236}">
                <a16:creationId xmlns:a16="http://schemas.microsoft.com/office/drawing/2014/main" id="{AA3D0D09-8FE3-3F62-BC21-948430A831E1}"/>
              </a:ext>
            </a:extLst>
          </p:cNvPr>
          <p:cNvGrpSpPr/>
          <p:nvPr/>
        </p:nvGrpSpPr>
        <p:grpSpPr>
          <a:xfrm>
            <a:off x="6258123" y="4231747"/>
            <a:ext cx="337727" cy="355590"/>
            <a:chOff x="4811236" y="3576320"/>
            <a:chExt cx="337727" cy="355590"/>
          </a:xfrm>
        </p:grpSpPr>
        <p:grpSp>
          <p:nvGrpSpPr>
            <p:cNvPr id="325" name="Group 1086">
              <a:extLst>
                <a:ext uri="{FF2B5EF4-FFF2-40B4-BE49-F238E27FC236}">
                  <a16:creationId xmlns:a16="http://schemas.microsoft.com/office/drawing/2014/main" id="{08A8A395-4C75-7043-8162-526A838DA1FC}"/>
                </a:ext>
              </a:extLst>
            </p:cNvPr>
            <p:cNvGrpSpPr/>
            <p:nvPr/>
          </p:nvGrpSpPr>
          <p:grpSpPr>
            <a:xfrm>
              <a:off x="4811236" y="3576320"/>
              <a:ext cx="337727" cy="355590"/>
              <a:chOff x="5761197" y="4234592"/>
              <a:chExt cx="621549" cy="654424"/>
            </a:xfrm>
          </p:grpSpPr>
          <p:sp>
            <p:nvSpPr>
              <p:cNvPr id="327" name="Freeform 147">
                <a:extLst>
                  <a:ext uri="{FF2B5EF4-FFF2-40B4-BE49-F238E27FC236}">
                    <a16:creationId xmlns:a16="http://schemas.microsoft.com/office/drawing/2014/main" id="{9DFEC1DB-A475-3518-2FEB-1E9471B3EC9B}"/>
                  </a:ext>
                </a:extLst>
              </p:cNvPr>
              <p:cNvSpPr/>
              <p:nvPr/>
            </p:nvSpPr>
            <p:spPr bwMode="auto">
              <a:xfrm rot="4500000">
                <a:off x="5920405" y="4426675"/>
                <a:ext cx="367065" cy="557617"/>
              </a:xfrm>
              <a:custGeom>
                <a:avLst/>
                <a:gdLst>
                  <a:gd name="T0" fmla="*/ 170 w 421"/>
                  <a:gd name="T1" fmla="*/ 0 h 639"/>
                  <a:gd name="T2" fmla="*/ 46 w 421"/>
                  <a:gd name="T3" fmla="*/ 308 h 639"/>
                  <a:gd name="T4" fmla="*/ 0 w 421"/>
                  <a:gd name="T5" fmla="*/ 637 h 639"/>
                  <a:gd name="T6" fmla="*/ 35 w 421"/>
                  <a:gd name="T7" fmla="*/ 639 h 639"/>
                  <a:gd name="T8" fmla="*/ 329 w 421"/>
                  <a:gd name="T9" fmla="*/ 462 h 639"/>
                  <a:gd name="T10" fmla="*/ 421 w 421"/>
                  <a:gd name="T11" fmla="*/ 409 h 639"/>
                  <a:gd name="T12" fmla="*/ 368 w 421"/>
                  <a:gd name="T13" fmla="*/ 317 h 639"/>
                  <a:gd name="T14" fmla="*/ 170 w 421"/>
                  <a:gd name="T15" fmla="*/ 0 h 6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1" h="639">
                    <a:moveTo>
                      <a:pt x="170" y="0"/>
                    </a:moveTo>
                    <a:cubicBezTo>
                      <a:pt x="117" y="96"/>
                      <a:pt x="76" y="200"/>
                      <a:pt x="46" y="308"/>
                    </a:cubicBezTo>
                    <a:cubicBezTo>
                      <a:pt x="17" y="417"/>
                      <a:pt x="2" y="527"/>
                      <a:pt x="0" y="637"/>
                    </a:cubicBezTo>
                    <a:cubicBezTo>
                      <a:pt x="12" y="638"/>
                      <a:pt x="23" y="639"/>
                      <a:pt x="35" y="639"/>
                    </a:cubicBezTo>
                    <a:cubicBezTo>
                      <a:pt x="158" y="639"/>
                      <a:pt x="272" y="571"/>
                      <a:pt x="329" y="462"/>
                    </a:cubicBezTo>
                    <a:cubicBezTo>
                      <a:pt x="421" y="409"/>
                      <a:pt x="421" y="409"/>
                      <a:pt x="421" y="409"/>
                    </a:cubicBezTo>
                    <a:cubicBezTo>
                      <a:pt x="368" y="317"/>
                      <a:pt x="368" y="317"/>
                      <a:pt x="368" y="317"/>
                    </a:cubicBezTo>
                    <a:cubicBezTo>
                      <a:pt x="373" y="182"/>
                      <a:pt x="295" y="56"/>
                      <a:pt x="1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28" name="Freeform 148">
                <a:extLst>
                  <a:ext uri="{FF2B5EF4-FFF2-40B4-BE49-F238E27FC236}">
                    <a16:creationId xmlns:a16="http://schemas.microsoft.com/office/drawing/2014/main" id="{859E41C3-73F7-3B66-1F42-2C128D36FA35}"/>
                  </a:ext>
                </a:extLst>
              </p:cNvPr>
              <p:cNvSpPr/>
              <p:nvPr/>
            </p:nvSpPr>
            <p:spPr bwMode="auto">
              <a:xfrm rot="4500000">
                <a:off x="5842624" y="4153165"/>
                <a:ext cx="413595" cy="576450"/>
              </a:xfrm>
              <a:custGeom>
                <a:avLst/>
                <a:gdLst>
                  <a:gd name="T0" fmla="*/ 370 w 474"/>
                  <a:gd name="T1" fmla="*/ 0 h 661"/>
                  <a:gd name="T2" fmla="*/ 48 w 474"/>
                  <a:gd name="T3" fmla="*/ 248 h 661"/>
                  <a:gd name="T4" fmla="*/ 284 w 474"/>
                  <a:gd name="T5" fmla="*/ 656 h 661"/>
                  <a:gd name="T6" fmla="*/ 301 w 474"/>
                  <a:gd name="T7" fmla="*/ 661 h 661"/>
                  <a:gd name="T8" fmla="*/ 305 w 474"/>
                  <a:gd name="T9" fmla="*/ 645 h 661"/>
                  <a:gd name="T10" fmla="*/ 288 w 474"/>
                  <a:gd name="T11" fmla="*/ 641 h 661"/>
                  <a:gd name="T12" fmla="*/ 63 w 474"/>
                  <a:gd name="T13" fmla="*/ 252 h 661"/>
                  <a:gd name="T14" fmla="*/ 370 w 474"/>
                  <a:gd name="T15" fmla="*/ 16 h 661"/>
                  <a:gd name="T16" fmla="*/ 452 w 474"/>
                  <a:gd name="T17" fmla="*/ 27 h 661"/>
                  <a:gd name="T18" fmla="*/ 469 w 474"/>
                  <a:gd name="T19" fmla="*/ 32 h 661"/>
                  <a:gd name="T20" fmla="*/ 474 w 474"/>
                  <a:gd name="T21" fmla="*/ 17 h 661"/>
                  <a:gd name="T22" fmla="*/ 456 w 474"/>
                  <a:gd name="T23" fmla="*/ 12 h 661"/>
                  <a:gd name="T24" fmla="*/ 370 w 474"/>
                  <a:gd name="T25"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 h="661">
                    <a:moveTo>
                      <a:pt x="370" y="0"/>
                    </a:moveTo>
                    <a:cubicBezTo>
                      <a:pt x="223" y="0"/>
                      <a:pt x="87" y="99"/>
                      <a:pt x="48" y="248"/>
                    </a:cubicBezTo>
                    <a:cubicBezTo>
                      <a:pt x="0" y="426"/>
                      <a:pt x="106" y="609"/>
                      <a:pt x="284" y="656"/>
                    </a:cubicBezTo>
                    <a:cubicBezTo>
                      <a:pt x="289" y="658"/>
                      <a:pt x="295" y="659"/>
                      <a:pt x="301" y="661"/>
                    </a:cubicBezTo>
                    <a:cubicBezTo>
                      <a:pt x="305" y="645"/>
                      <a:pt x="305" y="645"/>
                      <a:pt x="305" y="645"/>
                    </a:cubicBezTo>
                    <a:cubicBezTo>
                      <a:pt x="299" y="644"/>
                      <a:pt x="293" y="643"/>
                      <a:pt x="288" y="641"/>
                    </a:cubicBezTo>
                    <a:cubicBezTo>
                      <a:pt x="118" y="596"/>
                      <a:pt x="18" y="421"/>
                      <a:pt x="63" y="252"/>
                    </a:cubicBezTo>
                    <a:cubicBezTo>
                      <a:pt x="101" y="110"/>
                      <a:pt x="230" y="16"/>
                      <a:pt x="370" y="16"/>
                    </a:cubicBezTo>
                    <a:cubicBezTo>
                      <a:pt x="397" y="16"/>
                      <a:pt x="425" y="20"/>
                      <a:pt x="452" y="27"/>
                    </a:cubicBezTo>
                    <a:cubicBezTo>
                      <a:pt x="458" y="29"/>
                      <a:pt x="463" y="30"/>
                      <a:pt x="469" y="32"/>
                    </a:cubicBezTo>
                    <a:cubicBezTo>
                      <a:pt x="474" y="17"/>
                      <a:pt x="474" y="17"/>
                      <a:pt x="474" y="17"/>
                    </a:cubicBezTo>
                    <a:cubicBezTo>
                      <a:pt x="468" y="15"/>
                      <a:pt x="462" y="13"/>
                      <a:pt x="456" y="12"/>
                    </a:cubicBezTo>
                    <a:cubicBezTo>
                      <a:pt x="427" y="4"/>
                      <a:pt x="398" y="0"/>
                      <a:pt x="3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29" name="Oval 149">
                <a:extLst>
                  <a:ext uri="{FF2B5EF4-FFF2-40B4-BE49-F238E27FC236}">
                    <a16:creationId xmlns:a16="http://schemas.microsoft.com/office/drawing/2014/main" id="{72F9247B-BAC8-DE14-CCAD-BB18399FFCA8}"/>
                  </a:ext>
                </a:extLst>
              </p:cNvPr>
              <p:cNvSpPr>
                <a:spLocks noChangeArrowheads="1"/>
              </p:cNvSpPr>
              <p:nvPr/>
            </p:nvSpPr>
            <p:spPr bwMode="auto">
              <a:xfrm rot="4500000">
                <a:off x="5883127" y="4361104"/>
                <a:ext cx="385755" cy="386060"/>
              </a:xfrm>
              <a:prstGeom prst="ellipse">
                <a:avLst/>
              </a:prstGeom>
              <a:solidFill>
                <a:srgbClr val="F7F7F7"/>
              </a:solidFill>
              <a:ln>
                <a:noFill/>
              </a:ln>
              <a:effectLst/>
            </p:spPr>
            <p:txBody>
              <a:bodyPr vert="horz" wrap="square" lIns="91440" tIns="45720" rIns="91440" bIns="45720" numCol="1" anchor="t" anchorCtr="0" compatLnSpc="1"/>
              <a:lstStyle/>
              <a:p>
                <a:endParaRPr lang="zh-CN" altLang="en-US"/>
              </a:p>
            </p:txBody>
          </p:sp>
        </p:grpSp>
        <p:pic>
          <p:nvPicPr>
            <p:cNvPr id="326" name="Picture 484" descr="A green circle with white text&#10;&#10;AI-generated content may be incorrect.">
              <a:extLst>
                <a:ext uri="{FF2B5EF4-FFF2-40B4-BE49-F238E27FC236}">
                  <a16:creationId xmlns:a16="http://schemas.microsoft.com/office/drawing/2014/main" id="{7F9D2AAE-D3D4-DB72-EFAE-DE66201CBFFE}"/>
                </a:ext>
              </a:extLst>
            </p:cNvPr>
            <p:cNvPicPr>
              <a:picLocks noChangeAspect="1"/>
            </p:cNvPicPr>
            <p:nvPr/>
          </p:nvPicPr>
          <p:blipFill>
            <a:blip r:embed="rId295"/>
            <a:stretch>
              <a:fillRect/>
            </a:stretch>
          </p:blipFill>
          <p:spPr>
            <a:xfrm>
              <a:off x="4876592" y="3646894"/>
              <a:ext cx="210312" cy="210312"/>
            </a:xfrm>
            <a:prstGeom prst="rect">
              <a:avLst/>
            </a:prstGeom>
          </p:spPr>
        </p:pic>
      </p:grpSp>
      <p:grpSp>
        <p:nvGrpSpPr>
          <p:cNvPr id="330" name="Group 494">
            <a:extLst>
              <a:ext uri="{FF2B5EF4-FFF2-40B4-BE49-F238E27FC236}">
                <a16:creationId xmlns:a16="http://schemas.microsoft.com/office/drawing/2014/main" id="{BE819329-A735-15C7-456C-9DE4309F2F7F}"/>
              </a:ext>
            </a:extLst>
          </p:cNvPr>
          <p:cNvGrpSpPr/>
          <p:nvPr/>
        </p:nvGrpSpPr>
        <p:grpSpPr>
          <a:xfrm>
            <a:off x="3300801" y="3896467"/>
            <a:ext cx="337727" cy="355590"/>
            <a:chOff x="2563336" y="3576320"/>
            <a:chExt cx="337727" cy="355590"/>
          </a:xfrm>
        </p:grpSpPr>
        <p:grpSp>
          <p:nvGrpSpPr>
            <p:cNvPr id="331" name="Group 487">
              <a:extLst>
                <a:ext uri="{FF2B5EF4-FFF2-40B4-BE49-F238E27FC236}">
                  <a16:creationId xmlns:a16="http://schemas.microsoft.com/office/drawing/2014/main" id="{311727FD-576D-FB78-6C40-534734BA9612}"/>
                </a:ext>
              </a:extLst>
            </p:cNvPr>
            <p:cNvGrpSpPr/>
            <p:nvPr/>
          </p:nvGrpSpPr>
          <p:grpSpPr>
            <a:xfrm>
              <a:off x="2563336" y="3576320"/>
              <a:ext cx="337727" cy="355590"/>
              <a:chOff x="5761197" y="4234592"/>
              <a:chExt cx="621549" cy="654424"/>
            </a:xfrm>
          </p:grpSpPr>
          <p:sp>
            <p:nvSpPr>
              <p:cNvPr id="333" name="Freeform 147">
                <a:extLst>
                  <a:ext uri="{FF2B5EF4-FFF2-40B4-BE49-F238E27FC236}">
                    <a16:creationId xmlns:a16="http://schemas.microsoft.com/office/drawing/2014/main" id="{CA0F254A-FF6E-FDFE-7498-ABF53147E40F}"/>
                  </a:ext>
                </a:extLst>
              </p:cNvPr>
              <p:cNvSpPr/>
              <p:nvPr/>
            </p:nvSpPr>
            <p:spPr bwMode="auto">
              <a:xfrm rot="4500000">
                <a:off x="5920405" y="4426675"/>
                <a:ext cx="367065" cy="557617"/>
              </a:xfrm>
              <a:custGeom>
                <a:avLst/>
                <a:gdLst>
                  <a:gd name="T0" fmla="*/ 170 w 421"/>
                  <a:gd name="T1" fmla="*/ 0 h 639"/>
                  <a:gd name="T2" fmla="*/ 46 w 421"/>
                  <a:gd name="T3" fmla="*/ 308 h 639"/>
                  <a:gd name="T4" fmla="*/ 0 w 421"/>
                  <a:gd name="T5" fmla="*/ 637 h 639"/>
                  <a:gd name="T6" fmla="*/ 35 w 421"/>
                  <a:gd name="T7" fmla="*/ 639 h 639"/>
                  <a:gd name="T8" fmla="*/ 329 w 421"/>
                  <a:gd name="T9" fmla="*/ 462 h 639"/>
                  <a:gd name="T10" fmla="*/ 421 w 421"/>
                  <a:gd name="T11" fmla="*/ 409 h 639"/>
                  <a:gd name="T12" fmla="*/ 368 w 421"/>
                  <a:gd name="T13" fmla="*/ 317 h 639"/>
                  <a:gd name="T14" fmla="*/ 170 w 421"/>
                  <a:gd name="T15" fmla="*/ 0 h 6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1" h="639">
                    <a:moveTo>
                      <a:pt x="170" y="0"/>
                    </a:moveTo>
                    <a:cubicBezTo>
                      <a:pt x="117" y="96"/>
                      <a:pt x="76" y="200"/>
                      <a:pt x="46" y="308"/>
                    </a:cubicBezTo>
                    <a:cubicBezTo>
                      <a:pt x="17" y="417"/>
                      <a:pt x="2" y="527"/>
                      <a:pt x="0" y="637"/>
                    </a:cubicBezTo>
                    <a:cubicBezTo>
                      <a:pt x="12" y="638"/>
                      <a:pt x="23" y="639"/>
                      <a:pt x="35" y="639"/>
                    </a:cubicBezTo>
                    <a:cubicBezTo>
                      <a:pt x="158" y="639"/>
                      <a:pt x="272" y="571"/>
                      <a:pt x="329" y="462"/>
                    </a:cubicBezTo>
                    <a:cubicBezTo>
                      <a:pt x="421" y="409"/>
                      <a:pt x="421" y="409"/>
                      <a:pt x="421" y="409"/>
                    </a:cubicBezTo>
                    <a:cubicBezTo>
                      <a:pt x="368" y="317"/>
                      <a:pt x="368" y="317"/>
                      <a:pt x="368" y="317"/>
                    </a:cubicBezTo>
                    <a:cubicBezTo>
                      <a:pt x="373" y="182"/>
                      <a:pt x="295" y="56"/>
                      <a:pt x="1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34" name="Freeform 148">
                <a:extLst>
                  <a:ext uri="{FF2B5EF4-FFF2-40B4-BE49-F238E27FC236}">
                    <a16:creationId xmlns:a16="http://schemas.microsoft.com/office/drawing/2014/main" id="{9BA959D0-4876-9E32-B423-D3C61FC7171B}"/>
                  </a:ext>
                </a:extLst>
              </p:cNvPr>
              <p:cNvSpPr/>
              <p:nvPr/>
            </p:nvSpPr>
            <p:spPr bwMode="auto">
              <a:xfrm rot="4500000">
                <a:off x="5842624" y="4153165"/>
                <a:ext cx="413595" cy="576450"/>
              </a:xfrm>
              <a:custGeom>
                <a:avLst/>
                <a:gdLst>
                  <a:gd name="T0" fmla="*/ 370 w 474"/>
                  <a:gd name="T1" fmla="*/ 0 h 661"/>
                  <a:gd name="T2" fmla="*/ 48 w 474"/>
                  <a:gd name="T3" fmla="*/ 248 h 661"/>
                  <a:gd name="T4" fmla="*/ 284 w 474"/>
                  <a:gd name="T5" fmla="*/ 656 h 661"/>
                  <a:gd name="T6" fmla="*/ 301 w 474"/>
                  <a:gd name="T7" fmla="*/ 661 h 661"/>
                  <a:gd name="T8" fmla="*/ 305 w 474"/>
                  <a:gd name="T9" fmla="*/ 645 h 661"/>
                  <a:gd name="T10" fmla="*/ 288 w 474"/>
                  <a:gd name="T11" fmla="*/ 641 h 661"/>
                  <a:gd name="T12" fmla="*/ 63 w 474"/>
                  <a:gd name="T13" fmla="*/ 252 h 661"/>
                  <a:gd name="T14" fmla="*/ 370 w 474"/>
                  <a:gd name="T15" fmla="*/ 16 h 661"/>
                  <a:gd name="T16" fmla="*/ 452 w 474"/>
                  <a:gd name="T17" fmla="*/ 27 h 661"/>
                  <a:gd name="T18" fmla="*/ 469 w 474"/>
                  <a:gd name="T19" fmla="*/ 32 h 661"/>
                  <a:gd name="T20" fmla="*/ 474 w 474"/>
                  <a:gd name="T21" fmla="*/ 17 h 661"/>
                  <a:gd name="T22" fmla="*/ 456 w 474"/>
                  <a:gd name="T23" fmla="*/ 12 h 661"/>
                  <a:gd name="T24" fmla="*/ 370 w 474"/>
                  <a:gd name="T25"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 h="661">
                    <a:moveTo>
                      <a:pt x="370" y="0"/>
                    </a:moveTo>
                    <a:cubicBezTo>
                      <a:pt x="223" y="0"/>
                      <a:pt x="87" y="99"/>
                      <a:pt x="48" y="248"/>
                    </a:cubicBezTo>
                    <a:cubicBezTo>
                      <a:pt x="0" y="426"/>
                      <a:pt x="106" y="609"/>
                      <a:pt x="284" y="656"/>
                    </a:cubicBezTo>
                    <a:cubicBezTo>
                      <a:pt x="289" y="658"/>
                      <a:pt x="295" y="659"/>
                      <a:pt x="301" y="661"/>
                    </a:cubicBezTo>
                    <a:cubicBezTo>
                      <a:pt x="305" y="645"/>
                      <a:pt x="305" y="645"/>
                      <a:pt x="305" y="645"/>
                    </a:cubicBezTo>
                    <a:cubicBezTo>
                      <a:pt x="299" y="644"/>
                      <a:pt x="293" y="643"/>
                      <a:pt x="288" y="641"/>
                    </a:cubicBezTo>
                    <a:cubicBezTo>
                      <a:pt x="118" y="596"/>
                      <a:pt x="18" y="421"/>
                      <a:pt x="63" y="252"/>
                    </a:cubicBezTo>
                    <a:cubicBezTo>
                      <a:pt x="101" y="110"/>
                      <a:pt x="230" y="16"/>
                      <a:pt x="370" y="16"/>
                    </a:cubicBezTo>
                    <a:cubicBezTo>
                      <a:pt x="397" y="16"/>
                      <a:pt x="425" y="20"/>
                      <a:pt x="452" y="27"/>
                    </a:cubicBezTo>
                    <a:cubicBezTo>
                      <a:pt x="458" y="29"/>
                      <a:pt x="463" y="30"/>
                      <a:pt x="469" y="32"/>
                    </a:cubicBezTo>
                    <a:cubicBezTo>
                      <a:pt x="474" y="17"/>
                      <a:pt x="474" y="17"/>
                      <a:pt x="474" y="17"/>
                    </a:cubicBezTo>
                    <a:cubicBezTo>
                      <a:pt x="468" y="15"/>
                      <a:pt x="462" y="13"/>
                      <a:pt x="456" y="12"/>
                    </a:cubicBezTo>
                    <a:cubicBezTo>
                      <a:pt x="427" y="4"/>
                      <a:pt x="398" y="0"/>
                      <a:pt x="3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335" name="Oval 149">
                <a:extLst>
                  <a:ext uri="{FF2B5EF4-FFF2-40B4-BE49-F238E27FC236}">
                    <a16:creationId xmlns:a16="http://schemas.microsoft.com/office/drawing/2014/main" id="{3DD37ED0-8C08-6DF3-7E49-4C400F116E22}"/>
                  </a:ext>
                </a:extLst>
              </p:cNvPr>
              <p:cNvSpPr>
                <a:spLocks noChangeArrowheads="1"/>
              </p:cNvSpPr>
              <p:nvPr/>
            </p:nvSpPr>
            <p:spPr bwMode="auto">
              <a:xfrm rot="4500000">
                <a:off x="5883127" y="4361104"/>
                <a:ext cx="385755" cy="386060"/>
              </a:xfrm>
              <a:prstGeom prst="ellipse">
                <a:avLst/>
              </a:prstGeom>
              <a:solidFill>
                <a:srgbClr val="F7F7F7"/>
              </a:solidFill>
              <a:ln>
                <a:noFill/>
              </a:ln>
              <a:effectLst/>
            </p:spPr>
            <p:txBody>
              <a:bodyPr vert="horz" wrap="square" lIns="91440" tIns="45720" rIns="91440" bIns="45720" numCol="1" anchor="t" anchorCtr="0" compatLnSpc="1"/>
              <a:lstStyle/>
              <a:p>
                <a:endParaRPr lang="zh-CN" altLang="en-US"/>
              </a:p>
            </p:txBody>
          </p:sp>
        </p:grpSp>
        <p:pic>
          <p:nvPicPr>
            <p:cNvPr id="332" name="Picture 493" descr="A flag in a circle&#10;&#10;AI-generated content may be incorrect.">
              <a:extLst>
                <a:ext uri="{FF2B5EF4-FFF2-40B4-BE49-F238E27FC236}">
                  <a16:creationId xmlns:a16="http://schemas.microsoft.com/office/drawing/2014/main" id="{6AD1BAE1-FF17-34B8-B628-7B7677A0CBFA}"/>
                </a:ext>
              </a:extLst>
            </p:cNvPr>
            <p:cNvPicPr>
              <a:picLocks noChangeAspect="1"/>
            </p:cNvPicPr>
            <p:nvPr/>
          </p:nvPicPr>
          <p:blipFill>
            <a:blip r:embed="rId296"/>
            <a:stretch>
              <a:fillRect/>
            </a:stretch>
          </p:blipFill>
          <p:spPr>
            <a:xfrm>
              <a:off x="2628692" y="3646894"/>
              <a:ext cx="210312" cy="210312"/>
            </a:xfrm>
            <a:prstGeom prst="rect">
              <a:avLst/>
            </a:prstGeom>
          </p:spPr>
        </p:pic>
      </p:grpSp>
      <p:sp>
        <p:nvSpPr>
          <p:cNvPr id="336" name="Freeform: Shape 495">
            <a:extLst>
              <a:ext uri="{FF2B5EF4-FFF2-40B4-BE49-F238E27FC236}">
                <a16:creationId xmlns:a16="http://schemas.microsoft.com/office/drawing/2014/main" id="{08D56D33-AAF7-0124-BF6B-182A266C08DC}"/>
              </a:ext>
            </a:extLst>
          </p:cNvPr>
          <p:cNvSpPr/>
          <p:nvPr/>
        </p:nvSpPr>
        <p:spPr>
          <a:xfrm>
            <a:off x="7506310" y="4944904"/>
            <a:ext cx="306765" cy="45719"/>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12700">
            <a:solidFill>
              <a:schemeClr val="accent2"/>
            </a:solidFill>
            <a:headEnd type="oval"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7" name="Freeform 99">
            <a:extLst>
              <a:ext uri="{FF2B5EF4-FFF2-40B4-BE49-F238E27FC236}">
                <a16:creationId xmlns:a16="http://schemas.microsoft.com/office/drawing/2014/main" id="{07AF8A08-CD94-DA82-105D-293E60965D83}"/>
              </a:ext>
            </a:extLst>
          </p:cNvPr>
          <p:cNvSpPr/>
          <p:nvPr>
            <p:custDataLst>
              <p:tags r:id="rId2"/>
            </p:custDataLst>
          </p:nvPr>
        </p:nvSpPr>
        <p:spPr>
          <a:xfrm>
            <a:off x="1280064" y="5577757"/>
            <a:ext cx="2245559" cy="564303"/>
          </a:xfrm>
          <a:prstGeom prst="rect">
            <a:avLst/>
          </a:prstGeom>
          <a:gradFill>
            <a:gsLst>
              <a:gs pos="15000">
                <a:srgbClr val="E3EAFD"/>
              </a:gs>
              <a:gs pos="0">
                <a:schemeClr val="bg1">
                  <a:alpha val="0"/>
                </a:schemeClr>
              </a:gs>
              <a:gs pos="100000">
                <a:schemeClr val="accent2">
                  <a:lumMod val="30000"/>
                  <a:lumOff val="70000"/>
                </a:schemeClr>
              </a:gs>
            </a:gsLst>
            <a:lin ang="10800000" scaled="0"/>
          </a:gradFill>
          <a:ln w="9525">
            <a:gradFill flip="none" rotWithShape="1">
              <a:gsLst>
                <a:gs pos="22400">
                  <a:srgbClr val="F1F4FE"/>
                </a:gs>
                <a:gs pos="0">
                  <a:schemeClr val="bg1">
                    <a:alpha val="0"/>
                  </a:schemeClr>
                </a:gs>
                <a:gs pos="100000">
                  <a:schemeClr val="accent2">
                    <a:lumMod val="30000"/>
                    <a:lumOff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grpSp>
        <p:nvGrpSpPr>
          <p:cNvPr id="338" name="Group 912">
            <a:extLst>
              <a:ext uri="{FF2B5EF4-FFF2-40B4-BE49-F238E27FC236}">
                <a16:creationId xmlns:a16="http://schemas.microsoft.com/office/drawing/2014/main" id="{BA72D38C-A364-3F9B-89CA-11A973D743C8}"/>
              </a:ext>
            </a:extLst>
          </p:cNvPr>
          <p:cNvGrpSpPr/>
          <p:nvPr/>
        </p:nvGrpSpPr>
        <p:grpSpPr>
          <a:xfrm>
            <a:off x="8574945" y="2399823"/>
            <a:ext cx="2608778" cy="641290"/>
            <a:chOff x="8237530" y="1805356"/>
            <a:chExt cx="2608778" cy="641290"/>
          </a:xfrm>
        </p:grpSpPr>
        <p:sp>
          <p:nvSpPr>
            <p:cNvPr id="339" name="Freeform 99">
              <a:extLst>
                <a:ext uri="{FF2B5EF4-FFF2-40B4-BE49-F238E27FC236}">
                  <a16:creationId xmlns:a16="http://schemas.microsoft.com/office/drawing/2014/main" id="{847E31C3-94AA-DC6D-222E-68D97DE85D01}"/>
                </a:ext>
              </a:extLst>
            </p:cNvPr>
            <p:cNvSpPr/>
            <p:nvPr>
              <p:custDataLst>
                <p:tags r:id="rId30"/>
              </p:custDataLst>
            </p:nvPr>
          </p:nvSpPr>
          <p:spPr>
            <a:xfrm>
              <a:off x="8600749" y="1843850"/>
              <a:ext cx="2245559" cy="564303"/>
            </a:xfrm>
            <a:prstGeom prst="rect">
              <a:avLst/>
            </a:prstGeom>
            <a:gradFill>
              <a:gsLst>
                <a:gs pos="15000">
                  <a:srgbClr val="E3EAFD"/>
                </a:gs>
                <a:gs pos="0">
                  <a:schemeClr val="bg1">
                    <a:alpha val="0"/>
                  </a:schemeClr>
                </a:gs>
                <a:gs pos="100000">
                  <a:schemeClr val="accent2">
                    <a:lumMod val="30000"/>
                    <a:lumOff val="70000"/>
                  </a:schemeClr>
                </a:gs>
              </a:gsLst>
              <a:lin ang="10800000" scaled="0"/>
            </a:gradFill>
            <a:ln w="9525">
              <a:gradFill flip="none" rotWithShape="1">
                <a:gsLst>
                  <a:gs pos="22400">
                    <a:srgbClr val="F1F4FE"/>
                  </a:gs>
                  <a:gs pos="0">
                    <a:schemeClr val="bg1">
                      <a:alpha val="0"/>
                    </a:schemeClr>
                  </a:gs>
                  <a:gs pos="100000">
                    <a:schemeClr val="accent2">
                      <a:lumMod val="30000"/>
                      <a:lumOff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40" name="TextBox 779">
              <a:extLst>
                <a:ext uri="{FF2B5EF4-FFF2-40B4-BE49-F238E27FC236}">
                  <a16:creationId xmlns:a16="http://schemas.microsoft.com/office/drawing/2014/main" id="{7CB7104B-9D86-BF38-41A2-FEEA19764F0D}"/>
                </a:ext>
              </a:extLst>
            </p:cNvPr>
            <p:cNvSpPr txBox="1"/>
            <p:nvPr/>
          </p:nvSpPr>
          <p:spPr>
            <a:xfrm>
              <a:off x="8922788" y="1987501"/>
              <a:ext cx="1618720" cy="276999"/>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chorCtr="0">
              <a:spAutoFit/>
            </a:bodyPr>
            <a:lstStyle/>
            <a:p>
              <a:pPr>
                <a:spcBef>
                  <a:spcPts val="400"/>
                </a:spcBef>
                <a:buFont typeface="Arial" panose="020B0604020202020204" pitchFamily="34" charset="0"/>
              </a:pPr>
              <a:r>
                <a:rPr lang="en-US" sz="9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In October 2025, we received IND approval from the PMDA</a:t>
              </a:r>
            </a:p>
          </p:txBody>
        </p:sp>
        <p:sp>
          <p:nvSpPr>
            <p:cNvPr id="341" name="Oval 781">
              <a:extLst>
                <a:ext uri="{FF2B5EF4-FFF2-40B4-BE49-F238E27FC236}">
                  <a16:creationId xmlns:a16="http://schemas.microsoft.com/office/drawing/2014/main" id="{134F5A16-4953-47A9-E58D-4C1809C7E0E7}"/>
                </a:ext>
              </a:extLst>
            </p:cNvPr>
            <p:cNvSpPr/>
            <p:nvPr/>
          </p:nvSpPr>
          <p:spPr>
            <a:xfrm>
              <a:off x="8237530" y="1805356"/>
              <a:ext cx="641290" cy="64129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900" dirty="0">
                <a:solidFill>
                  <a:schemeClr val="tx1"/>
                </a:solidFill>
              </a:endParaRPr>
            </a:p>
          </p:txBody>
        </p:sp>
        <p:sp>
          <p:nvSpPr>
            <p:cNvPr id="342" name="Oval 782">
              <a:extLst>
                <a:ext uri="{FF2B5EF4-FFF2-40B4-BE49-F238E27FC236}">
                  <a16:creationId xmlns:a16="http://schemas.microsoft.com/office/drawing/2014/main" id="{E982E129-2655-6283-4F4F-43727B9A1854}"/>
                </a:ext>
              </a:extLst>
            </p:cNvPr>
            <p:cNvSpPr/>
            <p:nvPr>
              <p:custDataLst>
                <p:tags r:id="rId31"/>
              </p:custDataLst>
            </p:nvPr>
          </p:nvSpPr>
          <p:spPr>
            <a:xfrm>
              <a:off x="8334984" y="1904228"/>
              <a:ext cx="446384" cy="443548"/>
            </a:xfrm>
            <a:prstGeom prst="ellipse">
              <a:avLst/>
            </a:prstGeom>
            <a:noFill/>
            <a:ln w="9525">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43" name="Oval 783">
              <a:extLst>
                <a:ext uri="{FF2B5EF4-FFF2-40B4-BE49-F238E27FC236}">
                  <a16:creationId xmlns:a16="http://schemas.microsoft.com/office/drawing/2014/main" id="{F598686C-5B4D-1230-9944-E7BB2C755861}"/>
                </a:ext>
              </a:extLst>
            </p:cNvPr>
            <p:cNvSpPr/>
            <p:nvPr>
              <p:custDataLst>
                <p:tags r:id="rId32"/>
              </p:custDataLst>
            </p:nvPr>
          </p:nvSpPr>
          <p:spPr>
            <a:xfrm>
              <a:off x="8291028" y="1858854"/>
              <a:ext cx="534293" cy="534293"/>
            </a:xfrm>
            <a:prstGeom prst="ellipse">
              <a:avLst/>
            </a:prstGeom>
            <a:noFill/>
            <a:ln w="6350">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44" name="Arc 784">
              <a:extLst>
                <a:ext uri="{FF2B5EF4-FFF2-40B4-BE49-F238E27FC236}">
                  <a16:creationId xmlns:a16="http://schemas.microsoft.com/office/drawing/2014/main" id="{C10419F9-CBAF-5735-3A30-8600483423F3}"/>
                </a:ext>
              </a:extLst>
            </p:cNvPr>
            <p:cNvSpPr/>
            <p:nvPr>
              <p:custDataLst>
                <p:tags r:id="rId33"/>
              </p:custDataLst>
            </p:nvPr>
          </p:nvSpPr>
          <p:spPr>
            <a:xfrm flipH="1">
              <a:off x="8291028" y="1858854"/>
              <a:ext cx="534293" cy="534293"/>
            </a:xfrm>
            <a:prstGeom prst="arc">
              <a:avLst>
                <a:gd name="adj1" fmla="val 13674736"/>
                <a:gd name="adj2" fmla="val 5413111"/>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pic>
          <p:nvPicPr>
            <p:cNvPr id="345" name="Picture 911" descr="A red circle with a black background&#10;&#10;AI-generated content may be incorrect.">
              <a:extLst>
                <a:ext uri="{FF2B5EF4-FFF2-40B4-BE49-F238E27FC236}">
                  <a16:creationId xmlns:a16="http://schemas.microsoft.com/office/drawing/2014/main" id="{FB3594CA-4A29-2D84-DEFE-3AB84F0308D1}"/>
                </a:ext>
              </a:extLst>
            </p:cNvPr>
            <p:cNvPicPr>
              <a:picLocks noChangeAspect="1"/>
            </p:cNvPicPr>
            <p:nvPr/>
          </p:nvPicPr>
          <p:blipFill>
            <a:blip r:embed="rId290"/>
            <a:stretch>
              <a:fillRect/>
            </a:stretch>
          </p:blipFill>
          <p:spPr>
            <a:xfrm>
              <a:off x="8334167" y="1904354"/>
              <a:ext cx="448056" cy="448056"/>
            </a:xfrm>
            <a:prstGeom prst="rect">
              <a:avLst/>
            </a:prstGeom>
          </p:spPr>
        </p:pic>
      </p:grpSp>
      <p:grpSp>
        <p:nvGrpSpPr>
          <p:cNvPr id="346" name="Group 914">
            <a:extLst>
              <a:ext uri="{FF2B5EF4-FFF2-40B4-BE49-F238E27FC236}">
                <a16:creationId xmlns:a16="http://schemas.microsoft.com/office/drawing/2014/main" id="{552F548E-37BC-2417-2F82-67E8C0FF6CD4}"/>
              </a:ext>
            </a:extLst>
          </p:cNvPr>
          <p:cNvGrpSpPr/>
          <p:nvPr/>
        </p:nvGrpSpPr>
        <p:grpSpPr>
          <a:xfrm>
            <a:off x="6022245" y="2399823"/>
            <a:ext cx="2608778" cy="641290"/>
            <a:chOff x="5684830" y="1805356"/>
            <a:chExt cx="2608778" cy="641290"/>
          </a:xfrm>
        </p:grpSpPr>
        <p:sp>
          <p:nvSpPr>
            <p:cNvPr id="347" name="Freeform 99">
              <a:extLst>
                <a:ext uri="{FF2B5EF4-FFF2-40B4-BE49-F238E27FC236}">
                  <a16:creationId xmlns:a16="http://schemas.microsoft.com/office/drawing/2014/main" id="{05E07D27-5235-E626-FCD7-89A86BCC026E}"/>
                </a:ext>
              </a:extLst>
            </p:cNvPr>
            <p:cNvSpPr/>
            <p:nvPr>
              <p:custDataLst>
                <p:tags r:id="rId26"/>
              </p:custDataLst>
            </p:nvPr>
          </p:nvSpPr>
          <p:spPr>
            <a:xfrm>
              <a:off x="6048049" y="1843850"/>
              <a:ext cx="2245559" cy="564303"/>
            </a:xfrm>
            <a:prstGeom prst="rect">
              <a:avLst/>
            </a:prstGeom>
            <a:gradFill>
              <a:gsLst>
                <a:gs pos="15000">
                  <a:srgbClr val="E3EAFD"/>
                </a:gs>
                <a:gs pos="0">
                  <a:schemeClr val="bg1">
                    <a:alpha val="0"/>
                  </a:schemeClr>
                </a:gs>
                <a:gs pos="100000">
                  <a:schemeClr val="accent2">
                    <a:lumMod val="30000"/>
                    <a:lumOff val="70000"/>
                  </a:schemeClr>
                </a:gs>
              </a:gsLst>
              <a:lin ang="10800000" scaled="0"/>
            </a:gradFill>
            <a:ln w="9525">
              <a:gradFill flip="none" rotWithShape="1">
                <a:gsLst>
                  <a:gs pos="22400">
                    <a:srgbClr val="F1F4FE"/>
                  </a:gs>
                  <a:gs pos="0">
                    <a:schemeClr val="bg1">
                      <a:alpha val="0"/>
                    </a:schemeClr>
                  </a:gs>
                  <a:gs pos="100000">
                    <a:schemeClr val="accent2">
                      <a:lumMod val="30000"/>
                      <a:lumOff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48" name="TextBox 770">
              <a:extLst>
                <a:ext uri="{FF2B5EF4-FFF2-40B4-BE49-F238E27FC236}">
                  <a16:creationId xmlns:a16="http://schemas.microsoft.com/office/drawing/2014/main" id="{B5B4411B-8681-DA8B-73C0-F6D63B4B340C}"/>
                </a:ext>
              </a:extLst>
            </p:cNvPr>
            <p:cNvSpPr txBox="1"/>
            <p:nvPr/>
          </p:nvSpPr>
          <p:spPr>
            <a:xfrm>
              <a:off x="6370088" y="1879779"/>
              <a:ext cx="1618720" cy="492443"/>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chorCtr="0">
              <a:spAutoFit/>
            </a:bodyPr>
            <a:lstStyle/>
            <a:p>
              <a:pPr>
                <a:spcBef>
                  <a:spcPts val="400"/>
                </a:spcBef>
                <a:buFont typeface="Arial" panose="020B0604020202020204" pitchFamily="34" charset="0"/>
              </a:pPr>
              <a:r>
                <a:rPr lang="en-US" sz="8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In July and August 2025, eque-cel was granted ODD and Priority Review Designation, respectively, by the MFDS</a:t>
              </a:r>
            </a:p>
          </p:txBody>
        </p:sp>
        <p:sp>
          <p:nvSpPr>
            <p:cNvPr id="349" name="Oval 772">
              <a:extLst>
                <a:ext uri="{FF2B5EF4-FFF2-40B4-BE49-F238E27FC236}">
                  <a16:creationId xmlns:a16="http://schemas.microsoft.com/office/drawing/2014/main" id="{ADB3C835-2AC5-82B0-03CC-9CC718843361}"/>
                </a:ext>
              </a:extLst>
            </p:cNvPr>
            <p:cNvSpPr/>
            <p:nvPr/>
          </p:nvSpPr>
          <p:spPr>
            <a:xfrm>
              <a:off x="5684830" y="1805356"/>
              <a:ext cx="641290" cy="64129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900" dirty="0">
                <a:solidFill>
                  <a:schemeClr val="tx1"/>
                </a:solidFill>
              </a:endParaRPr>
            </a:p>
          </p:txBody>
        </p:sp>
        <p:sp>
          <p:nvSpPr>
            <p:cNvPr id="350" name="Oval 773">
              <a:extLst>
                <a:ext uri="{FF2B5EF4-FFF2-40B4-BE49-F238E27FC236}">
                  <a16:creationId xmlns:a16="http://schemas.microsoft.com/office/drawing/2014/main" id="{559315A2-6976-E7CF-3869-A1FEFDA789F2}"/>
                </a:ext>
              </a:extLst>
            </p:cNvPr>
            <p:cNvSpPr/>
            <p:nvPr>
              <p:custDataLst>
                <p:tags r:id="rId27"/>
              </p:custDataLst>
            </p:nvPr>
          </p:nvSpPr>
          <p:spPr>
            <a:xfrm>
              <a:off x="5782284" y="1904228"/>
              <a:ext cx="446384" cy="443548"/>
            </a:xfrm>
            <a:prstGeom prst="ellipse">
              <a:avLst/>
            </a:prstGeom>
            <a:noFill/>
            <a:ln w="9525">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51" name="Oval 774">
              <a:extLst>
                <a:ext uri="{FF2B5EF4-FFF2-40B4-BE49-F238E27FC236}">
                  <a16:creationId xmlns:a16="http://schemas.microsoft.com/office/drawing/2014/main" id="{CDAE9FAC-5F0E-D366-857A-C755BA464D71}"/>
                </a:ext>
              </a:extLst>
            </p:cNvPr>
            <p:cNvSpPr/>
            <p:nvPr>
              <p:custDataLst>
                <p:tags r:id="rId28"/>
              </p:custDataLst>
            </p:nvPr>
          </p:nvSpPr>
          <p:spPr>
            <a:xfrm>
              <a:off x="5738328" y="1858854"/>
              <a:ext cx="534293" cy="534293"/>
            </a:xfrm>
            <a:prstGeom prst="ellipse">
              <a:avLst/>
            </a:prstGeom>
            <a:noFill/>
            <a:ln w="6350">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52" name="Arc 775">
              <a:extLst>
                <a:ext uri="{FF2B5EF4-FFF2-40B4-BE49-F238E27FC236}">
                  <a16:creationId xmlns:a16="http://schemas.microsoft.com/office/drawing/2014/main" id="{BEE966EC-9483-AAAB-3579-A490BCDDCEC5}"/>
                </a:ext>
              </a:extLst>
            </p:cNvPr>
            <p:cNvSpPr/>
            <p:nvPr>
              <p:custDataLst>
                <p:tags r:id="rId29"/>
              </p:custDataLst>
            </p:nvPr>
          </p:nvSpPr>
          <p:spPr>
            <a:xfrm flipH="1">
              <a:off x="5738328" y="1858854"/>
              <a:ext cx="534293" cy="534293"/>
            </a:xfrm>
            <a:prstGeom prst="arc">
              <a:avLst>
                <a:gd name="adj1" fmla="val 13674736"/>
                <a:gd name="adj2" fmla="val 5413111"/>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pic>
          <p:nvPicPr>
            <p:cNvPr id="353" name="Picture 913" descr="A flag in a circle&#10;&#10;AI-generated content may be incorrect.">
              <a:extLst>
                <a:ext uri="{FF2B5EF4-FFF2-40B4-BE49-F238E27FC236}">
                  <a16:creationId xmlns:a16="http://schemas.microsoft.com/office/drawing/2014/main" id="{B26DD8EE-4112-9A75-6A95-655AE5CB3F34}"/>
                </a:ext>
              </a:extLst>
            </p:cNvPr>
            <p:cNvPicPr>
              <a:picLocks noChangeAspect="1"/>
            </p:cNvPicPr>
            <p:nvPr/>
          </p:nvPicPr>
          <p:blipFill>
            <a:blip r:embed="rId291"/>
            <a:stretch>
              <a:fillRect/>
            </a:stretch>
          </p:blipFill>
          <p:spPr>
            <a:xfrm>
              <a:off x="5785336" y="1904354"/>
              <a:ext cx="448056" cy="448056"/>
            </a:xfrm>
            <a:prstGeom prst="rect">
              <a:avLst/>
            </a:prstGeom>
          </p:spPr>
        </p:pic>
      </p:grpSp>
      <p:grpSp>
        <p:nvGrpSpPr>
          <p:cNvPr id="354" name="Group 1088">
            <a:extLst>
              <a:ext uri="{FF2B5EF4-FFF2-40B4-BE49-F238E27FC236}">
                <a16:creationId xmlns:a16="http://schemas.microsoft.com/office/drawing/2014/main" id="{3D5EFE2B-0260-9405-360B-E82FEE85D3D1}"/>
              </a:ext>
            </a:extLst>
          </p:cNvPr>
          <p:cNvGrpSpPr/>
          <p:nvPr/>
        </p:nvGrpSpPr>
        <p:grpSpPr>
          <a:xfrm>
            <a:off x="8574945" y="5539263"/>
            <a:ext cx="2608778" cy="641290"/>
            <a:chOff x="8237530" y="4944796"/>
            <a:chExt cx="2608778" cy="641290"/>
          </a:xfrm>
        </p:grpSpPr>
        <p:sp>
          <p:nvSpPr>
            <p:cNvPr id="355" name="Freeform 99">
              <a:extLst>
                <a:ext uri="{FF2B5EF4-FFF2-40B4-BE49-F238E27FC236}">
                  <a16:creationId xmlns:a16="http://schemas.microsoft.com/office/drawing/2014/main" id="{2889DB37-2EC6-C657-EB3B-2EB6DAD26A98}"/>
                </a:ext>
              </a:extLst>
            </p:cNvPr>
            <p:cNvSpPr/>
            <p:nvPr>
              <p:custDataLst>
                <p:tags r:id="rId22"/>
              </p:custDataLst>
            </p:nvPr>
          </p:nvSpPr>
          <p:spPr>
            <a:xfrm>
              <a:off x="8600749" y="4983290"/>
              <a:ext cx="2245559" cy="564303"/>
            </a:xfrm>
            <a:prstGeom prst="rect">
              <a:avLst/>
            </a:prstGeom>
            <a:gradFill>
              <a:gsLst>
                <a:gs pos="15000">
                  <a:srgbClr val="E3EAFD"/>
                </a:gs>
                <a:gs pos="0">
                  <a:schemeClr val="bg1">
                    <a:alpha val="0"/>
                  </a:schemeClr>
                </a:gs>
                <a:gs pos="100000">
                  <a:schemeClr val="accent2">
                    <a:lumMod val="30000"/>
                    <a:lumOff val="70000"/>
                  </a:schemeClr>
                </a:gs>
              </a:gsLst>
              <a:lin ang="10800000" scaled="0"/>
            </a:gradFill>
            <a:ln w="9525">
              <a:gradFill flip="none" rotWithShape="1">
                <a:gsLst>
                  <a:gs pos="22400">
                    <a:srgbClr val="F1F4FE"/>
                  </a:gs>
                  <a:gs pos="0">
                    <a:schemeClr val="bg1">
                      <a:alpha val="0"/>
                    </a:schemeClr>
                  </a:gs>
                  <a:gs pos="100000">
                    <a:schemeClr val="accent2">
                      <a:lumMod val="30000"/>
                      <a:lumOff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56" name="TextBox 822">
              <a:extLst>
                <a:ext uri="{FF2B5EF4-FFF2-40B4-BE49-F238E27FC236}">
                  <a16:creationId xmlns:a16="http://schemas.microsoft.com/office/drawing/2014/main" id="{03E24623-A184-2909-3B36-6BA0A817892B}"/>
                </a:ext>
              </a:extLst>
            </p:cNvPr>
            <p:cNvSpPr txBox="1"/>
            <p:nvPr/>
          </p:nvSpPr>
          <p:spPr>
            <a:xfrm>
              <a:off x="8922787" y="4996136"/>
              <a:ext cx="1618720" cy="538609"/>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chorCtr="0">
              <a:spAutoFit/>
            </a:bodyPr>
            <a:lstStyle/>
            <a:p>
              <a:pPr>
                <a:spcBef>
                  <a:spcPts val="400"/>
                </a:spcBef>
                <a:buFont typeface="Arial" panose="020B0604020202020204" pitchFamily="34" charset="0"/>
              </a:pPr>
              <a:r>
                <a:rPr lang="en-US" sz="7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In November 2025, the DOH approved the BLA for eque-cel, reinforcing Hong Kong’s role as a ‘‘</a:t>
              </a:r>
              <a:r>
                <a:rPr lang="en-US" sz="700" b="1" i="0" u="sng" strike="noStrike" cap="none" baseline="0" dirty="0">
                  <a:solidFill>
                    <a:srgbClr val="082C86"/>
                  </a:solidFill>
                  <a:effectLst/>
                  <a:uFill>
                    <a:solidFill>
                      <a:srgbClr val="082C86"/>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frontline hub</a:t>
              </a:r>
              <a:r>
                <a:rPr lang="en-US" sz="7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 in our localized registration strategy and international rollout</a:t>
              </a:r>
            </a:p>
          </p:txBody>
        </p:sp>
        <p:sp>
          <p:nvSpPr>
            <p:cNvPr id="357" name="Oval 830">
              <a:extLst>
                <a:ext uri="{FF2B5EF4-FFF2-40B4-BE49-F238E27FC236}">
                  <a16:creationId xmlns:a16="http://schemas.microsoft.com/office/drawing/2014/main" id="{678B0B72-F282-6A1D-5354-E3891D93A729}"/>
                </a:ext>
              </a:extLst>
            </p:cNvPr>
            <p:cNvSpPr/>
            <p:nvPr/>
          </p:nvSpPr>
          <p:spPr>
            <a:xfrm>
              <a:off x="8237530" y="4944796"/>
              <a:ext cx="641290" cy="64129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900" dirty="0">
                <a:solidFill>
                  <a:schemeClr val="tx1"/>
                </a:solidFill>
              </a:endParaRPr>
            </a:p>
          </p:txBody>
        </p:sp>
        <p:sp>
          <p:nvSpPr>
            <p:cNvPr id="358" name="Oval 831">
              <a:extLst>
                <a:ext uri="{FF2B5EF4-FFF2-40B4-BE49-F238E27FC236}">
                  <a16:creationId xmlns:a16="http://schemas.microsoft.com/office/drawing/2014/main" id="{938451B0-98B5-1741-A418-874B24B2536E}"/>
                </a:ext>
              </a:extLst>
            </p:cNvPr>
            <p:cNvSpPr/>
            <p:nvPr>
              <p:custDataLst>
                <p:tags r:id="rId23"/>
              </p:custDataLst>
            </p:nvPr>
          </p:nvSpPr>
          <p:spPr>
            <a:xfrm>
              <a:off x="8334984" y="5043668"/>
              <a:ext cx="446384" cy="443548"/>
            </a:xfrm>
            <a:prstGeom prst="ellipse">
              <a:avLst/>
            </a:prstGeom>
            <a:noFill/>
            <a:ln w="9525">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59" name="Oval 832">
              <a:extLst>
                <a:ext uri="{FF2B5EF4-FFF2-40B4-BE49-F238E27FC236}">
                  <a16:creationId xmlns:a16="http://schemas.microsoft.com/office/drawing/2014/main" id="{BED517B6-9EC4-8E02-6F6A-C3DE8FD24925}"/>
                </a:ext>
              </a:extLst>
            </p:cNvPr>
            <p:cNvSpPr/>
            <p:nvPr>
              <p:custDataLst>
                <p:tags r:id="rId24"/>
              </p:custDataLst>
            </p:nvPr>
          </p:nvSpPr>
          <p:spPr>
            <a:xfrm>
              <a:off x="8291028" y="4998294"/>
              <a:ext cx="534293" cy="534293"/>
            </a:xfrm>
            <a:prstGeom prst="ellipse">
              <a:avLst/>
            </a:prstGeom>
            <a:noFill/>
            <a:ln w="6350">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60" name="Arc 833">
              <a:extLst>
                <a:ext uri="{FF2B5EF4-FFF2-40B4-BE49-F238E27FC236}">
                  <a16:creationId xmlns:a16="http://schemas.microsoft.com/office/drawing/2014/main" id="{D037B557-909E-EBC9-88A2-0FB4E120B854}"/>
                </a:ext>
              </a:extLst>
            </p:cNvPr>
            <p:cNvSpPr/>
            <p:nvPr>
              <p:custDataLst>
                <p:tags r:id="rId25"/>
              </p:custDataLst>
            </p:nvPr>
          </p:nvSpPr>
          <p:spPr>
            <a:xfrm flipH="1">
              <a:off x="8291028" y="4998294"/>
              <a:ext cx="534293" cy="534293"/>
            </a:xfrm>
            <a:prstGeom prst="arc">
              <a:avLst>
                <a:gd name="adj1" fmla="val 13674736"/>
                <a:gd name="adj2" fmla="val 5413111"/>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pic>
          <p:nvPicPr>
            <p:cNvPr id="361" name="Picture 1087" descr="A red circle with white flower on it&#10;&#10;AI-generated content may be incorrect.">
              <a:extLst>
                <a:ext uri="{FF2B5EF4-FFF2-40B4-BE49-F238E27FC236}">
                  <a16:creationId xmlns:a16="http://schemas.microsoft.com/office/drawing/2014/main" id="{3F41A215-E430-5F37-2ABA-7AB735BEDE1A}"/>
                </a:ext>
              </a:extLst>
            </p:cNvPr>
            <p:cNvPicPr>
              <a:picLocks noChangeAspect="1"/>
            </p:cNvPicPr>
            <p:nvPr/>
          </p:nvPicPr>
          <p:blipFill>
            <a:blip r:embed="rId292"/>
            <a:stretch>
              <a:fillRect/>
            </a:stretch>
          </p:blipFill>
          <p:spPr>
            <a:xfrm>
              <a:off x="8330260" y="5039034"/>
              <a:ext cx="448056" cy="448056"/>
            </a:xfrm>
            <a:prstGeom prst="rect">
              <a:avLst/>
            </a:prstGeom>
          </p:spPr>
        </p:pic>
      </p:grpSp>
      <p:grpSp>
        <p:nvGrpSpPr>
          <p:cNvPr id="362" name="Group 1091">
            <a:extLst>
              <a:ext uri="{FF2B5EF4-FFF2-40B4-BE49-F238E27FC236}">
                <a16:creationId xmlns:a16="http://schemas.microsoft.com/office/drawing/2014/main" id="{DE54905E-8FAF-3B03-F47C-89EDA12128CD}"/>
              </a:ext>
            </a:extLst>
          </p:cNvPr>
          <p:cNvGrpSpPr/>
          <p:nvPr/>
        </p:nvGrpSpPr>
        <p:grpSpPr>
          <a:xfrm>
            <a:off x="6022245" y="5539263"/>
            <a:ext cx="2608778" cy="641290"/>
            <a:chOff x="5684830" y="4944796"/>
            <a:chExt cx="2608778" cy="641290"/>
          </a:xfrm>
        </p:grpSpPr>
        <p:sp>
          <p:nvSpPr>
            <p:cNvPr id="363" name="Freeform 99">
              <a:extLst>
                <a:ext uri="{FF2B5EF4-FFF2-40B4-BE49-F238E27FC236}">
                  <a16:creationId xmlns:a16="http://schemas.microsoft.com/office/drawing/2014/main" id="{BBCC7915-26FB-17DD-274A-010753AC353D}"/>
                </a:ext>
              </a:extLst>
            </p:cNvPr>
            <p:cNvSpPr/>
            <p:nvPr>
              <p:custDataLst>
                <p:tags r:id="rId18"/>
              </p:custDataLst>
            </p:nvPr>
          </p:nvSpPr>
          <p:spPr>
            <a:xfrm>
              <a:off x="6048049" y="4983290"/>
              <a:ext cx="2245559" cy="564303"/>
            </a:xfrm>
            <a:prstGeom prst="rect">
              <a:avLst/>
            </a:prstGeom>
            <a:gradFill>
              <a:gsLst>
                <a:gs pos="15000">
                  <a:srgbClr val="E3EAFD"/>
                </a:gs>
                <a:gs pos="0">
                  <a:schemeClr val="bg1">
                    <a:alpha val="0"/>
                  </a:schemeClr>
                </a:gs>
                <a:gs pos="100000">
                  <a:schemeClr val="accent2">
                    <a:lumMod val="30000"/>
                    <a:lumOff val="70000"/>
                  </a:schemeClr>
                </a:gs>
              </a:gsLst>
              <a:lin ang="10800000" scaled="0"/>
            </a:gradFill>
            <a:ln w="9525">
              <a:gradFill flip="none" rotWithShape="1">
                <a:gsLst>
                  <a:gs pos="22400">
                    <a:srgbClr val="F1F4FE"/>
                  </a:gs>
                  <a:gs pos="0">
                    <a:schemeClr val="bg1">
                      <a:alpha val="0"/>
                    </a:schemeClr>
                  </a:gs>
                  <a:gs pos="100000">
                    <a:schemeClr val="accent2">
                      <a:lumMod val="30000"/>
                      <a:lumOff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grpSp>
          <p:nvGrpSpPr>
            <p:cNvPr id="364" name="Group 1090">
              <a:extLst>
                <a:ext uri="{FF2B5EF4-FFF2-40B4-BE49-F238E27FC236}">
                  <a16:creationId xmlns:a16="http://schemas.microsoft.com/office/drawing/2014/main" id="{D8FE19D4-8555-5FF1-DEC8-807F6014818D}"/>
                </a:ext>
              </a:extLst>
            </p:cNvPr>
            <p:cNvGrpSpPr/>
            <p:nvPr/>
          </p:nvGrpSpPr>
          <p:grpSpPr>
            <a:xfrm>
              <a:off x="5684830" y="4944796"/>
              <a:ext cx="2303978" cy="641290"/>
              <a:chOff x="5684830" y="4944796"/>
              <a:chExt cx="2303978" cy="641290"/>
            </a:xfrm>
          </p:grpSpPr>
          <p:sp>
            <p:nvSpPr>
              <p:cNvPr id="365" name="TextBox 807">
                <a:extLst>
                  <a:ext uri="{FF2B5EF4-FFF2-40B4-BE49-F238E27FC236}">
                    <a16:creationId xmlns:a16="http://schemas.microsoft.com/office/drawing/2014/main" id="{6B59EF60-CCD9-02E0-A728-F01F98DCA418}"/>
                  </a:ext>
                </a:extLst>
              </p:cNvPr>
              <p:cNvSpPr txBox="1"/>
              <p:nvPr/>
            </p:nvSpPr>
            <p:spPr>
              <a:xfrm>
                <a:off x="6370088" y="4988442"/>
                <a:ext cx="1618720" cy="553998"/>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chorCtr="0">
                <a:spAutoFit/>
              </a:bodyPr>
              <a:lstStyle/>
              <a:p>
                <a:pPr>
                  <a:spcBef>
                    <a:spcPts val="400"/>
                  </a:spcBef>
                  <a:buFont typeface="Arial" panose="020B0604020202020204" pitchFamily="34" charset="0"/>
                </a:pPr>
                <a:r>
                  <a:rPr lang="en-US" sz="9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In March 2025, Macau became the first jurisdiction outside Chinese mainland to formally approve eque-cel</a:t>
                </a:r>
              </a:p>
            </p:txBody>
          </p:sp>
          <p:sp>
            <p:nvSpPr>
              <p:cNvPr id="366" name="Oval 815">
                <a:extLst>
                  <a:ext uri="{FF2B5EF4-FFF2-40B4-BE49-F238E27FC236}">
                    <a16:creationId xmlns:a16="http://schemas.microsoft.com/office/drawing/2014/main" id="{600F9C1E-8B46-4B4A-24EA-3AD27742CB82}"/>
                  </a:ext>
                </a:extLst>
              </p:cNvPr>
              <p:cNvSpPr/>
              <p:nvPr/>
            </p:nvSpPr>
            <p:spPr>
              <a:xfrm>
                <a:off x="5684830" y="4944796"/>
                <a:ext cx="641290" cy="64129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900" dirty="0">
                  <a:solidFill>
                    <a:schemeClr val="tx1"/>
                  </a:solidFill>
                </a:endParaRPr>
              </a:p>
            </p:txBody>
          </p:sp>
          <p:sp>
            <p:nvSpPr>
              <p:cNvPr id="367" name="Oval 816">
                <a:extLst>
                  <a:ext uri="{FF2B5EF4-FFF2-40B4-BE49-F238E27FC236}">
                    <a16:creationId xmlns:a16="http://schemas.microsoft.com/office/drawing/2014/main" id="{2A7807F0-F97A-0666-2211-037E77FC75A4}"/>
                  </a:ext>
                </a:extLst>
              </p:cNvPr>
              <p:cNvSpPr/>
              <p:nvPr>
                <p:custDataLst>
                  <p:tags r:id="rId19"/>
                </p:custDataLst>
              </p:nvPr>
            </p:nvSpPr>
            <p:spPr>
              <a:xfrm>
                <a:off x="5782284" y="5043668"/>
                <a:ext cx="446384" cy="443548"/>
              </a:xfrm>
              <a:prstGeom prst="ellipse">
                <a:avLst/>
              </a:prstGeom>
              <a:noFill/>
              <a:ln w="9525">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68" name="Oval 817">
                <a:extLst>
                  <a:ext uri="{FF2B5EF4-FFF2-40B4-BE49-F238E27FC236}">
                    <a16:creationId xmlns:a16="http://schemas.microsoft.com/office/drawing/2014/main" id="{7ED39837-F6D7-8ACC-8309-0AF061261744}"/>
                  </a:ext>
                </a:extLst>
              </p:cNvPr>
              <p:cNvSpPr/>
              <p:nvPr>
                <p:custDataLst>
                  <p:tags r:id="rId20"/>
                </p:custDataLst>
              </p:nvPr>
            </p:nvSpPr>
            <p:spPr>
              <a:xfrm>
                <a:off x="5738328" y="4998294"/>
                <a:ext cx="534293" cy="534293"/>
              </a:xfrm>
              <a:prstGeom prst="ellipse">
                <a:avLst/>
              </a:prstGeom>
              <a:noFill/>
              <a:ln w="6350">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69" name="Arc 818">
                <a:extLst>
                  <a:ext uri="{FF2B5EF4-FFF2-40B4-BE49-F238E27FC236}">
                    <a16:creationId xmlns:a16="http://schemas.microsoft.com/office/drawing/2014/main" id="{58264E2C-FC89-3B70-2849-744DFECDBE45}"/>
                  </a:ext>
                </a:extLst>
              </p:cNvPr>
              <p:cNvSpPr/>
              <p:nvPr>
                <p:custDataLst>
                  <p:tags r:id="rId21"/>
                </p:custDataLst>
              </p:nvPr>
            </p:nvSpPr>
            <p:spPr>
              <a:xfrm flipH="1">
                <a:off x="5738328" y="4998294"/>
                <a:ext cx="534293" cy="534293"/>
              </a:xfrm>
              <a:prstGeom prst="arc">
                <a:avLst>
                  <a:gd name="adj1" fmla="val 13674736"/>
                  <a:gd name="adj2" fmla="val 5413111"/>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grpSp>
      </p:grpSp>
      <p:grpSp>
        <p:nvGrpSpPr>
          <p:cNvPr id="370" name="Group 1093">
            <a:extLst>
              <a:ext uri="{FF2B5EF4-FFF2-40B4-BE49-F238E27FC236}">
                <a16:creationId xmlns:a16="http://schemas.microsoft.com/office/drawing/2014/main" id="{4EFF631C-0945-41E5-BB4C-5B2233F8AE59}"/>
              </a:ext>
            </a:extLst>
          </p:cNvPr>
          <p:cNvGrpSpPr/>
          <p:nvPr/>
        </p:nvGrpSpPr>
        <p:grpSpPr>
          <a:xfrm>
            <a:off x="3469545" y="2399823"/>
            <a:ext cx="2608778" cy="641290"/>
            <a:chOff x="3132130" y="1805356"/>
            <a:chExt cx="2608778" cy="641290"/>
          </a:xfrm>
        </p:grpSpPr>
        <p:sp>
          <p:nvSpPr>
            <p:cNvPr id="371" name="Freeform 99">
              <a:extLst>
                <a:ext uri="{FF2B5EF4-FFF2-40B4-BE49-F238E27FC236}">
                  <a16:creationId xmlns:a16="http://schemas.microsoft.com/office/drawing/2014/main" id="{125831BE-3DC5-0B8D-B915-0BD5B64AEAF0}"/>
                </a:ext>
              </a:extLst>
            </p:cNvPr>
            <p:cNvSpPr/>
            <p:nvPr>
              <p:custDataLst>
                <p:tags r:id="rId14"/>
              </p:custDataLst>
            </p:nvPr>
          </p:nvSpPr>
          <p:spPr>
            <a:xfrm>
              <a:off x="3495349" y="1843850"/>
              <a:ext cx="2245559" cy="564303"/>
            </a:xfrm>
            <a:prstGeom prst="rect">
              <a:avLst/>
            </a:prstGeom>
            <a:gradFill>
              <a:gsLst>
                <a:gs pos="15000">
                  <a:srgbClr val="E3EAFD"/>
                </a:gs>
                <a:gs pos="0">
                  <a:schemeClr val="bg1">
                    <a:alpha val="0"/>
                  </a:schemeClr>
                </a:gs>
                <a:gs pos="100000">
                  <a:schemeClr val="accent2">
                    <a:lumMod val="30000"/>
                    <a:lumOff val="70000"/>
                  </a:schemeClr>
                </a:gs>
              </a:gsLst>
              <a:lin ang="10800000" scaled="0"/>
            </a:gradFill>
            <a:ln w="9525">
              <a:gradFill flip="none" rotWithShape="1">
                <a:gsLst>
                  <a:gs pos="22400">
                    <a:srgbClr val="F1F4FE"/>
                  </a:gs>
                  <a:gs pos="0">
                    <a:schemeClr val="bg1">
                      <a:alpha val="0"/>
                    </a:schemeClr>
                  </a:gs>
                  <a:gs pos="100000">
                    <a:schemeClr val="accent2">
                      <a:lumMod val="30000"/>
                      <a:lumOff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72" name="TextBox 498">
              <a:extLst>
                <a:ext uri="{FF2B5EF4-FFF2-40B4-BE49-F238E27FC236}">
                  <a16:creationId xmlns:a16="http://schemas.microsoft.com/office/drawing/2014/main" id="{B9771F3E-C3DD-C99E-CFB8-8831149B8AA8}"/>
                </a:ext>
              </a:extLst>
            </p:cNvPr>
            <p:cNvSpPr txBox="1"/>
            <p:nvPr/>
          </p:nvSpPr>
          <p:spPr>
            <a:xfrm>
              <a:off x="3817388" y="1920261"/>
              <a:ext cx="1618720" cy="411480"/>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chorCtr="0">
              <a:spAutoFit/>
            </a:bodyPr>
            <a:lstStyle/>
            <a:p>
              <a:pPr>
                <a:spcBef>
                  <a:spcPts val="400"/>
                </a:spcBef>
                <a:buFont typeface="Arial" panose="020B0604020202020204" pitchFamily="34" charset="0"/>
              </a:pPr>
              <a:r>
                <a:rPr lang="en-US" sz="9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In January 2025, the HSA accepted the BLA submitted by us</a:t>
              </a:r>
            </a:p>
          </p:txBody>
        </p:sp>
        <p:sp>
          <p:nvSpPr>
            <p:cNvPr id="373" name="Oval 500">
              <a:extLst>
                <a:ext uri="{FF2B5EF4-FFF2-40B4-BE49-F238E27FC236}">
                  <a16:creationId xmlns:a16="http://schemas.microsoft.com/office/drawing/2014/main" id="{92A6DC22-4E0E-4068-9F0D-D7CBA94E35B0}"/>
                </a:ext>
              </a:extLst>
            </p:cNvPr>
            <p:cNvSpPr/>
            <p:nvPr/>
          </p:nvSpPr>
          <p:spPr>
            <a:xfrm>
              <a:off x="3132130" y="1805356"/>
              <a:ext cx="641290" cy="64129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900" dirty="0">
                <a:solidFill>
                  <a:schemeClr val="tx1"/>
                </a:solidFill>
              </a:endParaRPr>
            </a:p>
          </p:txBody>
        </p:sp>
        <p:sp>
          <p:nvSpPr>
            <p:cNvPr id="374" name="Oval 501">
              <a:extLst>
                <a:ext uri="{FF2B5EF4-FFF2-40B4-BE49-F238E27FC236}">
                  <a16:creationId xmlns:a16="http://schemas.microsoft.com/office/drawing/2014/main" id="{27598DCF-4845-0BFF-F0D3-67419F617437}"/>
                </a:ext>
              </a:extLst>
            </p:cNvPr>
            <p:cNvSpPr/>
            <p:nvPr>
              <p:custDataLst>
                <p:tags r:id="rId15"/>
              </p:custDataLst>
            </p:nvPr>
          </p:nvSpPr>
          <p:spPr>
            <a:xfrm>
              <a:off x="3229584" y="1904228"/>
              <a:ext cx="446384" cy="443548"/>
            </a:xfrm>
            <a:prstGeom prst="ellipse">
              <a:avLst/>
            </a:prstGeom>
            <a:noFill/>
            <a:ln w="9525">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75" name="Oval 502">
              <a:extLst>
                <a:ext uri="{FF2B5EF4-FFF2-40B4-BE49-F238E27FC236}">
                  <a16:creationId xmlns:a16="http://schemas.microsoft.com/office/drawing/2014/main" id="{CCCDE6E9-AE4E-6481-445F-FF08754A1324}"/>
                </a:ext>
              </a:extLst>
            </p:cNvPr>
            <p:cNvSpPr/>
            <p:nvPr>
              <p:custDataLst>
                <p:tags r:id="rId16"/>
              </p:custDataLst>
            </p:nvPr>
          </p:nvSpPr>
          <p:spPr>
            <a:xfrm>
              <a:off x="3185628" y="1858854"/>
              <a:ext cx="534293" cy="534293"/>
            </a:xfrm>
            <a:prstGeom prst="ellipse">
              <a:avLst/>
            </a:prstGeom>
            <a:noFill/>
            <a:ln w="6350">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76" name="Arc 503">
              <a:extLst>
                <a:ext uri="{FF2B5EF4-FFF2-40B4-BE49-F238E27FC236}">
                  <a16:creationId xmlns:a16="http://schemas.microsoft.com/office/drawing/2014/main" id="{98C31955-3912-5F3A-EFB2-1EAA2719869B}"/>
                </a:ext>
              </a:extLst>
            </p:cNvPr>
            <p:cNvSpPr/>
            <p:nvPr>
              <p:custDataLst>
                <p:tags r:id="rId17"/>
              </p:custDataLst>
            </p:nvPr>
          </p:nvSpPr>
          <p:spPr>
            <a:xfrm flipH="1">
              <a:off x="3185628" y="1858854"/>
              <a:ext cx="534293" cy="534293"/>
            </a:xfrm>
            <a:prstGeom prst="arc">
              <a:avLst>
                <a:gd name="adj1" fmla="val 13674736"/>
                <a:gd name="adj2" fmla="val 5413111"/>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grpSp>
      <p:grpSp>
        <p:nvGrpSpPr>
          <p:cNvPr id="377" name="Group 1096">
            <a:extLst>
              <a:ext uri="{FF2B5EF4-FFF2-40B4-BE49-F238E27FC236}">
                <a16:creationId xmlns:a16="http://schemas.microsoft.com/office/drawing/2014/main" id="{B3D2FE15-2245-AD43-2A6F-F8A6C4B42BB6}"/>
              </a:ext>
            </a:extLst>
          </p:cNvPr>
          <p:cNvGrpSpPr/>
          <p:nvPr/>
        </p:nvGrpSpPr>
        <p:grpSpPr>
          <a:xfrm>
            <a:off x="3469545" y="5539263"/>
            <a:ext cx="2608778" cy="641290"/>
            <a:chOff x="3132130" y="4944796"/>
            <a:chExt cx="2608778" cy="641290"/>
          </a:xfrm>
        </p:grpSpPr>
        <p:sp>
          <p:nvSpPr>
            <p:cNvPr id="378" name="Freeform 99">
              <a:extLst>
                <a:ext uri="{FF2B5EF4-FFF2-40B4-BE49-F238E27FC236}">
                  <a16:creationId xmlns:a16="http://schemas.microsoft.com/office/drawing/2014/main" id="{D6E035C8-10FF-D0AA-BD86-803376F7EA1C}"/>
                </a:ext>
              </a:extLst>
            </p:cNvPr>
            <p:cNvSpPr/>
            <p:nvPr>
              <p:custDataLst>
                <p:tags r:id="rId10"/>
              </p:custDataLst>
            </p:nvPr>
          </p:nvSpPr>
          <p:spPr>
            <a:xfrm>
              <a:off x="3495349" y="4983290"/>
              <a:ext cx="2245559" cy="564303"/>
            </a:xfrm>
            <a:prstGeom prst="rect">
              <a:avLst/>
            </a:prstGeom>
            <a:gradFill>
              <a:gsLst>
                <a:gs pos="15000">
                  <a:srgbClr val="E3EAFD"/>
                </a:gs>
                <a:gs pos="0">
                  <a:schemeClr val="bg1">
                    <a:alpha val="0"/>
                  </a:schemeClr>
                </a:gs>
                <a:gs pos="100000">
                  <a:schemeClr val="accent2">
                    <a:lumMod val="30000"/>
                    <a:lumOff val="70000"/>
                  </a:schemeClr>
                </a:gs>
              </a:gsLst>
              <a:lin ang="10800000" scaled="0"/>
            </a:gradFill>
            <a:ln w="9525">
              <a:gradFill flip="none" rotWithShape="1">
                <a:gsLst>
                  <a:gs pos="22400">
                    <a:srgbClr val="F1F4FE"/>
                  </a:gs>
                  <a:gs pos="0">
                    <a:schemeClr val="bg1">
                      <a:alpha val="0"/>
                    </a:schemeClr>
                  </a:gs>
                  <a:gs pos="100000">
                    <a:schemeClr val="accent2">
                      <a:lumMod val="30000"/>
                      <a:lumOff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grpSp>
          <p:nvGrpSpPr>
            <p:cNvPr id="379" name="Group 1095">
              <a:extLst>
                <a:ext uri="{FF2B5EF4-FFF2-40B4-BE49-F238E27FC236}">
                  <a16:creationId xmlns:a16="http://schemas.microsoft.com/office/drawing/2014/main" id="{C00458CD-BA50-CF1C-CA09-AA0FE5830A76}"/>
                </a:ext>
              </a:extLst>
            </p:cNvPr>
            <p:cNvGrpSpPr/>
            <p:nvPr/>
          </p:nvGrpSpPr>
          <p:grpSpPr>
            <a:xfrm>
              <a:off x="3132130" y="4944796"/>
              <a:ext cx="2303978" cy="641290"/>
              <a:chOff x="3132130" y="4944796"/>
              <a:chExt cx="2303978" cy="641290"/>
            </a:xfrm>
          </p:grpSpPr>
          <p:sp>
            <p:nvSpPr>
              <p:cNvPr id="380" name="TextBox 798">
                <a:extLst>
                  <a:ext uri="{FF2B5EF4-FFF2-40B4-BE49-F238E27FC236}">
                    <a16:creationId xmlns:a16="http://schemas.microsoft.com/office/drawing/2014/main" id="{0EC92B70-1A9B-6C4E-4FE9-D2D9C05A1367}"/>
                  </a:ext>
                </a:extLst>
              </p:cNvPr>
              <p:cNvSpPr txBox="1"/>
              <p:nvPr/>
            </p:nvSpPr>
            <p:spPr>
              <a:xfrm>
                <a:off x="3817387" y="5128281"/>
                <a:ext cx="1618720" cy="274320"/>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chorCtr="0">
                <a:spAutoFit/>
              </a:bodyPr>
              <a:lstStyle/>
              <a:p>
                <a:pPr>
                  <a:spcBef>
                    <a:spcPts val="400"/>
                  </a:spcBef>
                  <a:buFont typeface="Arial" panose="020B0604020202020204" pitchFamily="34" charset="0"/>
                </a:pPr>
                <a:r>
                  <a:rPr lang="en-US" sz="9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The BLA was accepted by the EDE</a:t>
                </a:r>
              </a:p>
            </p:txBody>
          </p:sp>
          <p:sp>
            <p:nvSpPr>
              <p:cNvPr id="381" name="Oval 800">
                <a:extLst>
                  <a:ext uri="{FF2B5EF4-FFF2-40B4-BE49-F238E27FC236}">
                    <a16:creationId xmlns:a16="http://schemas.microsoft.com/office/drawing/2014/main" id="{ED7C35BF-F13F-6CCC-8017-AACA3B116295}"/>
                  </a:ext>
                </a:extLst>
              </p:cNvPr>
              <p:cNvSpPr/>
              <p:nvPr/>
            </p:nvSpPr>
            <p:spPr>
              <a:xfrm>
                <a:off x="3132130" y="4944796"/>
                <a:ext cx="641290" cy="64129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900" dirty="0">
                  <a:solidFill>
                    <a:schemeClr val="tx1"/>
                  </a:solidFill>
                </a:endParaRPr>
              </a:p>
            </p:txBody>
          </p:sp>
          <p:sp>
            <p:nvSpPr>
              <p:cNvPr id="382" name="Oval 801">
                <a:extLst>
                  <a:ext uri="{FF2B5EF4-FFF2-40B4-BE49-F238E27FC236}">
                    <a16:creationId xmlns:a16="http://schemas.microsoft.com/office/drawing/2014/main" id="{A96960C1-6446-37BE-FCAD-374D9568F95C}"/>
                  </a:ext>
                </a:extLst>
              </p:cNvPr>
              <p:cNvSpPr/>
              <p:nvPr>
                <p:custDataLst>
                  <p:tags r:id="rId11"/>
                </p:custDataLst>
              </p:nvPr>
            </p:nvSpPr>
            <p:spPr>
              <a:xfrm>
                <a:off x="3229584" y="5043668"/>
                <a:ext cx="446384" cy="443548"/>
              </a:xfrm>
              <a:prstGeom prst="ellipse">
                <a:avLst/>
              </a:prstGeom>
              <a:noFill/>
              <a:ln w="9525">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83" name="Oval 802">
                <a:extLst>
                  <a:ext uri="{FF2B5EF4-FFF2-40B4-BE49-F238E27FC236}">
                    <a16:creationId xmlns:a16="http://schemas.microsoft.com/office/drawing/2014/main" id="{3412D7C8-8015-E629-CD27-84537F51FAB9}"/>
                  </a:ext>
                </a:extLst>
              </p:cNvPr>
              <p:cNvSpPr/>
              <p:nvPr>
                <p:custDataLst>
                  <p:tags r:id="rId12"/>
                </p:custDataLst>
              </p:nvPr>
            </p:nvSpPr>
            <p:spPr>
              <a:xfrm>
                <a:off x="3185628" y="4998294"/>
                <a:ext cx="534293" cy="534293"/>
              </a:xfrm>
              <a:prstGeom prst="ellipse">
                <a:avLst/>
              </a:prstGeom>
              <a:noFill/>
              <a:ln w="6350">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84" name="Arc 803">
                <a:extLst>
                  <a:ext uri="{FF2B5EF4-FFF2-40B4-BE49-F238E27FC236}">
                    <a16:creationId xmlns:a16="http://schemas.microsoft.com/office/drawing/2014/main" id="{FE8A3D18-9592-526B-A84F-9B779251C538}"/>
                  </a:ext>
                </a:extLst>
              </p:cNvPr>
              <p:cNvSpPr/>
              <p:nvPr>
                <p:custDataLst>
                  <p:tags r:id="rId13"/>
                </p:custDataLst>
              </p:nvPr>
            </p:nvSpPr>
            <p:spPr>
              <a:xfrm flipH="1">
                <a:off x="3185628" y="4998294"/>
                <a:ext cx="534293" cy="534293"/>
              </a:xfrm>
              <a:prstGeom prst="arc">
                <a:avLst>
                  <a:gd name="adj1" fmla="val 13674736"/>
                  <a:gd name="adj2" fmla="val 5413111"/>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pic>
            <p:nvPicPr>
              <p:cNvPr id="385" name="Picture 1094" descr="A circle with a red green white and black flag&#10;&#10;AI-generated content may be incorrect.">
                <a:extLst>
                  <a:ext uri="{FF2B5EF4-FFF2-40B4-BE49-F238E27FC236}">
                    <a16:creationId xmlns:a16="http://schemas.microsoft.com/office/drawing/2014/main" id="{CA889CCF-1E60-BD4A-F7BC-C0947EAA60C0}"/>
                  </a:ext>
                </a:extLst>
              </p:cNvPr>
              <p:cNvPicPr>
                <a:picLocks noChangeAspect="1"/>
              </p:cNvPicPr>
              <p:nvPr/>
            </p:nvPicPr>
            <p:blipFill>
              <a:blip r:embed="rId294"/>
              <a:stretch>
                <a:fillRect/>
              </a:stretch>
            </p:blipFill>
            <p:spPr>
              <a:xfrm>
                <a:off x="3232636" y="5039034"/>
                <a:ext cx="448056" cy="448056"/>
              </a:xfrm>
              <a:prstGeom prst="rect">
                <a:avLst/>
              </a:prstGeom>
            </p:spPr>
          </p:pic>
        </p:grpSp>
      </p:grpSp>
      <p:grpSp>
        <p:nvGrpSpPr>
          <p:cNvPr id="386" name="Group 1098">
            <a:extLst>
              <a:ext uri="{FF2B5EF4-FFF2-40B4-BE49-F238E27FC236}">
                <a16:creationId xmlns:a16="http://schemas.microsoft.com/office/drawing/2014/main" id="{618CA5DC-35EB-9123-7DDA-F193A3A08476}"/>
              </a:ext>
            </a:extLst>
          </p:cNvPr>
          <p:cNvGrpSpPr/>
          <p:nvPr/>
        </p:nvGrpSpPr>
        <p:grpSpPr>
          <a:xfrm>
            <a:off x="916845" y="2399823"/>
            <a:ext cx="2608778" cy="641290"/>
            <a:chOff x="579430" y="1805356"/>
            <a:chExt cx="2608778" cy="641290"/>
          </a:xfrm>
        </p:grpSpPr>
        <p:sp>
          <p:nvSpPr>
            <p:cNvPr id="387" name="Freeform 99">
              <a:extLst>
                <a:ext uri="{FF2B5EF4-FFF2-40B4-BE49-F238E27FC236}">
                  <a16:creationId xmlns:a16="http://schemas.microsoft.com/office/drawing/2014/main" id="{04AA2872-C1CB-F55E-882D-B63DF406397A}"/>
                </a:ext>
              </a:extLst>
            </p:cNvPr>
            <p:cNvSpPr/>
            <p:nvPr>
              <p:custDataLst>
                <p:tags r:id="rId6"/>
              </p:custDataLst>
            </p:nvPr>
          </p:nvSpPr>
          <p:spPr>
            <a:xfrm>
              <a:off x="942649" y="1843850"/>
              <a:ext cx="2245559" cy="564303"/>
            </a:xfrm>
            <a:prstGeom prst="rect">
              <a:avLst/>
            </a:prstGeom>
            <a:gradFill>
              <a:gsLst>
                <a:gs pos="15000">
                  <a:srgbClr val="E3EAFD"/>
                </a:gs>
                <a:gs pos="0">
                  <a:schemeClr val="bg1">
                    <a:alpha val="0"/>
                  </a:schemeClr>
                </a:gs>
                <a:gs pos="100000">
                  <a:schemeClr val="accent2">
                    <a:lumMod val="30000"/>
                    <a:lumOff val="70000"/>
                  </a:schemeClr>
                </a:gs>
              </a:gsLst>
              <a:lin ang="10800000" scaled="0"/>
            </a:gradFill>
            <a:ln w="9525">
              <a:gradFill flip="none" rotWithShape="1">
                <a:gsLst>
                  <a:gs pos="22400">
                    <a:srgbClr val="F1F4FE"/>
                  </a:gs>
                  <a:gs pos="0">
                    <a:schemeClr val="bg1">
                      <a:alpha val="0"/>
                    </a:schemeClr>
                  </a:gs>
                  <a:gs pos="100000">
                    <a:schemeClr val="accent2">
                      <a:lumMod val="30000"/>
                      <a:lumOff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88" name="TextBox 889">
              <a:extLst>
                <a:ext uri="{FF2B5EF4-FFF2-40B4-BE49-F238E27FC236}">
                  <a16:creationId xmlns:a16="http://schemas.microsoft.com/office/drawing/2014/main" id="{E88B3812-4585-81A1-6EB5-B6AE07862455}"/>
                </a:ext>
              </a:extLst>
            </p:cNvPr>
            <p:cNvSpPr txBox="1"/>
            <p:nvPr/>
          </p:nvSpPr>
          <p:spPr>
            <a:xfrm>
              <a:off x="1264688" y="1856696"/>
              <a:ext cx="1618720" cy="538609"/>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chorCtr="0">
              <a:spAutoFit/>
            </a:bodyPr>
            <a:lstStyle/>
            <a:p>
              <a:pPr>
                <a:spcBef>
                  <a:spcPts val="400"/>
                </a:spcBef>
                <a:buFont typeface="Arial" panose="020B0604020202020204" pitchFamily="34" charset="0"/>
              </a:pPr>
              <a:r>
                <a:rPr lang="en-US" sz="7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From April to August 2024, we received IND approval from the U.S. FDA to conduct clinical trials of </a:t>
              </a:r>
              <a:br>
                <a:rPr lang="en-US" sz="7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br>
              <a:r>
                <a:rPr lang="en-US" sz="7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eque-cel in patients with MG, </a:t>
              </a:r>
              <a:r>
                <a:rPr lang="en-US" sz="700" b="1" dirty="0">
                  <a:solidFill>
                    <a:srgbClr val="082C86"/>
                  </a:solidFill>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M</a:t>
              </a:r>
              <a:r>
                <a:rPr lang="en-US" sz="7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S, and SLE/LN</a:t>
              </a:r>
            </a:p>
          </p:txBody>
        </p:sp>
        <p:sp>
          <p:nvSpPr>
            <p:cNvPr id="389" name="Oval 891">
              <a:extLst>
                <a:ext uri="{FF2B5EF4-FFF2-40B4-BE49-F238E27FC236}">
                  <a16:creationId xmlns:a16="http://schemas.microsoft.com/office/drawing/2014/main" id="{5C1337CA-84FC-31A5-EBE7-D64597C5EEE1}"/>
                </a:ext>
              </a:extLst>
            </p:cNvPr>
            <p:cNvSpPr/>
            <p:nvPr/>
          </p:nvSpPr>
          <p:spPr>
            <a:xfrm>
              <a:off x="579430" y="1805356"/>
              <a:ext cx="641290" cy="64129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900" dirty="0">
                <a:solidFill>
                  <a:schemeClr val="tx1"/>
                </a:solidFill>
              </a:endParaRPr>
            </a:p>
          </p:txBody>
        </p:sp>
        <p:sp>
          <p:nvSpPr>
            <p:cNvPr id="390" name="Oval 892">
              <a:extLst>
                <a:ext uri="{FF2B5EF4-FFF2-40B4-BE49-F238E27FC236}">
                  <a16:creationId xmlns:a16="http://schemas.microsoft.com/office/drawing/2014/main" id="{9AD50322-9085-EA4B-5B8B-70793D677D46}"/>
                </a:ext>
              </a:extLst>
            </p:cNvPr>
            <p:cNvSpPr/>
            <p:nvPr>
              <p:custDataLst>
                <p:tags r:id="rId7"/>
              </p:custDataLst>
            </p:nvPr>
          </p:nvSpPr>
          <p:spPr>
            <a:xfrm>
              <a:off x="676884" y="1904228"/>
              <a:ext cx="446384" cy="443548"/>
            </a:xfrm>
            <a:prstGeom prst="ellipse">
              <a:avLst/>
            </a:prstGeom>
            <a:noFill/>
            <a:ln w="9525">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91" name="Oval 893">
              <a:extLst>
                <a:ext uri="{FF2B5EF4-FFF2-40B4-BE49-F238E27FC236}">
                  <a16:creationId xmlns:a16="http://schemas.microsoft.com/office/drawing/2014/main" id="{8B1949AD-FE50-D255-F9E3-7D87D380A3BC}"/>
                </a:ext>
              </a:extLst>
            </p:cNvPr>
            <p:cNvSpPr/>
            <p:nvPr>
              <p:custDataLst>
                <p:tags r:id="rId8"/>
              </p:custDataLst>
            </p:nvPr>
          </p:nvSpPr>
          <p:spPr>
            <a:xfrm>
              <a:off x="632928" y="1858854"/>
              <a:ext cx="534293" cy="534293"/>
            </a:xfrm>
            <a:prstGeom prst="ellipse">
              <a:avLst/>
            </a:prstGeom>
            <a:noFill/>
            <a:ln w="6350">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92" name="Arc 894">
              <a:extLst>
                <a:ext uri="{FF2B5EF4-FFF2-40B4-BE49-F238E27FC236}">
                  <a16:creationId xmlns:a16="http://schemas.microsoft.com/office/drawing/2014/main" id="{7B98F88F-5901-9879-CB15-835F0EA3F501}"/>
                </a:ext>
              </a:extLst>
            </p:cNvPr>
            <p:cNvSpPr/>
            <p:nvPr>
              <p:custDataLst>
                <p:tags r:id="rId9"/>
              </p:custDataLst>
            </p:nvPr>
          </p:nvSpPr>
          <p:spPr>
            <a:xfrm flipH="1">
              <a:off x="632928" y="1858854"/>
              <a:ext cx="534293" cy="534293"/>
            </a:xfrm>
            <a:prstGeom prst="arc">
              <a:avLst>
                <a:gd name="adj1" fmla="val 13674736"/>
                <a:gd name="adj2" fmla="val 5413111"/>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pic>
          <p:nvPicPr>
            <p:cNvPr id="393" name="Picture 1097" descr="A flag in a circle&#10;&#10;AI-generated content may be incorrect.">
              <a:extLst>
                <a:ext uri="{FF2B5EF4-FFF2-40B4-BE49-F238E27FC236}">
                  <a16:creationId xmlns:a16="http://schemas.microsoft.com/office/drawing/2014/main" id="{0D12BFE4-BBCC-D42D-994F-06E8D12668A8}"/>
                </a:ext>
              </a:extLst>
            </p:cNvPr>
            <p:cNvPicPr>
              <a:picLocks noChangeAspect="1"/>
            </p:cNvPicPr>
            <p:nvPr/>
          </p:nvPicPr>
          <p:blipFill>
            <a:blip r:embed="rId296"/>
            <a:stretch>
              <a:fillRect/>
            </a:stretch>
          </p:blipFill>
          <p:spPr>
            <a:xfrm>
              <a:off x="679936" y="1904354"/>
              <a:ext cx="448056" cy="448056"/>
            </a:xfrm>
            <a:prstGeom prst="rect">
              <a:avLst/>
            </a:prstGeom>
          </p:spPr>
        </p:pic>
      </p:grpSp>
      <p:grpSp>
        <p:nvGrpSpPr>
          <p:cNvPr id="394" name="Group 1100">
            <a:extLst>
              <a:ext uri="{FF2B5EF4-FFF2-40B4-BE49-F238E27FC236}">
                <a16:creationId xmlns:a16="http://schemas.microsoft.com/office/drawing/2014/main" id="{FA1EA70B-D4A7-7BDA-92BA-FD6BCA7CDA4B}"/>
              </a:ext>
            </a:extLst>
          </p:cNvPr>
          <p:cNvGrpSpPr/>
          <p:nvPr/>
        </p:nvGrpSpPr>
        <p:grpSpPr>
          <a:xfrm>
            <a:off x="916845" y="5539263"/>
            <a:ext cx="2303978" cy="641290"/>
            <a:chOff x="579430" y="4944796"/>
            <a:chExt cx="2303978" cy="641290"/>
          </a:xfrm>
        </p:grpSpPr>
        <p:sp>
          <p:nvSpPr>
            <p:cNvPr id="395" name="TextBox 788">
              <a:extLst>
                <a:ext uri="{FF2B5EF4-FFF2-40B4-BE49-F238E27FC236}">
                  <a16:creationId xmlns:a16="http://schemas.microsoft.com/office/drawing/2014/main" id="{87111DA9-F27D-DE36-4682-F5048C232271}"/>
                </a:ext>
              </a:extLst>
            </p:cNvPr>
            <p:cNvSpPr txBox="1"/>
            <p:nvPr/>
          </p:nvSpPr>
          <p:spPr>
            <a:xfrm>
              <a:off x="1264688" y="4991121"/>
              <a:ext cx="1618720" cy="548640"/>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chorCtr="0">
              <a:spAutoFit/>
            </a:bodyPr>
            <a:lstStyle/>
            <a:p>
              <a:pPr>
                <a:spcBef>
                  <a:spcPts val="400"/>
                </a:spcBef>
                <a:buFont typeface="Arial" panose="020B0604020202020204" pitchFamily="34" charset="0"/>
              </a:pPr>
              <a:r>
                <a:rPr lang="en-US" sz="900" b="1" i="0" u="none" strike="noStrike" cap="none" baseline="0" dirty="0">
                  <a:solidFill>
                    <a:srgbClr val="082C86"/>
                  </a:solidFill>
                  <a:effectLst/>
                  <a:uFill>
                    <a:solidFill>
                      <a:prstClr val="black">
                        <a:alpha val="0"/>
                      </a:prstClr>
                    </a:solidFill>
                  </a:uFill>
                  <a:latin typeface="Arial" panose="020B0604020202020204" pitchFamily="34" charset="0"/>
                  <a:ea typeface="Microsoft JhengHei" panose="020B0604030504040204" pitchFamily="34" charset="-120"/>
                  <a:cs typeface="Arial" panose="020B0604020202020204" pitchFamily="34" charset="0"/>
                  <a:sym typeface="Arial" panose="020B0604020202020204" pitchFamily="34" charset="0"/>
                </a:rPr>
                <a:t>In May 2025, the SFDA granted ODD; In July 2025, the BLA was accepted by the SFDA</a:t>
              </a:r>
            </a:p>
          </p:txBody>
        </p:sp>
        <p:sp>
          <p:nvSpPr>
            <p:cNvPr id="396" name="Oval 790">
              <a:extLst>
                <a:ext uri="{FF2B5EF4-FFF2-40B4-BE49-F238E27FC236}">
                  <a16:creationId xmlns:a16="http://schemas.microsoft.com/office/drawing/2014/main" id="{CB7764B3-0FDE-0DFF-615E-618331D3694B}"/>
                </a:ext>
              </a:extLst>
            </p:cNvPr>
            <p:cNvSpPr/>
            <p:nvPr/>
          </p:nvSpPr>
          <p:spPr>
            <a:xfrm>
              <a:off x="579430" y="4944796"/>
              <a:ext cx="641290" cy="64129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noAutofit/>
            </a:bodyPr>
            <a:lstStyle/>
            <a:p>
              <a:pPr algn="ctr">
                <a:spcBef>
                  <a:spcPts val="400"/>
                </a:spcBef>
              </a:pPr>
              <a:endParaRPr lang="en-US" sz="900" dirty="0">
                <a:solidFill>
                  <a:schemeClr val="tx1"/>
                </a:solidFill>
              </a:endParaRPr>
            </a:p>
          </p:txBody>
        </p:sp>
        <p:sp>
          <p:nvSpPr>
            <p:cNvPr id="397" name="Oval 791">
              <a:extLst>
                <a:ext uri="{FF2B5EF4-FFF2-40B4-BE49-F238E27FC236}">
                  <a16:creationId xmlns:a16="http://schemas.microsoft.com/office/drawing/2014/main" id="{D3EC5C70-388B-DC40-1300-277FBB5BEB25}"/>
                </a:ext>
              </a:extLst>
            </p:cNvPr>
            <p:cNvSpPr/>
            <p:nvPr>
              <p:custDataLst>
                <p:tags r:id="rId3"/>
              </p:custDataLst>
            </p:nvPr>
          </p:nvSpPr>
          <p:spPr>
            <a:xfrm>
              <a:off x="676884" y="5043668"/>
              <a:ext cx="446384" cy="443548"/>
            </a:xfrm>
            <a:prstGeom prst="ellipse">
              <a:avLst/>
            </a:prstGeom>
            <a:noFill/>
            <a:ln w="9525">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98" name="Oval 792">
              <a:extLst>
                <a:ext uri="{FF2B5EF4-FFF2-40B4-BE49-F238E27FC236}">
                  <a16:creationId xmlns:a16="http://schemas.microsoft.com/office/drawing/2014/main" id="{9A5CE066-05B8-4281-CCC6-49CCDA5B55DA}"/>
                </a:ext>
              </a:extLst>
            </p:cNvPr>
            <p:cNvSpPr/>
            <p:nvPr>
              <p:custDataLst>
                <p:tags r:id="rId4"/>
              </p:custDataLst>
            </p:nvPr>
          </p:nvSpPr>
          <p:spPr>
            <a:xfrm>
              <a:off x="632928" y="4998294"/>
              <a:ext cx="534293" cy="534293"/>
            </a:xfrm>
            <a:prstGeom prst="ellipse">
              <a:avLst/>
            </a:prstGeom>
            <a:noFill/>
            <a:ln w="6350">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sp>
          <p:nvSpPr>
            <p:cNvPr id="399" name="Arc 793">
              <a:extLst>
                <a:ext uri="{FF2B5EF4-FFF2-40B4-BE49-F238E27FC236}">
                  <a16:creationId xmlns:a16="http://schemas.microsoft.com/office/drawing/2014/main" id="{9863390E-AC88-A527-4EFA-1E7C0B1D464A}"/>
                </a:ext>
              </a:extLst>
            </p:cNvPr>
            <p:cNvSpPr/>
            <p:nvPr>
              <p:custDataLst>
                <p:tags r:id="rId5"/>
              </p:custDataLst>
            </p:nvPr>
          </p:nvSpPr>
          <p:spPr>
            <a:xfrm flipH="1">
              <a:off x="632928" y="4998294"/>
              <a:ext cx="534293" cy="534293"/>
            </a:xfrm>
            <a:prstGeom prst="arc">
              <a:avLst>
                <a:gd name="adj1" fmla="val 13674736"/>
                <a:gd name="adj2" fmla="val 5413111"/>
              </a:avLst>
            </a:pr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t" anchorCtr="0" forceAA="0" compatLnSpc="1">
              <a:noAutofit/>
            </a:bodyPr>
            <a:lstStyle/>
            <a:p>
              <a:pPr marL="12700" marR="5080" algn="just">
                <a:lnSpc>
                  <a:spcPct val="90000"/>
                </a:lnSpc>
                <a:spcBef>
                  <a:spcPts val="100"/>
                </a:spcBef>
                <a:buClr>
                  <a:schemeClr val="bg1"/>
                </a:buClr>
                <a:buSzPct val="115000"/>
                <a:tabLst>
                  <a:tab pos="185420" algn="l"/>
                </a:tabLst>
              </a:pPr>
              <a:endParaRPr lang="en-US" sz="900" dirty="0">
                <a:cs typeface="Arial" panose="020B0604020202020204"/>
              </a:endParaRPr>
            </a:p>
          </p:txBody>
        </p:sp>
        <p:pic>
          <p:nvPicPr>
            <p:cNvPr id="400" name="Picture 1099" descr="A green circle with white text&#10;&#10;AI-generated content may be incorrect.">
              <a:extLst>
                <a:ext uri="{FF2B5EF4-FFF2-40B4-BE49-F238E27FC236}">
                  <a16:creationId xmlns:a16="http://schemas.microsoft.com/office/drawing/2014/main" id="{AB311585-D26C-D60F-86ED-66207DF1FE2D}"/>
                </a:ext>
              </a:extLst>
            </p:cNvPr>
            <p:cNvPicPr>
              <a:picLocks noChangeAspect="1"/>
            </p:cNvPicPr>
            <p:nvPr/>
          </p:nvPicPr>
          <p:blipFill>
            <a:blip r:embed="rId295"/>
            <a:stretch>
              <a:fillRect/>
            </a:stretch>
          </p:blipFill>
          <p:spPr>
            <a:xfrm>
              <a:off x="679936" y="5039034"/>
              <a:ext cx="448056" cy="448056"/>
            </a:xfrm>
            <a:prstGeom prst="rect">
              <a:avLst/>
            </a:prstGeom>
          </p:spPr>
        </p:pic>
      </p:grpSp>
      <p:sp>
        <p:nvSpPr>
          <p:cNvPr id="401" name="Freeform: Shape 1101">
            <a:extLst>
              <a:ext uri="{FF2B5EF4-FFF2-40B4-BE49-F238E27FC236}">
                <a16:creationId xmlns:a16="http://schemas.microsoft.com/office/drawing/2014/main" id="{9B95541A-98FB-341E-DA24-A0CFCF2BFDDF}"/>
              </a:ext>
            </a:extLst>
          </p:cNvPr>
          <p:cNvSpPr/>
          <p:nvPr/>
        </p:nvSpPr>
        <p:spPr>
          <a:xfrm>
            <a:off x="2303375" y="3007467"/>
            <a:ext cx="1168400" cy="909320"/>
          </a:xfrm>
          <a:custGeom>
            <a:avLst/>
            <a:gdLst>
              <a:gd name="connsiteX0" fmla="*/ 1168400 w 1168400"/>
              <a:gd name="connsiteY0" fmla="*/ 909320 h 909320"/>
              <a:gd name="connsiteX1" fmla="*/ 1168400 w 1168400"/>
              <a:gd name="connsiteY1" fmla="*/ 665480 h 909320"/>
              <a:gd name="connsiteX2" fmla="*/ 0 w 1168400"/>
              <a:gd name="connsiteY2" fmla="*/ 665480 h 909320"/>
              <a:gd name="connsiteX3" fmla="*/ 0 w 1168400"/>
              <a:gd name="connsiteY3" fmla="*/ 0 h 909320"/>
            </a:gdLst>
            <a:ahLst/>
            <a:cxnLst>
              <a:cxn ang="0">
                <a:pos x="connsiteX0" y="connsiteY0"/>
              </a:cxn>
              <a:cxn ang="0">
                <a:pos x="connsiteX1" y="connsiteY1"/>
              </a:cxn>
              <a:cxn ang="0">
                <a:pos x="connsiteX2" y="connsiteY2"/>
              </a:cxn>
              <a:cxn ang="0">
                <a:pos x="connsiteX3" y="connsiteY3"/>
              </a:cxn>
            </a:cxnLst>
            <a:rect l="l" t="t" r="r" b="b"/>
            <a:pathLst>
              <a:path w="1168400" h="909319">
                <a:moveTo>
                  <a:pt x="1168400" y="909320"/>
                </a:moveTo>
                <a:lnTo>
                  <a:pt x="1168400" y="665480"/>
                </a:lnTo>
                <a:lnTo>
                  <a:pt x="0" y="665480"/>
                </a:lnTo>
                <a:lnTo>
                  <a:pt x="0" y="0"/>
                </a:lnTo>
              </a:path>
            </a:pathLst>
          </a:cu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2" name="Freeform: Shape 1102">
            <a:extLst>
              <a:ext uri="{FF2B5EF4-FFF2-40B4-BE49-F238E27FC236}">
                <a16:creationId xmlns:a16="http://schemas.microsoft.com/office/drawing/2014/main" id="{0B0BDDB1-4CF4-FE9F-1987-3AC88C29C5C8}"/>
              </a:ext>
            </a:extLst>
          </p:cNvPr>
          <p:cNvSpPr/>
          <p:nvPr/>
        </p:nvSpPr>
        <p:spPr>
          <a:xfrm>
            <a:off x="2171295" y="4587347"/>
            <a:ext cx="4251960" cy="985520"/>
          </a:xfrm>
          <a:custGeom>
            <a:avLst/>
            <a:gdLst>
              <a:gd name="connsiteX0" fmla="*/ 4251960 w 4251960"/>
              <a:gd name="connsiteY0" fmla="*/ 0 h 985520"/>
              <a:gd name="connsiteX1" fmla="*/ 0 w 4251960"/>
              <a:gd name="connsiteY1" fmla="*/ 0 h 985520"/>
              <a:gd name="connsiteX2" fmla="*/ 0 w 4251960"/>
              <a:gd name="connsiteY2" fmla="*/ 985520 h 985520"/>
            </a:gdLst>
            <a:ahLst/>
            <a:cxnLst>
              <a:cxn ang="0">
                <a:pos x="connsiteX0" y="connsiteY0"/>
              </a:cxn>
              <a:cxn ang="0">
                <a:pos x="connsiteX1" y="connsiteY1"/>
              </a:cxn>
              <a:cxn ang="0">
                <a:pos x="connsiteX2" y="connsiteY2"/>
              </a:cxn>
            </a:cxnLst>
            <a:rect l="l" t="t" r="r" b="b"/>
            <a:pathLst>
              <a:path w="4251960" h="985519">
                <a:moveTo>
                  <a:pt x="4251960" y="0"/>
                </a:moveTo>
                <a:lnTo>
                  <a:pt x="0" y="0"/>
                </a:lnTo>
                <a:lnTo>
                  <a:pt x="0" y="985520"/>
                </a:lnTo>
              </a:path>
            </a:pathLst>
          </a:cu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3" name="Freeform: Shape 1103">
            <a:extLst>
              <a:ext uri="{FF2B5EF4-FFF2-40B4-BE49-F238E27FC236}">
                <a16:creationId xmlns:a16="http://schemas.microsoft.com/office/drawing/2014/main" id="{1E3E2C58-1BBD-3E8C-1A39-8117C403A48A}"/>
              </a:ext>
            </a:extLst>
          </p:cNvPr>
          <p:cNvSpPr/>
          <p:nvPr/>
        </p:nvSpPr>
        <p:spPr>
          <a:xfrm>
            <a:off x="4650335" y="4546707"/>
            <a:ext cx="2103120" cy="1031240"/>
          </a:xfrm>
          <a:custGeom>
            <a:avLst/>
            <a:gdLst>
              <a:gd name="connsiteX0" fmla="*/ 2103120 w 2103120"/>
              <a:gd name="connsiteY0" fmla="*/ 0 h 1031240"/>
              <a:gd name="connsiteX1" fmla="*/ 2103120 w 2103120"/>
              <a:gd name="connsiteY1" fmla="*/ 431800 h 1031240"/>
              <a:gd name="connsiteX2" fmla="*/ 0 w 2103120"/>
              <a:gd name="connsiteY2" fmla="*/ 431800 h 1031240"/>
              <a:gd name="connsiteX3" fmla="*/ 0 w 2103120"/>
              <a:gd name="connsiteY3" fmla="*/ 1031240 h 1031240"/>
            </a:gdLst>
            <a:ahLst/>
            <a:cxnLst>
              <a:cxn ang="0">
                <a:pos x="connsiteX0" y="connsiteY0"/>
              </a:cxn>
              <a:cxn ang="0">
                <a:pos x="connsiteX1" y="connsiteY1"/>
              </a:cxn>
              <a:cxn ang="0">
                <a:pos x="connsiteX2" y="connsiteY2"/>
              </a:cxn>
              <a:cxn ang="0">
                <a:pos x="connsiteX3" y="connsiteY3"/>
              </a:cxn>
            </a:cxnLst>
            <a:rect l="l" t="t" r="r" b="b"/>
            <a:pathLst>
              <a:path w="2103120" h="1031240">
                <a:moveTo>
                  <a:pt x="2103120" y="0"/>
                </a:moveTo>
                <a:lnTo>
                  <a:pt x="2103120" y="431800"/>
                </a:lnTo>
                <a:lnTo>
                  <a:pt x="0" y="431800"/>
                </a:lnTo>
                <a:lnTo>
                  <a:pt x="0" y="1031240"/>
                </a:lnTo>
              </a:path>
            </a:pathLst>
          </a:cu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4" name="Freeform: Shape 1104">
            <a:extLst>
              <a:ext uri="{FF2B5EF4-FFF2-40B4-BE49-F238E27FC236}">
                <a16:creationId xmlns:a16="http://schemas.microsoft.com/office/drawing/2014/main" id="{028A7A35-B212-873D-83A9-EB7178A245FD}"/>
              </a:ext>
            </a:extLst>
          </p:cNvPr>
          <p:cNvSpPr/>
          <p:nvPr/>
        </p:nvSpPr>
        <p:spPr>
          <a:xfrm>
            <a:off x="7964101" y="4511467"/>
            <a:ext cx="49883" cy="1076404"/>
          </a:xfrm>
          <a:custGeom>
            <a:avLst/>
            <a:gdLst>
              <a:gd name="connsiteX0" fmla="*/ 0 w 0"/>
              <a:gd name="connsiteY0" fmla="*/ 0 h 513080"/>
              <a:gd name="connsiteX1" fmla="*/ 0 w 0"/>
              <a:gd name="connsiteY1" fmla="*/ 513080 h 513080"/>
            </a:gdLst>
            <a:ahLst/>
            <a:cxnLst>
              <a:cxn ang="0">
                <a:pos x="connsiteX0" y="connsiteY0"/>
              </a:cxn>
              <a:cxn ang="0">
                <a:pos x="connsiteX1" y="connsiteY1"/>
              </a:cxn>
            </a:cxnLst>
            <a:rect l="l" t="t" r="r" b="b"/>
            <a:pathLst>
              <a:path h="513080">
                <a:moveTo>
                  <a:pt x="0" y="0"/>
                </a:moveTo>
                <a:lnTo>
                  <a:pt x="0" y="513080"/>
                </a:lnTo>
              </a:path>
            </a:pathLst>
          </a:cu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5" name="Freeform: Shape 1105">
            <a:extLst>
              <a:ext uri="{FF2B5EF4-FFF2-40B4-BE49-F238E27FC236}">
                <a16:creationId xmlns:a16="http://schemas.microsoft.com/office/drawing/2014/main" id="{78DFB09C-0C7E-1B01-F039-FACC13F98A6F}"/>
              </a:ext>
            </a:extLst>
          </p:cNvPr>
          <p:cNvSpPr/>
          <p:nvPr/>
        </p:nvSpPr>
        <p:spPr>
          <a:xfrm>
            <a:off x="8432889" y="4587347"/>
            <a:ext cx="1566686" cy="986789"/>
          </a:xfrm>
          <a:custGeom>
            <a:avLst/>
            <a:gdLst>
              <a:gd name="connsiteX0" fmla="*/ 0 w 1992630"/>
              <a:gd name="connsiteY0" fmla="*/ 0 h 1021080"/>
              <a:gd name="connsiteX1" fmla="*/ 1992630 w 1992630"/>
              <a:gd name="connsiteY1" fmla="*/ 0 h 1021080"/>
              <a:gd name="connsiteX2" fmla="*/ 1992630 w 1992630"/>
              <a:gd name="connsiteY2" fmla="*/ 1021080 h 1021080"/>
            </a:gdLst>
            <a:ahLst/>
            <a:cxnLst>
              <a:cxn ang="0">
                <a:pos x="connsiteX0" y="connsiteY0"/>
              </a:cxn>
              <a:cxn ang="0">
                <a:pos x="connsiteX1" y="connsiteY1"/>
              </a:cxn>
              <a:cxn ang="0">
                <a:pos x="connsiteX2" y="connsiteY2"/>
              </a:cxn>
            </a:cxnLst>
            <a:rect l="l" t="t" r="r" b="b"/>
            <a:pathLst>
              <a:path w="1992630" h="1021080">
                <a:moveTo>
                  <a:pt x="0" y="0"/>
                </a:moveTo>
                <a:lnTo>
                  <a:pt x="1992630" y="0"/>
                </a:lnTo>
                <a:lnTo>
                  <a:pt x="1992630" y="1021080"/>
                </a:lnTo>
              </a:path>
            </a:pathLst>
          </a:cu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6" name="Freeform: Shape 1107">
            <a:extLst>
              <a:ext uri="{FF2B5EF4-FFF2-40B4-BE49-F238E27FC236}">
                <a16:creationId xmlns:a16="http://schemas.microsoft.com/office/drawing/2014/main" id="{89B216E1-8AAE-4271-AA8B-9BB89ABB88E9}"/>
              </a:ext>
            </a:extLst>
          </p:cNvPr>
          <p:cNvSpPr/>
          <p:nvPr/>
        </p:nvSpPr>
        <p:spPr>
          <a:xfrm>
            <a:off x="8627975" y="3002387"/>
            <a:ext cx="1287780" cy="803910"/>
          </a:xfrm>
          <a:custGeom>
            <a:avLst/>
            <a:gdLst>
              <a:gd name="connsiteX0" fmla="*/ 0 w 1287780"/>
              <a:gd name="connsiteY0" fmla="*/ 803910 h 803910"/>
              <a:gd name="connsiteX1" fmla="*/ 0 w 1287780"/>
              <a:gd name="connsiteY1" fmla="*/ 560070 h 803910"/>
              <a:gd name="connsiteX2" fmla="*/ 1287780 w 1287780"/>
              <a:gd name="connsiteY2" fmla="*/ 560070 h 803910"/>
              <a:gd name="connsiteX3" fmla="*/ 1287780 w 1287780"/>
              <a:gd name="connsiteY3" fmla="*/ 0 h 803910"/>
            </a:gdLst>
            <a:ahLst/>
            <a:cxnLst>
              <a:cxn ang="0">
                <a:pos x="connsiteX0" y="connsiteY0"/>
              </a:cxn>
              <a:cxn ang="0">
                <a:pos x="connsiteX1" y="connsiteY1"/>
              </a:cxn>
              <a:cxn ang="0">
                <a:pos x="connsiteX2" y="connsiteY2"/>
              </a:cxn>
              <a:cxn ang="0">
                <a:pos x="connsiteX3" y="connsiteY3"/>
              </a:cxn>
            </a:cxnLst>
            <a:rect l="l" t="t" r="r" b="b"/>
            <a:pathLst>
              <a:path w="1287780" h="803910">
                <a:moveTo>
                  <a:pt x="0" y="803910"/>
                </a:moveTo>
                <a:lnTo>
                  <a:pt x="0" y="560070"/>
                </a:lnTo>
                <a:lnTo>
                  <a:pt x="1287780" y="560070"/>
                </a:lnTo>
                <a:lnTo>
                  <a:pt x="1287780" y="0"/>
                </a:lnTo>
              </a:path>
            </a:pathLst>
          </a:cu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7" name="Freeform: Shape 1108">
            <a:extLst>
              <a:ext uri="{FF2B5EF4-FFF2-40B4-BE49-F238E27FC236}">
                <a16:creationId xmlns:a16="http://schemas.microsoft.com/office/drawing/2014/main" id="{243B6F06-CE81-38E3-92D5-C7B5061614C8}"/>
              </a:ext>
            </a:extLst>
          </p:cNvPr>
          <p:cNvSpPr/>
          <p:nvPr/>
        </p:nvSpPr>
        <p:spPr>
          <a:xfrm flipH="1">
            <a:off x="8292695" y="3002387"/>
            <a:ext cx="0" cy="910590"/>
          </a:xfrm>
          <a:custGeom>
            <a:avLst/>
            <a:gdLst>
              <a:gd name="connsiteX0" fmla="*/ 0 w 0"/>
              <a:gd name="connsiteY0" fmla="*/ 910590 h 910590"/>
              <a:gd name="connsiteX1" fmla="*/ 0 w 0"/>
              <a:gd name="connsiteY1" fmla="*/ 0 h 910590"/>
            </a:gdLst>
            <a:ahLst/>
            <a:cxnLst>
              <a:cxn ang="0">
                <a:pos x="connsiteX0" y="connsiteY0"/>
              </a:cxn>
              <a:cxn ang="0">
                <a:pos x="connsiteX1" y="connsiteY1"/>
              </a:cxn>
            </a:cxnLst>
            <a:rect l="l" t="t" r="r" b="b"/>
            <a:pathLst>
              <a:path h="910590">
                <a:moveTo>
                  <a:pt x="0" y="910590"/>
                </a:moveTo>
                <a:lnTo>
                  <a:pt x="0" y="0"/>
                </a:lnTo>
              </a:path>
            </a:pathLst>
          </a:cu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8" name="Freeform: Shape 1109">
            <a:extLst>
              <a:ext uri="{FF2B5EF4-FFF2-40B4-BE49-F238E27FC236}">
                <a16:creationId xmlns:a16="http://schemas.microsoft.com/office/drawing/2014/main" id="{BF7CF737-035A-8513-AA4E-5219071A78DD}"/>
              </a:ext>
            </a:extLst>
          </p:cNvPr>
          <p:cNvSpPr/>
          <p:nvPr/>
        </p:nvSpPr>
        <p:spPr>
          <a:xfrm>
            <a:off x="4764635" y="3002387"/>
            <a:ext cx="2641124" cy="1637717"/>
          </a:xfrm>
          <a:custGeom>
            <a:avLst/>
            <a:gdLst>
              <a:gd name="connsiteX0" fmla="*/ 2891790 w 2891790"/>
              <a:gd name="connsiteY0" fmla="*/ 1223010 h 1223010"/>
              <a:gd name="connsiteX1" fmla="*/ 2891790 w 2891790"/>
              <a:gd name="connsiteY1" fmla="*/ 773430 h 1223010"/>
              <a:gd name="connsiteX2" fmla="*/ 0 w 2891790"/>
              <a:gd name="connsiteY2" fmla="*/ 773430 h 1223010"/>
              <a:gd name="connsiteX3" fmla="*/ 0 w 2891790"/>
              <a:gd name="connsiteY3" fmla="*/ 0 h 1223010"/>
            </a:gdLst>
            <a:ahLst/>
            <a:cxnLst>
              <a:cxn ang="0">
                <a:pos x="connsiteX0" y="connsiteY0"/>
              </a:cxn>
              <a:cxn ang="0">
                <a:pos x="connsiteX1" y="connsiteY1"/>
              </a:cxn>
              <a:cxn ang="0">
                <a:pos x="connsiteX2" y="connsiteY2"/>
              </a:cxn>
              <a:cxn ang="0">
                <a:pos x="connsiteX3" y="connsiteY3"/>
              </a:cxn>
            </a:cxnLst>
            <a:rect l="l" t="t" r="r" b="b"/>
            <a:pathLst>
              <a:path w="2891790" h="1223010">
                <a:moveTo>
                  <a:pt x="2891790" y="1223010"/>
                </a:moveTo>
                <a:lnTo>
                  <a:pt x="2891790" y="773430"/>
                </a:lnTo>
                <a:lnTo>
                  <a:pt x="0" y="773430"/>
                </a:lnTo>
                <a:lnTo>
                  <a:pt x="0" y="0"/>
                </a:lnTo>
              </a:path>
            </a:pathLst>
          </a:cu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 name="Picture 1089" descr="A red white and black flag&#10;&#10;AI-generated content may be incorrect.">
            <a:extLst>
              <a:ext uri="{FF2B5EF4-FFF2-40B4-BE49-F238E27FC236}">
                <a16:creationId xmlns:a16="http://schemas.microsoft.com/office/drawing/2014/main" id="{503F5368-DE0E-F958-1FCB-858B26961F6E}"/>
              </a:ext>
            </a:extLst>
          </p:cNvPr>
          <p:cNvPicPr>
            <a:picLocks noChangeAspect="1"/>
          </p:cNvPicPr>
          <p:nvPr/>
        </p:nvPicPr>
        <p:blipFill>
          <a:blip r:embed="rId293"/>
          <a:stretch>
            <a:fillRect/>
          </a:stretch>
        </p:blipFill>
        <p:spPr>
          <a:xfrm>
            <a:off x="3574391" y="2496726"/>
            <a:ext cx="448056" cy="448056"/>
          </a:xfrm>
          <a:prstGeom prst="rect">
            <a:avLst/>
          </a:prstGeom>
        </p:spPr>
      </p:pic>
      <p:pic>
        <p:nvPicPr>
          <p:cNvPr id="410" name="Picture 1092" descr="A green circle with white and yellow stars and a flower&#10;&#10;AI-generated content may be incorrect.">
            <a:extLst>
              <a:ext uri="{FF2B5EF4-FFF2-40B4-BE49-F238E27FC236}">
                <a16:creationId xmlns:a16="http://schemas.microsoft.com/office/drawing/2014/main" id="{332D01AF-9000-0CCF-3A95-B848362C4E15}"/>
              </a:ext>
            </a:extLst>
          </p:cNvPr>
          <p:cNvPicPr>
            <a:picLocks noChangeAspect="1"/>
          </p:cNvPicPr>
          <p:nvPr/>
        </p:nvPicPr>
        <p:blipFill>
          <a:blip r:embed="rId297"/>
          <a:stretch>
            <a:fillRect/>
          </a:stretch>
        </p:blipFill>
        <p:spPr>
          <a:xfrm>
            <a:off x="6117321" y="5631718"/>
            <a:ext cx="448056" cy="448056"/>
          </a:xfrm>
          <a:prstGeom prst="rect">
            <a:avLst/>
          </a:prstGeom>
        </p:spPr>
      </p:pic>
      <p:grpSp>
        <p:nvGrpSpPr>
          <p:cNvPr id="411" name="Group 986">
            <a:extLst>
              <a:ext uri="{FF2B5EF4-FFF2-40B4-BE49-F238E27FC236}">
                <a16:creationId xmlns:a16="http://schemas.microsoft.com/office/drawing/2014/main" id="{381567F0-A8C0-018F-F265-8FBBDBAC12B0}"/>
              </a:ext>
            </a:extLst>
          </p:cNvPr>
          <p:cNvGrpSpPr/>
          <p:nvPr/>
        </p:nvGrpSpPr>
        <p:grpSpPr>
          <a:xfrm>
            <a:off x="7808883" y="4191113"/>
            <a:ext cx="337727" cy="355594"/>
            <a:chOff x="7070567" y="3701415"/>
            <a:chExt cx="337727" cy="355594"/>
          </a:xfrm>
        </p:grpSpPr>
        <p:grpSp>
          <p:nvGrpSpPr>
            <p:cNvPr id="412" name="Group 967">
              <a:extLst>
                <a:ext uri="{FF2B5EF4-FFF2-40B4-BE49-F238E27FC236}">
                  <a16:creationId xmlns:a16="http://schemas.microsoft.com/office/drawing/2014/main" id="{79CFBD6A-5024-E30C-13C1-29C0E7273338}"/>
                </a:ext>
              </a:extLst>
            </p:cNvPr>
            <p:cNvGrpSpPr/>
            <p:nvPr/>
          </p:nvGrpSpPr>
          <p:grpSpPr>
            <a:xfrm>
              <a:off x="7070567" y="3701415"/>
              <a:ext cx="337727" cy="355594"/>
              <a:chOff x="5761200" y="4234595"/>
              <a:chExt cx="621549" cy="654432"/>
            </a:xfrm>
          </p:grpSpPr>
          <p:sp>
            <p:nvSpPr>
              <p:cNvPr id="414" name="Freeform 147">
                <a:extLst>
                  <a:ext uri="{FF2B5EF4-FFF2-40B4-BE49-F238E27FC236}">
                    <a16:creationId xmlns:a16="http://schemas.microsoft.com/office/drawing/2014/main" id="{31FE069B-E38E-C7D8-53A6-9767AAFF52F2}"/>
                  </a:ext>
                </a:extLst>
              </p:cNvPr>
              <p:cNvSpPr/>
              <p:nvPr/>
            </p:nvSpPr>
            <p:spPr bwMode="auto">
              <a:xfrm rot="4500000">
                <a:off x="5920408" y="4426685"/>
                <a:ext cx="367066" cy="557617"/>
              </a:xfrm>
              <a:custGeom>
                <a:avLst/>
                <a:gdLst>
                  <a:gd name="T0" fmla="*/ 170 w 421"/>
                  <a:gd name="T1" fmla="*/ 0 h 639"/>
                  <a:gd name="T2" fmla="*/ 46 w 421"/>
                  <a:gd name="T3" fmla="*/ 308 h 639"/>
                  <a:gd name="T4" fmla="*/ 0 w 421"/>
                  <a:gd name="T5" fmla="*/ 637 h 639"/>
                  <a:gd name="T6" fmla="*/ 35 w 421"/>
                  <a:gd name="T7" fmla="*/ 639 h 639"/>
                  <a:gd name="T8" fmla="*/ 329 w 421"/>
                  <a:gd name="T9" fmla="*/ 462 h 639"/>
                  <a:gd name="T10" fmla="*/ 421 w 421"/>
                  <a:gd name="T11" fmla="*/ 409 h 639"/>
                  <a:gd name="T12" fmla="*/ 368 w 421"/>
                  <a:gd name="T13" fmla="*/ 317 h 639"/>
                  <a:gd name="T14" fmla="*/ 170 w 421"/>
                  <a:gd name="T15" fmla="*/ 0 h 6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1" h="639">
                    <a:moveTo>
                      <a:pt x="170" y="0"/>
                    </a:moveTo>
                    <a:cubicBezTo>
                      <a:pt x="117" y="96"/>
                      <a:pt x="76" y="200"/>
                      <a:pt x="46" y="308"/>
                    </a:cubicBezTo>
                    <a:cubicBezTo>
                      <a:pt x="17" y="417"/>
                      <a:pt x="2" y="527"/>
                      <a:pt x="0" y="637"/>
                    </a:cubicBezTo>
                    <a:cubicBezTo>
                      <a:pt x="12" y="638"/>
                      <a:pt x="23" y="639"/>
                      <a:pt x="35" y="639"/>
                    </a:cubicBezTo>
                    <a:cubicBezTo>
                      <a:pt x="158" y="639"/>
                      <a:pt x="272" y="571"/>
                      <a:pt x="329" y="462"/>
                    </a:cubicBezTo>
                    <a:cubicBezTo>
                      <a:pt x="421" y="409"/>
                      <a:pt x="421" y="409"/>
                      <a:pt x="421" y="409"/>
                    </a:cubicBezTo>
                    <a:cubicBezTo>
                      <a:pt x="368" y="317"/>
                      <a:pt x="368" y="317"/>
                      <a:pt x="368" y="317"/>
                    </a:cubicBezTo>
                    <a:cubicBezTo>
                      <a:pt x="373" y="182"/>
                      <a:pt x="295" y="56"/>
                      <a:pt x="1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415" name="Freeform 148">
                <a:extLst>
                  <a:ext uri="{FF2B5EF4-FFF2-40B4-BE49-F238E27FC236}">
                    <a16:creationId xmlns:a16="http://schemas.microsoft.com/office/drawing/2014/main" id="{730EA69E-B6BF-D6FE-71F9-EB4CDEF5CB47}"/>
                  </a:ext>
                </a:extLst>
              </p:cNvPr>
              <p:cNvSpPr/>
              <p:nvPr/>
            </p:nvSpPr>
            <p:spPr bwMode="auto">
              <a:xfrm rot="4500000">
                <a:off x="5842627" y="4153168"/>
                <a:ext cx="413595" cy="576450"/>
              </a:xfrm>
              <a:custGeom>
                <a:avLst/>
                <a:gdLst>
                  <a:gd name="T0" fmla="*/ 370 w 474"/>
                  <a:gd name="T1" fmla="*/ 0 h 661"/>
                  <a:gd name="T2" fmla="*/ 48 w 474"/>
                  <a:gd name="T3" fmla="*/ 248 h 661"/>
                  <a:gd name="T4" fmla="*/ 284 w 474"/>
                  <a:gd name="T5" fmla="*/ 656 h 661"/>
                  <a:gd name="T6" fmla="*/ 301 w 474"/>
                  <a:gd name="T7" fmla="*/ 661 h 661"/>
                  <a:gd name="T8" fmla="*/ 305 w 474"/>
                  <a:gd name="T9" fmla="*/ 645 h 661"/>
                  <a:gd name="T10" fmla="*/ 288 w 474"/>
                  <a:gd name="T11" fmla="*/ 641 h 661"/>
                  <a:gd name="T12" fmla="*/ 63 w 474"/>
                  <a:gd name="T13" fmla="*/ 252 h 661"/>
                  <a:gd name="T14" fmla="*/ 370 w 474"/>
                  <a:gd name="T15" fmla="*/ 16 h 661"/>
                  <a:gd name="T16" fmla="*/ 452 w 474"/>
                  <a:gd name="T17" fmla="*/ 27 h 661"/>
                  <a:gd name="T18" fmla="*/ 469 w 474"/>
                  <a:gd name="T19" fmla="*/ 32 h 661"/>
                  <a:gd name="T20" fmla="*/ 474 w 474"/>
                  <a:gd name="T21" fmla="*/ 17 h 661"/>
                  <a:gd name="T22" fmla="*/ 456 w 474"/>
                  <a:gd name="T23" fmla="*/ 12 h 661"/>
                  <a:gd name="T24" fmla="*/ 370 w 474"/>
                  <a:gd name="T25"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3" h="661">
                    <a:moveTo>
                      <a:pt x="370" y="0"/>
                    </a:moveTo>
                    <a:cubicBezTo>
                      <a:pt x="223" y="0"/>
                      <a:pt x="87" y="99"/>
                      <a:pt x="48" y="248"/>
                    </a:cubicBezTo>
                    <a:cubicBezTo>
                      <a:pt x="0" y="426"/>
                      <a:pt x="106" y="609"/>
                      <a:pt x="284" y="656"/>
                    </a:cubicBezTo>
                    <a:cubicBezTo>
                      <a:pt x="289" y="658"/>
                      <a:pt x="295" y="659"/>
                      <a:pt x="301" y="661"/>
                    </a:cubicBezTo>
                    <a:cubicBezTo>
                      <a:pt x="305" y="645"/>
                      <a:pt x="305" y="645"/>
                      <a:pt x="305" y="645"/>
                    </a:cubicBezTo>
                    <a:cubicBezTo>
                      <a:pt x="299" y="644"/>
                      <a:pt x="293" y="643"/>
                      <a:pt x="288" y="641"/>
                    </a:cubicBezTo>
                    <a:cubicBezTo>
                      <a:pt x="118" y="596"/>
                      <a:pt x="18" y="421"/>
                      <a:pt x="63" y="252"/>
                    </a:cubicBezTo>
                    <a:cubicBezTo>
                      <a:pt x="101" y="110"/>
                      <a:pt x="230" y="16"/>
                      <a:pt x="370" y="16"/>
                    </a:cubicBezTo>
                    <a:cubicBezTo>
                      <a:pt x="397" y="16"/>
                      <a:pt x="425" y="20"/>
                      <a:pt x="452" y="27"/>
                    </a:cubicBezTo>
                    <a:cubicBezTo>
                      <a:pt x="458" y="29"/>
                      <a:pt x="463" y="30"/>
                      <a:pt x="469" y="32"/>
                    </a:cubicBezTo>
                    <a:cubicBezTo>
                      <a:pt x="474" y="17"/>
                      <a:pt x="474" y="17"/>
                      <a:pt x="474" y="17"/>
                    </a:cubicBezTo>
                    <a:cubicBezTo>
                      <a:pt x="468" y="15"/>
                      <a:pt x="462" y="13"/>
                      <a:pt x="456" y="12"/>
                    </a:cubicBezTo>
                    <a:cubicBezTo>
                      <a:pt x="427" y="4"/>
                      <a:pt x="398" y="0"/>
                      <a:pt x="370" y="0"/>
                    </a:cubicBezTo>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416" name="Oval 149">
                <a:extLst>
                  <a:ext uri="{FF2B5EF4-FFF2-40B4-BE49-F238E27FC236}">
                    <a16:creationId xmlns:a16="http://schemas.microsoft.com/office/drawing/2014/main" id="{CE3C41C0-B525-7D0D-FA0B-9408BB199CA4}"/>
                  </a:ext>
                </a:extLst>
              </p:cNvPr>
              <p:cNvSpPr>
                <a:spLocks noChangeArrowheads="1"/>
              </p:cNvSpPr>
              <p:nvPr/>
            </p:nvSpPr>
            <p:spPr bwMode="auto">
              <a:xfrm rot="4500000">
                <a:off x="5883128" y="4361103"/>
                <a:ext cx="385755" cy="386060"/>
              </a:xfrm>
              <a:prstGeom prst="ellipse">
                <a:avLst/>
              </a:prstGeom>
              <a:solidFill>
                <a:srgbClr val="F7F7F7"/>
              </a:solidFill>
              <a:ln>
                <a:noFill/>
              </a:ln>
              <a:effectLst/>
            </p:spPr>
            <p:txBody>
              <a:bodyPr vert="horz" wrap="square" lIns="91440" tIns="45720" rIns="91440" bIns="45720" numCol="1" anchor="t" anchorCtr="0" compatLnSpc="1"/>
              <a:lstStyle/>
              <a:p>
                <a:endParaRPr lang="zh-CN" altLang="en-US"/>
              </a:p>
            </p:txBody>
          </p:sp>
        </p:grpSp>
        <p:pic>
          <p:nvPicPr>
            <p:cNvPr id="413" name="Picture 959" descr="A green circle with white and yellow stars and a flower&#10;&#10;AI-generated content may be incorrect.">
              <a:extLst>
                <a:ext uri="{FF2B5EF4-FFF2-40B4-BE49-F238E27FC236}">
                  <a16:creationId xmlns:a16="http://schemas.microsoft.com/office/drawing/2014/main" id="{74533A20-68F8-AEEE-A6A3-62BD1F3C3E78}"/>
                </a:ext>
              </a:extLst>
            </p:cNvPr>
            <p:cNvPicPr>
              <a:picLocks noChangeAspect="1"/>
            </p:cNvPicPr>
            <p:nvPr/>
          </p:nvPicPr>
          <p:blipFill>
            <a:blip r:embed="rId297"/>
            <a:stretch>
              <a:fillRect/>
            </a:stretch>
          </p:blipFill>
          <p:spPr>
            <a:xfrm>
              <a:off x="7135922" y="3771989"/>
              <a:ext cx="210312" cy="210312"/>
            </a:xfrm>
            <a:prstGeom prst="rect">
              <a:avLst/>
            </a:prstGeom>
          </p:spPr>
        </p:pic>
      </p:grpSp>
      <p:sp>
        <p:nvSpPr>
          <p:cNvPr id="417" name="Freeform: Shape 495">
            <a:extLst>
              <a:ext uri="{FF2B5EF4-FFF2-40B4-BE49-F238E27FC236}">
                <a16:creationId xmlns:a16="http://schemas.microsoft.com/office/drawing/2014/main" id="{62BD00E7-A38C-BCEB-A38B-D44EE8486605}"/>
              </a:ext>
            </a:extLst>
          </p:cNvPr>
          <p:cNvSpPr/>
          <p:nvPr/>
        </p:nvSpPr>
        <p:spPr>
          <a:xfrm rot="10800000">
            <a:off x="8087785" y="4471842"/>
            <a:ext cx="275898" cy="45719"/>
          </a:xfrm>
          <a:custGeom>
            <a:avLst/>
            <a:gdLst>
              <a:gd name="connsiteX0" fmla="*/ 323850 w 323850"/>
              <a:gd name="connsiteY0" fmla="*/ 0 h 0"/>
              <a:gd name="connsiteX1" fmla="*/ 0 w 323850"/>
              <a:gd name="connsiteY1" fmla="*/ 0 h 0"/>
            </a:gdLst>
            <a:ahLst/>
            <a:cxnLst>
              <a:cxn ang="0">
                <a:pos x="connsiteX0" y="connsiteY0"/>
              </a:cxn>
              <a:cxn ang="0">
                <a:pos x="connsiteX1" y="connsiteY1"/>
              </a:cxn>
            </a:cxnLst>
            <a:rect l="l" t="t" r="r" b="b"/>
            <a:pathLst>
              <a:path w="323850">
                <a:moveTo>
                  <a:pt x="323850" y="0"/>
                </a:moveTo>
                <a:lnTo>
                  <a:pt x="0" y="0"/>
                </a:lnTo>
              </a:path>
            </a:pathLst>
          </a:custGeom>
          <a:noFill/>
          <a:ln w="12700">
            <a:solidFill>
              <a:schemeClr val="accent2"/>
            </a:solidFill>
            <a:headEnd type="oval"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8" name="文本框 4">
            <a:extLst>
              <a:ext uri="{FF2B5EF4-FFF2-40B4-BE49-F238E27FC236}">
                <a16:creationId xmlns:a16="http://schemas.microsoft.com/office/drawing/2014/main" id="{A97DB0E5-11A3-026B-B7E7-D88FCCAFAD02}"/>
              </a:ext>
            </a:extLst>
          </p:cNvPr>
          <p:cNvSpPr txBox="1"/>
          <p:nvPr/>
        </p:nvSpPr>
        <p:spPr>
          <a:xfrm>
            <a:off x="816392" y="948441"/>
            <a:ext cx="10328230" cy="1154675"/>
          </a:xfrm>
          <a:prstGeom prst="rect">
            <a:avLst/>
          </a:prstGeom>
          <a:noFill/>
        </p:spPr>
        <p:txBody>
          <a:bodyPr wrap="square" rtlCol="0">
            <a:spAutoFit/>
          </a:bodyPr>
          <a:lstStyle/>
          <a:p>
            <a:pPr marL="0" lvl="1" defTabSz="914400" fontAlgn="auto">
              <a:lnSpc>
                <a:spcPct val="150000"/>
              </a:lnSpc>
              <a:spcBef>
                <a:spcPts val="0"/>
              </a:spcBef>
              <a:spcAft>
                <a:spcPts val="0"/>
              </a:spcAft>
              <a:defRPr/>
            </a:pPr>
            <a:r>
              <a:rPr lang="en-US" altLang="zh-CN" sz="1600" b="1" i="1" dirty="0">
                <a:solidFill>
                  <a:schemeClr val="tx2">
                    <a:lumMod val="90000"/>
                    <a:lumOff val="10000"/>
                  </a:schemeClr>
                </a:solidFill>
                <a:ea typeface="微软雅黑" panose="020B0503020204020204" pitchFamily="34" charset="-122"/>
                <a:cs typeface="Arial" panose="020B0604020202020204" pitchFamily="34" charset="0"/>
                <a:sym typeface="华文楷体" panose="02010600040101010101" pitchFamily="2" charset="-122"/>
              </a:rPr>
              <a:t>Advanced Market: USA and North America, Europe, Australia, East Asia…… </a:t>
            </a:r>
            <a:endParaRPr kumimoji="0" lang="en-US" altLang="zh-CN"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endParaRPr>
          </a:p>
          <a:p>
            <a:pPr marL="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Emerging Market: Southeast Asia, Mid East……</a:t>
            </a:r>
          </a:p>
          <a:p>
            <a:pPr marL="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1600" b="1" i="1" u="none" strike="noStrike" kern="1200" cap="none" spc="0" normalizeH="0" baseline="0" noProof="0" dirty="0">
                <a:ln>
                  <a:noFill/>
                </a:ln>
                <a:solidFill>
                  <a:schemeClr val="tx2">
                    <a:lumMod val="90000"/>
                    <a:lumOff val="10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华文楷体" panose="02010600040101010101" pitchFamily="2" charset="-122"/>
              </a:rPr>
              <a:t>Great China: China mainland, Hong Kong, Macau……</a:t>
            </a:r>
          </a:p>
        </p:txBody>
      </p:sp>
    </p:spTree>
    <p:extLst>
      <p:ext uri="{BB962C8B-B14F-4D97-AF65-F5344CB8AC3E}">
        <p14:creationId xmlns:p14="http://schemas.microsoft.com/office/powerpoint/2010/main" val="2464016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
          <p:cNvSpPr txBox="1"/>
          <p:nvPr/>
        </p:nvSpPr>
        <p:spPr>
          <a:xfrm>
            <a:off x="183114" y="50678"/>
            <a:ext cx="10515600" cy="528163"/>
          </a:xfrm>
          <a:prstGeom prst="rect">
            <a:avLst/>
          </a:prstGeom>
        </p:spPr>
        <p:txBody>
          <a:bodyPr vert="horz" lIns="91440" tIns="45720" rIns="91440" bIns="45720" rtlCol="0" anchor="ctr">
            <a:normAutofit/>
          </a:bodyPr>
          <a:lstStyle>
            <a:lvl1pPr fontAlgn="auto">
              <a:lnSpc>
                <a:spcPct val="80000"/>
              </a:lnSpc>
              <a:defRPr sz="2400" b="1" cap="all" spc="10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a:lnSpc>
                <a:spcPct val="80000"/>
              </a:lnSpc>
              <a:defRPr sz="5000">
                <a:solidFill>
                  <a:srgbClr val="0D0D0D"/>
                </a:solidFill>
                <a:latin typeface="Source Han Sans CN Medium" panose="020B0200000000000000" charset="-122"/>
                <a:ea typeface="Source Han Sans CN Medium" panose="020B0200000000000000" charset="-122"/>
              </a:defRPr>
            </a:lvl2pPr>
            <a:lvl3pPr>
              <a:lnSpc>
                <a:spcPct val="80000"/>
              </a:lnSpc>
              <a:defRPr sz="5000">
                <a:solidFill>
                  <a:srgbClr val="0D0D0D"/>
                </a:solidFill>
                <a:latin typeface="Source Han Sans CN Medium" panose="020B0200000000000000" charset="-122"/>
                <a:ea typeface="Source Han Sans CN Medium" panose="020B0200000000000000" charset="-122"/>
              </a:defRPr>
            </a:lvl3pPr>
            <a:lvl4pPr>
              <a:lnSpc>
                <a:spcPct val="80000"/>
              </a:lnSpc>
              <a:defRPr sz="5000">
                <a:solidFill>
                  <a:srgbClr val="0D0D0D"/>
                </a:solidFill>
                <a:latin typeface="Source Han Sans CN Medium" panose="020B0200000000000000" charset="-122"/>
                <a:ea typeface="Source Han Sans CN Medium" panose="020B0200000000000000" charset="-122"/>
              </a:defRPr>
            </a:lvl4pPr>
            <a:lvl5pPr>
              <a:lnSpc>
                <a:spcPct val="80000"/>
              </a:lnSpc>
              <a:defRPr sz="5000">
                <a:solidFill>
                  <a:srgbClr val="0D0D0D"/>
                </a:solidFill>
                <a:latin typeface="Source Han Sans CN Medium" panose="020B0200000000000000" charset="-122"/>
                <a:ea typeface="Source Han Sans CN Medium" panose="020B0200000000000000" charset="-122"/>
              </a:defRPr>
            </a:lvl5pPr>
            <a:lvl6pPr marL="45720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6pPr>
            <a:lvl7pPr marL="91440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7pPr>
            <a:lvl8pPr marL="137160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8pPr>
            <a:lvl9pPr marL="1828800" fontAlgn="base">
              <a:lnSpc>
                <a:spcPct val="80000"/>
              </a:lnSpc>
              <a:spcBef>
                <a:spcPct val="0"/>
              </a:spcBef>
              <a:spcAft>
                <a:spcPct val="0"/>
              </a:spcAft>
              <a:defRPr sz="5000">
                <a:solidFill>
                  <a:srgbClr val="0D0D0D"/>
                </a:solidFill>
                <a:latin typeface="Source Han Sans CN Medium" panose="020B0200000000000000" charset="-122"/>
                <a:ea typeface="Source Han Sans CN Medium" panose="020B0200000000000000" charset="-122"/>
              </a:defRPr>
            </a:lvl9pPr>
          </a:lstStyle>
          <a:p>
            <a:pPr marL="0" marR="0" lvl="0" indent="0" algn="l" defTabSz="914400" rtl="0" eaLnBrk="1" fontAlgn="auto" latinLnBrk="0" hangingPunct="1">
              <a:lnSpc>
                <a:spcPct val="100000"/>
              </a:lnSpc>
              <a:spcBef>
                <a:spcPct val="0"/>
              </a:spcBef>
              <a:spcAft>
                <a:spcPct val="0"/>
              </a:spcAft>
              <a:buClrTx/>
              <a:buSzTx/>
              <a:buFont typeface="Arial" panose="020B0604020202020204" pitchFamily="34" charset="0"/>
              <a:buNone/>
              <a:tabLst/>
              <a:defRPr/>
            </a:pPr>
            <a:r>
              <a:rPr kumimoji="0" lang="en-US" altLang="zh-CN" sz="20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mj-cs"/>
                <a:sym typeface="华文楷体" panose="02010600040101010101" pitchFamily="2" charset="-122"/>
              </a:rPr>
              <a:t>IASO</a:t>
            </a:r>
            <a:r>
              <a:rPr kumimoji="0" lang="zh-CN" altLang="en-US" sz="20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mj-cs"/>
                <a:sym typeface="华文楷体" panose="02010600040101010101" pitchFamily="2" charset="-122"/>
              </a:rPr>
              <a:t> </a:t>
            </a:r>
            <a:r>
              <a:rPr kumimoji="0" lang="en-US" altLang="zh-CN" sz="20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mj-cs"/>
                <a:sym typeface="华文楷体" panose="02010600040101010101" pitchFamily="2" charset="-122"/>
              </a:rPr>
              <a:t>as a well </a:t>
            </a:r>
            <a:r>
              <a:rPr kumimoji="0" lang="en-US" altLang="zh-CN" sz="2000" b="1" i="0" u="none" strike="noStrike" kern="1200" cap="none" spc="0" normalizeH="0" baseline="0" noProof="0" dirty="0">
                <a:ln>
                  <a:noFill/>
                </a:ln>
                <a:solidFill>
                  <a:prstClr val="white"/>
                </a:solidFill>
                <a:effectLst/>
                <a:uLnTx/>
                <a:uFillTx/>
                <a:latin typeface="Arial"/>
                <a:ea typeface="微软雅黑" panose="020B0503020204020204" pitchFamily="34" charset="-122"/>
                <a:sym typeface="华文楷体" panose="02010600040101010101" pitchFamily="2" charset="-122"/>
              </a:rPr>
              <a:t>Recognized</a:t>
            </a:r>
            <a:r>
              <a:rPr kumimoji="0" lang="en-US" altLang="zh-CN" sz="20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mj-cs"/>
                <a:sym typeface="华文楷体" panose="02010600040101010101" pitchFamily="2" charset="-122"/>
              </a:rPr>
              <a:t> Innovator in the Field</a:t>
            </a:r>
            <a:endParaRPr kumimoji="0" lang="zh-CN" altLang="en-US" sz="2000" b="1" i="0" u="none" strike="noStrike" kern="1200" cap="none" spc="0" normalizeH="0" baseline="0" noProof="0" dirty="0">
              <a:ln>
                <a:noFill/>
              </a:ln>
              <a:solidFill>
                <a:prstClr val="white"/>
              </a:solidFill>
              <a:effectLst/>
              <a:uLnTx/>
              <a:uFillTx/>
              <a:latin typeface="Arial"/>
              <a:ea typeface="微软雅黑" panose="020B0503020204020204" pitchFamily="34" charset="-122"/>
              <a:cs typeface="+mj-cs"/>
              <a:sym typeface="华文楷体" panose="02010600040101010101" pitchFamily="2" charset="-122"/>
            </a:endParaRPr>
          </a:p>
        </p:txBody>
      </p:sp>
      <p:pic>
        <p:nvPicPr>
          <p:cNvPr id="4" name="Picture 24" descr="A decade of digital medicine innovation | Eric Topol">
            <a:extLst>
              <a:ext uri="{FF2B5EF4-FFF2-40B4-BE49-F238E27FC236}">
                <a16:creationId xmlns:a16="http://schemas.microsoft.com/office/drawing/2014/main" id="{4A7DE033-E3FA-3E36-D7F4-B8F733BB9D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811" y="1805237"/>
            <a:ext cx="1710137" cy="750412"/>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直线连接符 33">
            <a:extLst>
              <a:ext uri="{FF2B5EF4-FFF2-40B4-BE49-F238E27FC236}">
                <a16:creationId xmlns:a16="http://schemas.microsoft.com/office/drawing/2014/main" id="{CE25FE65-DB35-D72B-0B50-C9B26B9B8623}"/>
              </a:ext>
            </a:extLst>
          </p:cNvPr>
          <p:cNvCxnSpPr/>
          <p:nvPr/>
        </p:nvCxnSpPr>
        <p:spPr>
          <a:xfrm>
            <a:off x="527256" y="2811928"/>
            <a:ext cx="10551956" cy="0"/>
          </a:xfrm>
          <a:prstGeom prst="line">
            <a:avLst/>
          </a:prstGeom>
          <a:ln w="28575">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38" name="图形 30">
            <a:extLst>
              <a:ext uri="{FF2B5EF4-FFF2-40B4-BE49-F238E27FC236}">
                <a16:creationId xmlns:a16="http://schemas.microsoft.com/office/drawing/2014/main" id="{4CE43646-4EE9-5ED5-3867-23C6A84A9E02}"/>
              </a:ext>
            </a:extLst>
          </p:cNvPr>
          <p:cNvSpPr/>
          <p:nvPr/>
        </p:nvSpPr>
        <p:spPr>
          <a:xfrm flipH="1">
            <a:off x="7980149" y="1433995"/>
            <a:ext cx="234000" cy="482400"/>
          </a:xfrm>
          <a:custGeom>
            <a:avLst/>
            <a:gdLst>
              <a:gd name="connsiteX0" fmla="*/ 66144 w 293498"/>
              <a:gd name="connsiteY0" fmla="*/ 67860 h 689544"/>
              <a:gd name="connsiteX1" fmla="*/ 71197 w 293498"/>
              <a:gd name="connsiteY1" fmla="*/ 78271 h 689544"/>
              <a:gd name="connsiteX2" fmla="*/ 78336 w 293498"/>
              <a:gd name="connsiteY2" fmla="*/ 101948 h 689544"/>
              <a:gd name="connsiteX3" fmla="*/ 79212 w 293498"/>
              <a:gd name="connsiteY3" fmla="*/ 108565 h 689544"/>
              <a:gd name="connsiteX4" fmla="*/ 79909 w 293498"/>
              <a:gd name="connsiteY4" fmla="*/ 128972 h 689544"/>
              <a:gd name="connsiteX5" fmla="*/ 90184 w 293498"/>
              <a:gd name="connsiteY5" fmla="*/ 99364 h 689544"/>
              <a:gd name="connsiteX6" fmla="*/ 93687 w 293498"/>
              <a:gd name="connsiteY6" fmla="*/ 90066 h 689544"/>
              <a:gd name="connsiteX7" fmla="*/ 93500 w 293498"/>
              <a:gd name="connsiteY7" fmla="*/ 87160 h 689544"/>
              <a:gd name="connsiteX8" fmla="*/ 95561 w 293498"/>
              <a:gd name="connsiteY8" fmla="*/ 62812 h 689544"/>
              <a:gd name="connsiteX9" fmla="*/ 99658 w 293498"/>
              <a:gd name="connsiteY9" fmla="*/ 48807 h 689544"/>
              <a:gd name="connsiteX10" fmla="*/ 105321 w 293498"/>
              <a:gd name="connsiteY10" fmla="*/ 36381 h 689544"/>
              <a:gd name="connsiteX11" fmla="*/ 120748 w 293498"/>
              <a:gd name="connsiteY11" fmla="*/ 15955 h 689544"/>
              <a:gd name="connsiteX12" fmla="*/ 139586 w 293498"/>
              <a:gd name="connsiteY12" fmla="*/ 39 h 689544"/>
              <a:gd name="connsiteX13" fmla="*/ 136265 w 293498"/>
              <a:gd name="connsiteY13" fmla="*/ 24174 h 689544"/>
              <a:gd name="connsiteX14" fmla="*/ 129270 w 293498"/>
              <a:gd name="connsiteY14" fmla="*/ 47989 h 689544"/>
              <a:gd name="connsiteX15" fmla="*/ 123655 w 293498"/>
              <a:gd name="connsiteY15" fmla="*/ 59831 h 689544"/>
              <a:gd name="connsiteX16" fmla="*/ 116043 w 293498"/>
              <a:gd name="connsiteY16" fmla="*/ 71679 h 689544"/>
              <a:gd name="connsiteX17" fmla="*/ 106381 w 293498"/>
              <a:gd name="connsiteY17" fmla="*/ 83790 h 689544"/>
              <a:gd name="connsiteX18" fmla="*/ 100535 w 293498"/>
              <a:gd name="connsiteY18" fmla="*/ 89903 h 689544"/>
              <a:gd name="connsiteX19" fmla="*/ 98571 w 293498"/>
              <a:gd name="connsiteY19" fmla="*/ 91856 h 689544"/>
              <a:gd name="connsiteX20" fmla="*/ 95168 w 293498"/>
              <a:gd name="connsiteY20" fmla="*/ 101149 h 689544"/>
              <a:gd name="connsiteX21" fmla="*/ 85198 w 293498"/>
              <a:gd name="connsiteY21" fmla="*/ 130675 h 689544"/>
              <a:gd name="connsiteX22" fmla="*/ 97685 w 293498"/>
              <a:gd name="connsiteY22" fmla="*/ 114952 h 689544"/>
              <a:gd name="connsiteX23" fmla="*/ 122944 w 293498"/>
              <a:gd name="connsiteY23" fmla="*/ 98498 h 689544"/>
              <a:gd name="connsiteX24" fmla="*/ 133675 w 293498"/>
              <a:gd name="connsiteY24" fmla="*/ 95174 h 689544"/>
              <a:gd name="connsiteX25" fmla="*/ 155299 w 293498"/>
              <a:gd name="connsiteY25" fmla="*/ 92092 h 689544"/>
              <a:gd name="connsiteX26" fmla="*/ 149117 w 293498"/>
              <a:gd name="connsiteY26" fmla="*/ 101130 h 689544"/>
              <a:gd name="connsiteX27" fmla="*/ 142359 w 293498"/>
              <a:gd name="connsiteY27" fmla="*/ 109772 h 689544"/>
              <a:gd name="connsiteX28" fmla="*/ 126309 w 293498"/>
              <a:gd name="connsiteY28" fmla="*/ 125593 h 689544"/>
              <a:gd name="connsiteX29" fmla="*/ 105074 w 293498"/>
              <a:gd name="connsiteY29" fmla="*/ 138420 h 689544"/>
              <a:gd name="connsiteX30" fmla="*/ 91847 w 293498"/>
              <a:gd name="connsiteY30" fmla="*/ 143391 h 689544"/>
              <a:gd name="connsiteX31" fmla="*/ 80640 w 293498"/>
              <a:gd name="connsiteY31" fmla="*/ 146312 h 689544"/>
              <a:gd name="connsiteX32" fmla="*/ 67065 w 293498"/>
              <a:gd name="connsiteY32" fmla="*/ 206370 h 689544"/>
              <a:gd name="connsiteX33" fmla="*/ 80993 w 293498"/>
              <a:gd name="connsiteY33" fmla="*/ 185754 h 689544"/>
              <a:gd name="connsiteX34" fmla="*/ 90099 w 293498"/>
              <a:gd name="connsiteY34" fmla="*/ 177503 h 689544"/>
              <a:gd name="connsiteX35" fmla="*/ 109789 w 293498"/>
              <a:gd name="connsiteY35" fmla="*/ 166518 h 689544"/>
              <a:gd name="connsiteX36" fmla="*/ 130996 w 293498"/>
              <a:gd name="connsiteY36" fmla="*/ 160815 h 689544"/>
              <a:gd name="connsiteX37" fmla="*/ 125875 w 293498"/>
              <a:gd name="connsiteY37" fmla="*/ 170466 h 689544"/>
              <a:gd name="connsiteX38" fmla="*/ 120415 w 293498"/>
              <a:gd name="connsiteY38" fmla="*/ 179922 h 689544"/>
              <a:gd name="connsiteX39" fmla="*/ 113969 w 293498"/>
              <a:gd name="connsiteY39" fmla="*/ 188969 h 689544"/>
              <a:gd name="connsiteX40" fmla="*/ 106565 w 293498"/>
              <a:gd name="connsiteY40" fmla="*/ 197560 h 689544"/>
              <a:gd name="connsiteX41" fmla="*/ 92569 w 293498"/>
              <a:gd name="connsiteY41" fmla="*/ 209323 h 689544"/>
              <a:gd name="connsiteX42" fmla="*/ 87160 w 293498"/>
              <a:gd name="connsiteY42" fmla="*/ 212955 h 689544"/>
              <a:gd name="connsiteX43" fmla="*/ 64296 w 293498"/>
              <a:gd name="connsiteY43" fmla="*/ 223811 h 689544"/>
              <a:gd name="connsiteX44" fmla="*/ 59282 w 293498"/>
              <a:gd name="connsiteY44" fmla="*/ 277395 h 689544"/>
              <a:gd name="connsiteX45" fmla="*/ 59102 w 293498"/>
              <a:gd name="connsiteY45" fmla="*/ 284560 h 689544"/>
              <a:gd name="connsiteX46" fmla="*/ 62912 w 293498"/>
              <a:gd name="connsiteY46" fmla="*/ 274505 h 689544"/>
              <a:gd name="connsiteX47" fmla="*/ 77399 w 293498"/>
              <a:gd name="connsiteY47" fmla="*/ 253537 h 689544"/>
              <a:gd name="connsiteX48" fmla="*/ 95628 w 293498"/>
              <a:gd name="connsiteY48" fmla="*/ 240068 h 689544"/>
              <a:gd name="connsiteX49" fmla="*/ 115700 w 293498"/>
              <a:gd name="connsiteY49" fmla="*/ 231652 h 689544"/>
              <a:gd name="connsiteX50" fmla="*/ 112083 w 293498"/>
              <a:gd name="connsiteY50" fmla="*/ 241817 h 689544"/>
              <a:gd name="connsiteX51" fmla="*/ 107837 w 293498"/>
              <a:gd name="connsiteY51" fmla="*/ 251845 h 689544"/>
              <a:gd name="connsiteX52" fmla="*/ 105359 w 293498"/>
              <a:gd name="connsiteY52" fmla="*/ 256750 h 689544"/>
              <a:gd name="connsiteX53" fmla="*/ 96588 w 293498"/>
              <a:gd name="connsiteY53" fmla="*/ 271048 h 689544"/>
              <a:gd name="connsiteX54" fmla="*/ 68073 w 293498"/>
              <a:gd name="connsiteY54" fmla="*/ 297265 h 689544"/>
              <a:gd name="connsiteX55" fmla="*/ 58855 w 293498"/>
              <a:gd name="connsiteY55" fmla="*/ 302814 h 689544"/>
              <a:gd name="connsiteX56" fmla="*/ 58918 w 293498"/>
              <a:gd name="connsiteY56" fmla="*/ 307161 h 689544"/>
              <a:gd name="connsiteX57" fmla="*/ 59255 w 293498"/>
              <a:gd name="connsiteY57" fmla="*/ 322343 h 689544"/>
              <a:gd name="connsiteX58" fmla="*/ 60254 w 293498"/>
              <a:gd name="connsiteY58" fmla="*/ 337714 h 689544"/>
              <a:gd name="connsiteX59" fmla="*/ 60814 w 293498"/>
              <a:gd name="connsiteY59" fmla="*/ 345435 h 689544"/>
              <a:gd name="connsiteX60" fmla="*/ 61699 w 293498"/>
              <a:gd name="connsiteY60" fmla="*/ 353150 h 689544"/>
              <a:gd name="connsiteX61" fmla="*/ 62756 w 293498"/>
              <a:gd name="connsiteY61" fmla="*/ 362348 h 689544"/>
              <a:gd name="connsiteX62" fmla="*/ 67051 w 293498"/>
              <a:gd name="connsiteY62" fmla="*/ 346721 h 689544"/>
              <a:gd name="connsiteX63" fmla="*/ 68256 w 293498"/>
              <a:gd name="connsiteY63" fmla="*/ 343685 h 689544"/>
              <a:gd name="connsiteX64" fmla="*/ 69631 w 293498"/>
              <a:gd name="connsiteY64" fmla="*/ 340748 h 689544"/>
              <a:gd name="connsiteX65" fmla="*/ 83408 w 293498"/>
              <a:gd name="connsiteY65" fmla="*/ 321621 h 689544"/>
              <a:gd name="connsiteX66" fmla="*/ 91890 w 293498"/>
              <a:gd name="connsiteY66" fmla="*/ 314394 h 689544"/>
              <a:gd name="connsiteX67" fmla="*/ 110545 w 293498"/>
              <a:gd name="connsiteY67" fmla="*/ 303196 h 689544"/>
              <a:gd name="connsiteX68" fmla="*/ 107082 w 293498"/>
              <a:gd name="connsiteY68" fmla="*/ 318887 h 689544"/>
              <a:gd name="connsiteX69" fmla="*/ 105722 w 293498"/>
              <a:gd name="connsiteY69" fmla="*/ 324084 h 689544"/>
              <a:gd name="connsiteX70" fmla="*/ 102221 w 293498"/>
              <a:gd name="connsiteY70" fmla="*/ 334381 h 689544"/>
              <a:gd name="connsiteX71" fmla="*/ 97516 w 293498"/>
              <a:gd name="connsiteY71" fmla="*/ 344593 h 689544"/>
              <a:gd name="connsiteX72" fmla="*/ 83450 w 293498"/>
              <a:gd name="connsiteY72" fmla="*/ 364776 h 689544"/>
              <a:gd name="connsiteX73" fmla="*/ 65639 w 293498"/>
              <a:gd name="connsiteY73" fmla="*/ 381477 h 689544"/>
              <a:gd name="connsiteX74" fmla="*/ 69161 w 293498"/>
              <a:gd name="connsiteY74" fmla="*/ 399721 h 689544"/>
              <a:gd name="connsiteX75" fmla="*/ 79315 w 293498"/>
              <a:gd name="connsiteY75" fmla="*/ 438454 h 689544"/>
              <a:gd name="connsiteX76" fmla="*/ 79728 w 293498"/>
              <a:gd name="connsiteY76" fmla="*/ 430330 h 689544"/>
              <a:gd name="connsiteX77" fmla="*/ 86718 w 293498"/>
              <a:gd name="connsiteY77" fmla="*/ 405966 h 689544"/>
              <a:gd name="connsiteX78" fmla="*/ 116384 w 293498"/>
              <a:gd name="connsiteY78" fmla="*/ 373692 h 689544"/>
              <a:gd name="connsiteX79" fmla="*/ 116129 w 293498"/>
              <a:gd name="connsiteY79" fmla="*/ 378979 h 689544"/>
              <a:gd name="connsiteX80" fmla="*/ 115964 w 293498"/>
              <a:gd name="connsiteY80" fmla="*/ 384224 h 689544"/>
              <a:gd name="connsiteX81" fmla="*/ 114186 w 293498"/>
              <a:gd name="connsiteY81" fmla="*/ 400115 h 689544"/>
              <a:gd name="connsiteX82" fmla="*/ 113282 w 293498"/>
              <a:gd name="connsiteY82" fmla="*/ 405414 h 689544"/>
              <a:gd name="connsiteX83" fmla="*/ 110429 w 293498"/>
              <a:gd name="connsiteY83" fmla="*/ 416149 h 689544"/>
              <a:gd name="connsiteX84" fmla="*/ 92127 w 293498"/>
              <a:gd name="connsiteY84" fmla="*/ 449967 h 689544"/>
              <a:gd name="connsiteX85" fmla="*/ 85853 w 293498"/>
              <a:gd name="connsiteY85" fmla="*/ 457602 h 689544"/>
              <a:gd name="connsiteX86" fmla="*/ 109599 w 293498"/>
              <a:gd name="connsiteY86" fmla="*/ 510229 h 689544"/>
              <a:gd name="connsiteX87" fmla="*/ 108358 w 293498"/>
              <a:gd name="connsiteY87" fmla="*/ 496390 h 689544"/>
              <a:gd name="connsiteX88" fmla="*/ 108608 w 293498"/>
              <a:gd name="connsiteY88" fmla="*/ 489941 h 689544"/>
              <a:gd name="connsiteX89" fmla="*/ 114782 w 293498"/>
              <a:gd name="connsiteY89" fmla="*/ 467325 h 689544"/>
              <a:gd name="connsiteX90" fmla="*/ 120253 w 293498"/>
              <a:gd name="connsiteY90" fmla="*/ 457682 h 689544"/>
              <a:gd name="connsiteX91" fmla="*/ 134018 w 293498"/>
              <a:gd name="connsiteY91" fmla="*/ 441026 h 689544"/>
              <a:gd name="connsiteX92" fmla="*/ 136008 w 293498"/>
              <a:gd name="connsiteY92" fmla="*/ 456520 h 689544"/>
              <a:gd name="connsiteX93" fmla="*/ 136545 w 293498"/>
              <a:gd name="connsiteY93" fmla="*/ 461718 h 689544"/>
              <a:gd name="connsiteX94" fmla="*/ 136463 w 293498"/>
              <a:gd name="connsiteY94" fmla="*/ 477848 h 689544"/>
              <a:gd name="connsiteX95" fmla="*/ 135982 w 293498"/>
              <a:gd name="connsiteY95" fmla="*/ 483360 h 689544"/>
              <a:gd name="connsiteX96" fmla="*/ 130170 w 293498"/>
              <a:gd name="connsiteY96" fmla="*/ 507021 h 689544"/>
              <a:gd name="connsiteX97" fmla="*/ 120186 w 293498"/>
              <a:gd name="connsiteY97" fmla="*/ 528435 h 689544"/>
              <a:gd name="connsiteX98" fmla="*/ 153536 w 293498"/>
              <a:gd name="connsiteY98" fmla="*/ 574288 h 689544"/>
              <a:gd name="connsiteX99" fmla="*/ 151550 w 293498"/>
              <a:gd name="connsiteY99" fmla="*/ 568703 h 689544"/>
              <a:gd name="connsiteX100" fmla="*/ 148525 w 293498"/>
              <a:gd name="connsiteY100" fmla="*/ 543638 h 689544"/>
              <a:gd name="connsiteX101" fmla="*/ 153700 w 293498"/>
              <a:gd name="connsiteY101" fmla="*/ 521861 h 689544"/>
              <a:gd name="connsiteX102" fmla="*/ 158242 w 293498"/>
              <a:gd name="connsiteY102" fmla="*/ 512101 h 689544"/>
              <a:gd name="connsiteX103" fmla="*/ 163891 w 293498"/>
              <a:gd name="connsiteY103" fmla="*/ 502818 h 689544"/>
              <a:gd name="connsiteX104" fmla="*/ 174281 w 293498"/>
              <a:gd name="connsiteY104" fmla="*/ 543649 h 689544"/>
              <a:gd name="connsiteX105" fmla="*/ 173485 w 293498"/>
              <a:gd name="connsiteY105" fmla="*/ 567923 h 689544"/>
              <a:gd name="connsiteX106" fmla="*/ 170666 w 293498"/>
              <a:gd name="connsiteY106" fmla="*/ 581830 h 689544"/>
              <a:gd name="connsiteX107" fmla="*/ 168612 w 293498"/>
              <a:gd name="connsiteY107" fmla="*/ 589231 h 689544"/>
              <a:gd name="connsiteX108" fmla="*/ 168129 w 293498"/>
              <a:gd name="connsiteY108" fmla="*/ 590625 h 689544"/>
              <a:gd name="connsiteX109" fmla="*/ 182651 w 293498"/>
              <a:gd name="connsiteY109" fmla="*/ 605249 h 689544"/>
              <a:gd name="connsiteX110" fmla="*/ 201172 w 293498"/>
              <a:gd name="connsiteY110" fmla="*/ 621635 h 689544"/>
              <a:gd name="connsiteX111" fmla="*/ 209800 w 293498"/>
              <a:gd name="connsiteY111" fmla="*/ 628417 h 689544"/>
              <a:gd name="connsiteX112" fmla="*/ 207073 w 293498"/>
              <a:gd name="connsiteY112" fmla="*/ 623948 h 689544"/>
              <a:gd name="connsiteX113" fmla="*/ 204004 w 293498"/>
              <a:gd name="connsiteY113" fmla="*/ 617899 h 689544"/>
              <a:gd name="connsiteX114" fmla="*/ 201751 w 293498"/>
              <a:gd name="connsiteY114" fmla="*/ 611773 h 689544"/>
              <a:gd name="connsiteX115" fmla="*/ 198295 w 293498"/>
              <a:gd name="connsiteY115" fmla="*/ 588680 h 689544"/>
              <a:gd name="connsiteX116" fmla="*/ 199533 w 293498"/>
              <a:gd name="connsiteY116" fmla="*/ 577623 h 689544"/>
              <a:gd name="connsiteX117" fmla="*/ 205529 w 293498"/>
              <a:gd name="connsiteY117" fmla="*/ 556930 h 689544"/>
              <a:gd name="connsiteX118" fmla="*/ 210970 w 293498"/>
              <a:gd name="connsiteY118" fmla="*/ 565668 h 689544"/>
              <a:gd name="connsiteX119" fmla="*/ 215974 w 293498"/>
              <a:gd name="connsiteY119" fmla="*/ 574829 h 689544"/>
              <a:gd name="connsiteX120" fmla="*/ 224124 w 293498"/>
              <a:gd name="connsiteY120" fmla="*/ 594972 h 689544"/>
              <a:gd name="connsiteX121" fmla="*/ 228349 w 293498"/>
              <a:gd name="connsiteY121" fmla="*/ 618961 h 689544"/>
              <a:gd name="connsiteX122" fmla="*/ 227729 w 293498"/>
              <a:gd name="connsiteY122" fmla="*/ 641760 h 689544"/>
              <a:gd name="connsiteX123" fmla="*/ 236092 w 293498"/>
              <a:gd name="connsiteY123" fmla="*/ 647553 h 689544"/>
              <a:gd name="connsiteX124" fmla="*/ 240032 w 293498"/>
              <a:gd name="connsiteY124" fmla="*/ 650311 h 689544"/>
              <a:gd name="connsiteX125" fmla="*/ 244077 w 293498"/>
              <a:gd name="connsiteY125" fmla="*/ 652775 h 689544"/>
              <a:gd name="connsiteX126" fmla="*/ 251781 w 293498"/>
              <a:gd name="connsiteY126" fmla="*/ 657480 h 689544"/>
              <a:gd name="connsiteX127" fmla="*/ 258945 w 293498"/>
              <a:gd name="connsiteY127" fmla="*/ 661841 h 689544"/>
              <a:gd name="connsiteX128" fmla="*/ 260629 w 293498"/>
              <a:gd name="connsiteY128" fmla="*/ 662878 h 689544"/>
              <a:gd name="connsiteX129" fmla="*/ 261522 w 293498"/>
              <a:gd name="connsiteY129" fmla="*/ 663393 h 689544"/>
              <a:gd name="connsiteX130" fmla="*/ 261822 w 293498"/>
              <a:gd name="connsiteY130" fmla="*/ 663598 h 689544"/>
              <a:gd name="connsiteX131" fmla="*/ 262208 w 293498"/>
              <a:gd name="connsiteY131" fmla="*/ 663821 h 689544"/>
              <a:gd name="connsiteX132" fmla="*/ 265430 w 293498"/>
              <a:gd name="connsiteY132" fmla="*/ 665649 h 689544"/>
              <a:gd name="connsiteX133" fmla="*/ 292154 w 293498"/>
              <a:gd name="connsiteY133" fmla="*/ 679470 h 689544"/>
              <a:gd name="connsiteX134" fmla="*/ 293818 w 293498"/>
              <a:gd name="connsiteY134" fmla="*/ 683551 h 689544"/>
              <a:gd name="connsiteX135" fmla="*/ 291607 w 293498"/>
              <a:gd name="connsiteY135" fmla="*/ 688160 h 689544"/>
              <a:gd name="connsiteX136" fmla="*/ 287338 w 293498"/>
              <a:gd name="connsiteY136" fmla="*/ 689427 h 689544"/>
              <a:gd name="connsiteX137" fmla="*/ 260254 w 293498"/>
              <a:gd name="connsiteY137" fmla="*/ 675172 h 689544"/>
              <a:gd name="connsiteX138" fmla="*/ 256008 w 293498"/>
              <a:gd name="connsiteY138" fmla="*/ 672721 h 689544"/>
              <a:gd name="connsiteX139" fmla="*/ 255153 w 293498"/>
              <a:gd name="connsiteY139" fmla="*/ 672195 h 689544"/>
              <a:gd name="connsiteX140" fmla="*/ 253493 w 293498"/>
              <a:gd name="connsiteY140" fmla="*/ 671172 h 689544"/>
              <a:gd name="connsiteX141" fmla="*/ 246396 w 293498"/>
              <a:gd name="connsiteY141" fmla="*/ 666753 h 689544"/>
              <a:gd name="connsiteX142" fmla="*/ 238720 w 293498"/>
              <a:gd name="connsiteY142" fmla="*/ 661999 h 689544"/>
              <a:gd name="connsiteX143" fmla="*/ 234702 w 293498"/>
              <a:gd name="connsiteY143" fmla="*/ 659487 h 689544"/>
              <a:gd name="connsiteX144" fmla="*/ 230655 w 293498"/>
              <a:gd name="connsiteY144" fmla="*/ 656636 h 689544"/>
              <a:gd name="connsiteX145" fmla="*/ 221759 w 293498"/>
              <a:gd name="connsiteY145" fmla="*/ 650374 h 689544"/>
              <a:gd name="connsiteX146" fmla="*/ 213442 w 293498"/>
              <a:gd name="connsiteY146" fmla="*/ 653806 h 689544"/>
              <a:gd name="connsiteX147" fmla="*/ 199216 w 293498"/>
              <a:gd name="connsiteY147" fmla="*/ 657332 h 689544"/>
              <a:gd name="connsiteX148" fmla="*/ 172399 w 293498"/>
              <a:gd name="connsiteY148" fmla="*/ 656708 h 689544"/>
              <a:gd name="connsiteX149" fmla="*/ 147806 w 293498"/>
              <a:gd name="connsiteY149" fmla="*/ 647720 h 689544"/>
              <a:gd name="connsiteX150" fmla="*/ 136373 w 293498"/>
              <a:gd name="connsiteY150" fmla="*/ 640894 h 689544"/>
              <a:gd name="connsiteX151" fmla="*/ 125414 w 293498"/>
              <a:gd name="connsiteY151" fmla="*/ 633023 h 689544"/>
              <a:gd name="connsiteX152" fmla="*/ 148295 w 293498"/>
              <a:gd name="connsiteY152" fmla="*/ 629380 h 689544"/>
              <a:gd name="connsiteX153" fmla="*/ 159968 w 293498"/>
              <a:gd name="connsiteY153" fmla="*/ 628883 h 689544"/>
              <a:gd name="connsiteX154" fmla="*/ 184908 w 293498"/>
              <a:gd name="connsiteY154" fmla="*/ 631253 h 689544"/>
              <a:gd name="connsiteX155" fmla="*/ 191438 w 293498"/>
              <a:gd name="connsiteY155" fmla="*/ 632868 h 689544"/>
              <a:gd name="connsiteX156" fmla="*/ 198277 w 293498"/>
              <a:gd name="connsiteY156" fmla="*/ 634726 h 689544"/>
              <a:gd name="connsiteX157" fmla="*/ 203389 w 293498"/>
              <a:gd name="connsiteY157" fmla="*/ 636456 h 689544"/>
              <a:gd name="connsiteX158" fmla="*/ 194910 w 293498"/>
              <a:gd name="connsiteY158" fmla="*/ 629694 h 689544"/>
              <a:gd name="connsiteX159" fmla="*/ 176073 w 293498"/>
              <a:gd name="connsiteY159" fmla="*/ 612741 h 689544"/>
              <a:gd name="connsiteX160" fmla="*/ 161020 w 293498"/>
              <a:gd name="connsiteY160" fmla="*/ 597424 h 689544"/>
              <a:gd name="connsiteX161" fmla="*/ 159498 w 293498"/>
              <a:gd name="connsiteY161" fmla="*/ 597832 h 689544"/>
              <a:gd name="connsiteX162" fmla="*/ 137320 w 293498"/>
              <a:gd name="connsiteY162" fmla="*/ 599758 h 689544"/>
              <a:gd name="connsiteX163" fmla="*/ 111107 w 293498"/>
              <a:gd name="connsiteY163" fmla="*/ 593630 h 689544"/>
              <a:gd name="connsiteX164" fmla="*/ 69816 w 293498"/>
              <a:gd name="connsiteY164" fmla="*/ 560752 h 689544"/>
              <a:gd name="connsiteX165" fmla="*/ 81239 w 293498"/>
              <a:gd name="connsiteY165" fmla="*/ 561076 h 689544"/>
              <a:gd name="connsiteX166" fmla="*/ 92916 w 293498"/>
              <a:gd name="connsiteY166" fmla="*/ 561963 h 689544"/>
              <a:gd name="connsiteX167" fmla="*/ 116295 w 293498"/>
              <a:gd name="connsiteY167" fmla="*/ 566874 h 689544"/>
              <a:gd name="connsiteX168" fmla="*/ 140738 w 293498"/>
              <a:gd name="connsiteY168" fmla="*/ 577513 h 689544"/>
              <a:gd name="connsiteX169" fmla="*/ 146383 w 293498"/>
              <a:gd name="connsiteY169" fmla="*/ 580772 h 689544"/>
              <a:gd name="connsiteX170" fmla="*/ 112398 w 293498"/>
              <a:gd name="connsiteY170" fmla="*/ 533233 h 689544"/>
              <a:gd name="connsiteX171" fmla="*/ 88167 w 293498"/>
              <a:gd name="connsiteY171" fmla="*/ 530694 h 689544"/>
              <a:gd name="connsiteX172" fmla="*/ 63854 w 293498"/>
              <a:gd name="connsiteY172" fmla="*/ 519326 h 689544"/>
              <a:gd name="connsiteX173" fmla="*/ 53786 w 293498"/>
              <a:gd name="connsiteY173" fmla="*/ 510972 h 689544"/>
              <a:gd name="connsiteX174" fmla="*/ 40754 w 293498"/>
              <a:gd name="connsiteY174" fmla="*/ 496051 h 689544"/>
              <a:gd name="connsiteX175" fmla="*/ 30224 w 293498"/>
              <a:gd name="connsiteY175" fmla="*/ 478971 h 689544"/>
              <a:gd name="connsiteX176" fmla="*/ 63547 w 293498"/>
              <a:gd name="connsiteY176" fmla="*/ 488883 h 689544"/>
              <a:gd name="connsiteX177" fmla="*/ 85380 w 293498"/>
              <a:gd name="connsiteY177" fmla="*/ 501038 h 689544"/>
              <a:gd name="connsiteX178" fmla="*/ 90841 w 293498"/>
              <a:gd name="connsiteY178" fmla="*/ 505059 h 689544"/>
              <a:gd name="connsiteX179" fmla="*/ 101750 w 293498"/>
              <a:gd name="connsiteY179" fmla="*/ 514574 h 689544"/>
              <a:gd name="connsiteX180" fmla="*/ 101696 w 293498"/>
              <a:gd name="connsiteY180" fmla="*/ 514446 h 689544"/>
              <a:gd name="connsiteX181" fmla="*/ 98096 w 293498"/>
              <a:gd name="connsiteY181" fmla="*/ 507480 h 689544"/>
              <a:gd name="connsiteX182" fmla="*/ 94500 w 293498"/>
              <a:gd name="connsiteY182" fmla="*/ 500450 h 689544"/>
              <a:gd name="connsiteX183" fmla="*/ 91187 w 293498"/>
              <a:gd name="connsiteY183" fmla="*/ 493263 h 689544"/>
              <a:gd name="connsiteX184" fmla="*/ 84736 w 293498"/>
              <a:gd name="connsiteY184" fmla="*/ 478700 h 689544"/>
              <a:gd name="connsiteX185" fmla="*/ 79023 w 293498"/>
              <a:gd name="connsiteY185" fmla="*/ 463694 h 689544"/>
              <a:gd name="connsiteX186" fmla="*/ 77872 w 293498"/>
              <a:gd name="connsiteY186" fmla="*/ 460617 h 689544"/>
              <a:gd name="connsiteX187" fmla="*/ 54381 w 293498"/>
              <a:gd name="connsiteY187" fmla="*/ 453230 h 689544"/>
              <a:gd name="connsiteX188" fmla="*/ 32741 w 293498"/>
              <a:gd name="connsiteY188" fmla="*/ 437455 h 689544"/>
              <a:gd name="connsiteX189" fmla="*/ 24408 w 293498"/>
              <a:gd name="connsiteY189" fmla="*/ 427434 h 689544"/>
              <a:gd name="connsiteX190" fmla="*/ 20753 w 293498"/>
              <a:gd name="connsiteY190" fmla="*/ 422011 h 689544"/>
              <a:gd name="connsiteX191" fmla="*/ 11962 w 293498"/>
              <a:gd name="connsiteY191" fmla="*/ 404424 h 689544"/>
              <a:gd name="connsiteX192" fmla="*/ 9499 w 293498"/>
              <a:gd name="connsiteY192" fmla="*/ 398273 h 689544"/>
              <a:gd name="connsiteX193" fmla="*/ 7429 w 293498"/>
              <a:gd name="connsiteY193" fmla="*/ 391997 h 689544"/>
              <a:gd name="connsiteX194" fmla="*/ 48005 w 293498"/>
              <a:gd name="connsiteY194" fmla="*/ 414973 h 689544"/>
              <a:gd name="connsiteX195" fmla="*/ 66344 w 293498"/>
              <a:gd name="connsiteY195" fmla="*/ 434181 h 689544"/>
              <a:gd name="connsiteX196" fmla="*/ 71409 w 293498"/>
              <a:gd name="connsiteY196" fmla="*/ 441061 h 689544"/>
              <a:gd name="connsiteX197" fmla="*/ 71338 w 293498"/>
              <a:gd name="connsiteY197" fmla="*/ 440795 h 689544"/>
              <a:gd name="connsiteX198" fmla="*/ 69006 w 293498"/>
              <a:gd name="connsiteY198" fmla="*/ 433080 h 689544"/>
              <a:gd name="connsiteX199" fmla="*/ 64915 w 293498"/>
              <a:gd name="connsiteY199" fmla="*/ 417436 h 689544"/>
              <a:gd name="connsiteX200" fmla="*/ 63927 w 293498"/>
              <a:gd name="connsiteY200" fmla="*/ 413520 h 689544"/>
              <a:gd name="connsiteX201" fmla="*/ 63078 w 293498"/>
              <a:gd name="connsiteY201" fmla="*/ 409588 h 689544"/>
              <a:gd name="connsiteX202" fmla="*/ 61444 w 293498"/>
              <a:gd name="connsiteY202" fmla="*/ 401666 h 689544"/>
              <a:gd name="connsiteX203" fmla="*/ 57939 w 293498"/>
              <a:gd name="connsiteY203" fmla="*/ 382725 h 689544"/>
              <a:gd name="connsiteX204" fmla="*/ 35682 w 293498"/>
              <a:gd name="connsiteY204" fmla="*/ 371194 h 689544"/>
              <a:gd name="connsiteX205" fmla="*/ 10901 w 293498"/>
              <a:gd name="connsiteY205" fmla="*/ 340805 h 689544"/>
              <a:gd name="connsiteX206" fmla="*/ 4017 w 293498"/>
              <a:gd name="connsiteY206" fmla="*/ 322646 h 689544"/>
              <a:gd name="connsiteX207" fmla="*/ 39 w 293498"/>
              <a:gd name="connsiteY207" fmla="*/ 303464 h 689544"/>
              <a:gd name="connsiteX208" fmla="*/ 19088 w 293498"/>
              <a:gd name="connsiteY208" fmla="*/ 316263 h 689544"/>
              <a:gd name="connsiteX209" fmla="*/ 36338 w 293498"/>
              <a:gd name="connsiteY209" fmla="*/ 332623 h 689544"/>
              <a:gd name="connsiteX210" fmla="*/ 43962 w 293498"/>
              <a:gd name="connsiteY210" fmla="*/ 342814 h 689544"/>
              <a:gd name="connsiteX211" fmla="*/ 47578 w 293498"/>
              <a:gd name="connsiteY211" fmla="*/ 348472 h 689544"/>
              <a:gd name="connsiteX212" fmla="*/ 55271 w 293498"/>
              <a:gd name="connsiteY212" fmla="*/ 363559 h 689544"/>
              <a:gd name="connsiteX213" fmla="*/ 51855 w 293498"/>
              <a:gd name="connsiteY213" fmla="*/ 302793 h 689544"/>
              <a:gd name="connsiteX214" fmla="*/ 42442 w 293498"/>
              <a:gd name="connsiteY214" fmla="*/ 297037 h 689544"/>
              <a:gd name="connsiteX215" fmla="*/ 31449 w 293498"/>
              <a:gd name="connsiteY215" fmla="*/ 287667 h 689544"/>
              <a:gd name="connsiteX216" fmla="*/ 16178 w 293498"/>
              <a:gd name="connsiteY216" fmla="*/ 265985 h 689544"/>
              <a:gd name="connsiteX217" fmla="*/ 9805 w 293498"/>
              <a:gd name="connsiteY217" fmla="*/ 247832 h 689544"/>
              <a:gd name="connsiteX218" fmla="*/ 8548 w 293498"/>
              <a:gd name="connsiteY218" fmla="*/ 241542 h 689544"/>
              <a:gd name="connsiteX219" fmla="*/ 6376 w 293498"/>
              <a:gd name="connsiteY219" fmla="*/ 215780 h 689544"/>
              <a:gd name="connsiteX220" fmla="*/ 23337 w 293498"/>
              <a:gd name="connsiteY220" fmla="*/ 231137 h 689544"/>
              <a:gd name="connsiteX221" fmla="*/ 37840 w 293498"/>
              <a:gd name="connsiteY221" fmla="*/ 249802 h 689544"/>
              <a:gd name="connsiteX222" fmla="*/ 49030 w 293498"/>
              <a:gd name="connsiteY222" fmla="*/ 273760 h 689544"/>
              <a:gd name="connsiteX223" fmla="*/ 52176 w 293498"/>
              <a:gd name="connsiteY223" fmla="*/ 284356 h 689544"/>
              <a:gd name="connsiteX224" fmla="*/ 52411 w 293498"/>
              <a:gd name="connsiteY224" fmla="*/ 277319 h 689544"/>
              <a:gd name="connsiteX225" fmla="*/ 57974 w 293498"/>
              <a:gd name="connsiteY225" fmla="*/ 222895 h 689544"/>
              <a:gd name="connsiteX226" fmla="*/ 39643 w 293498"/>
              <a:gd name="connsiteY226" fmla="*/ 204786 h 689544"/>
              <a:gd name="connsiteX227" fmla="*/ 35716 w 293498"/>
              <a:gd name="connsiteY227" fmla="*/ 199109 h 689544"/>
              <a:gd name="connsiteX228" fmla="*/ 24654 w 293498"/>
              <a:gd name="connsiteY228" fmla="*/ 168858 h 689544"/>
              <a:gd name="connsiteX229" fmla="*/ 23466 w 293498"/>
              <a:gd name="connsiteY229" fmla="*/ 156208 h 689544"/>
              <a:gd name="connsiteX230" fmla="*/ 23475 w 293498"/>
              <a:gd name="connsiteY230" fmla="*/ 143380 h 689544"/>
              <a:gd name="connsiteX231" fmla="*/ 24731 w 293498"/>
              <a:gd name="connsiteY231" fmla="*/ 130564 h 689544"/>
              <a:gd name="connsiteX232" fmla="*/ 39375 w 293498"/>
              <a:gd name="connsiteY232" fmla="*/ 147928 h 689544"/>
              <a:gd name="connsiteX233" fmla="*/ 51424 w 293498"/>
              <a:gd name="connsiteY233" fmla="*/ 168393 h 689544"/>
              <a:gd name="connsiteX234" fmla="*/ 60824 w 293498"/>
              <a:gd name="connsiteY234" fmla="*/ 205758 h 689544"/>
              <a:gd name="connsiteX235" fmla="*/ 75171 w 293498"/>
              <a:gd name="connsiteY235" fmla="*/ 144698 h 689544"/>
              <a:gd name="connsiteX236" fmla="*/ 67249 w 293498"/>
              <a:gd name="connsiteY236" fmla="*/ 136137 h 689544"/>
              <a:gd name="connsiteX237" fmla="*/ 59074 w 293498"/>
              <a:gd name="connsiteY237" fmla="*/ 124115 h 689544"/>
              <a:gd name="connsiteX238" fmla="*/ 50156 w 293498"/>
              <a:gd name="connsiteY238" fmla="*/ 99283 h 689544"/>
              <a:gd name="connsiteX239" fmla="*/ 49205 w 293498"/>
              <a:gd name="connsiteY239" fmla="*/ 73969 h 689544"/>
              <a:gd name="connsiteX240" fmla="*/ 50937 w 293498"/>
              <a:gd name="connsiteY240" fmla="*/ 61331 h 689544"/>
              <a:gd name="connsiteX241" fmla="*/ 53687 w 293498"/>
              <a:gd name="connsiteY241" fmla="*/ 48768 h 689544"/>
              <a:gd name="connsiteX242" fmla="*/ 66144 w 293498"/>
              <a:gd name="connsiteY242" fmla="*/ 67860 h 689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Lst>
            <a:rect l="l" t="t" r="r" b="b"/>
            <a:pathLst>
              <a:path w="293498" h="689544">
                <a:moveTo>
                  <a:pt x="66144" y="67860"/>
                </a:moveTo>
                <a:cubicBezTo>
                  <a:pt x="68010" y="71239"/>
                  <a:pt x="69696" y="74714"/>
                  <a:pt x="71197" y="78271"/>
                </a:cubicBezTo>
                <a:cubicBezTo>
                  <a:pt x="74537" y="85842"/>
                  <a:pt x="76935" y="93793"/>
                  <a:pt x="78336" y="101948"/>
                </a:cubicBezTo>
                <a:cubicBezTo>
                  <a:pt x="78707" y="104091"/>
                  <a:pt x="78949" y="106290"/>
                  <a:pt x="79212" y="108565"/>
                </a:cubicBezTo>
                <a:cubicBezTo>
                  <a:pt x="80091" y="115329"/>
                  <a:pt x="80324" y="122163"/>
                  <a:pt x="79909" y="128972"/>
                </a:cubicBezTo>
                <a:cubicBezTo>
                  <a:pt x="83556" y="117474"/>
                  <a:pt x="87087" y="107514"/>
                  <a:pt x="90184" y="99364"/>
                </a:cubicBezTo>
                <a:lnTo>
                  <a:pt x="93687" y="90066"/>
                </a:lnTo>
                <a:cubicBezTo>
                  <a:pt x="93609" y="89088"/>
                  <a:pt x="93530" y="88110"/>
                  <a:pt x="93500" y="87160"/>
                </a:cubicBezTo>
                <a:cubicBezTo>
                  <a:pt x="93412" y="78996"/>
                  <a:pt x="94101" y="70844"/>
                  <a:pt x="95561" y="62812"/>
                </a:cubicBezTo>
                <a:cubicBezTo>
                  <a:pt x="96571" y="57831"/>
                  <a:pt x="98046" y="53215"/>
                  <a:pt x="99658" y="48807"/>
                </a:cubicBezTo>
                <a:cubicBezTo>
                  <a:pt x="101318" y="44427"/>
                  <a:pt x="103130" y="40230"/>
                  <a:pt x="105321" y="36381"/>
                </a:cubicBezTo>
                <a:cubicBezTo>
                  <a:pt x="109624" y="28977"/>
                  <a:pt x="114804" y="22119"/>
                  <a:pt x="120748" y="15955"/>
                </a:cubicBezTo>
                <a:cubicBezTo>
                  <a:pt x="126629" y="10196"/>
                  <a:pt x="132925" y="4876"/>
                  <a:pt x="139586" y="39"/>
                </a:cubicBezTo>
                <a:cubicBezTo>
                  <a:pt x="139006" y="8148"/>
                  <a:pt x="137896" y="16210"/>
                  <a:pt x="136265" y="24174"/>
                </a:cubicBezTo>
                <a:cubicBezTo>
                  <a:pt x="134812" y="32344"/>
                  <a:pt x="132466" y="40330"/>
                  <a:pt x="129270" y="47989"/>
                </a:cubicBezTo>
                <a:cubicBezTo>
                  <a:pt x="127650" y="51910"/>
                  <a:pt x="125863" y="55895"/>
                  <a:pt x="123655" y="59831"/>
                </a:cubicBezTo>
                <a:cubicBezTo>
                  <a:pt x="121509" y="63770"/>
                  <a:pt x="118890" y="67694"/>
                  <a:pt x="116043" y="71679"/>
                </a:cubicBezTo>
                <a:cubicBezTo>
                  <a:pt x="113268" y="75705"/>
                  <a:pt x="110058" y="79705"/>
                  <a:pt x="106381" y="83790"/>
                </a:cubicBezTo>
                <a:cubicBezTo>
                  <a:pt x="104576" y="85803"/>
                  <a:pt x="102593" y="87843"/>
                  <a:pt x="100535" y="89903"/>
                </a:cubicBezTo>
                <a:lnTo>
                  <a:pt x="98571" y="91856"/>
                </a:lnTo>
                <a:lnTo>
                  <a:pt x="95168" y="101149"/>
                </a:lnTo>
                <a:cubicBezTo>
                  <a:pt x="92148" y="109278"/>
                  <a:pt x="88717" y="119230"/>
                  <a:pt x="85198" y="130675"/>
                </a:cubicBezTo>
                <a:cubicBezTo>
                  <a:pt x="88783" y="125000"/>
                  <a:pt x="92969" y="119729"/>
                  <a:pt x="97685" y="114952"/>
                </a:cubicBezTo>
                <a:cubicBezTo>
                  <a:pt x="104970" y="107897"/>
                  <a:pt x="113546" y="102311"/>
                  <a:pt x="122944" y="98498"/>
                </a:cubicBezTo>
                <a:cubicBezTo>
                  <a:pt x="126447" y="97165"/>
                  <a:pt x="130032" y="96055"/>
                  <a:pt x="133675" y="95174"/>
                </a:cubicBezTo>
                <a:cubicBezTo>
                  <a:pt x="140779" y="93512"/>
                  <a:pt x="148015" y="92480"/>
                  <a:pt x="155299" y="92092"/>
                </a:cubicBezTo>
                <a:cubicBezTo>
                  <a:pt x="153345" y="95144"/>
                  <a:pt x="151292" y="98141"/>
                  <a:pt x="149117" y="101130"/>
                </a:cubicBezTo>
                <a:cubicBezTo>
                  <a:pt x="146968" y="104071"/>
                  <a:pt x="144613" y="106925"/>
                  <a:pt x="142359" y="109772"/>
                </a:cubicBezTo>
                <a:cubicBezTo>
                  <a:pt x="137772" y="115486"/>
                  <a:pt x="132463" y="120783"/>
                  <a:pt x="126309" y="125593"/>
                </a:cubicBezTo>
                <a:cubicBezTo>
                  <a:pt x="120338" y="130475"/>
                  <a:pt x="113378" y="134787"/>
                  <a:pt x="105074" y="138420"/>
                </a:cubicBezTo>
                <a:cubicBezTo>
                  <a:pt x="100923" y="140205"/>
                  <a:pt x="96615" y="141929"/>
                  <a:pt x="91847" y="143391"/>
                </a:cubicBezTo>
                <a:cubicBezTo>
                  <a:pt x="88325" y="144477"/>
                  <a:pt x="84562" y="145425"/>
                  <a:pt x="80640" y="146312"/>
                </a:cubicBezTo>
                <a:cubicBezTo>
                  <a:pt x="75115" y="166092"/>
                  <a:pt x="70584" y="186136"/>
                  <a:pt x="67065" y="206370"/>
                </a:cubicBezTo>
                <a:cubicBezTo>
                  <a:pt x="70715" y="198877"/>
                  <a:pt x="75403" y="191937"/>
                  <a:pt x="80993" y="185754"/>
                </a:cubicBezTo>
                <a:cubicBezTo>
                  <a:pt x="83776" y="182737"/>
                  <a:pt x="86823" y="179976"/>
                  <a:pt x="90099" y="177503"/>
                </a:cubicBezTo>
                <a:cubicBezTo>
                  <a:pt x="96110" y="172929"/>
                  <a:pt x="102739" y="169230"/>
                  <a:pt x="109789" y="166518"/>
                </a:cubicBezTo>
                <a:cubicBezTo>
                  <a:pt x="116676" y="163997"/>
                  <a:pt x="123773" y="162089"/>
                  <a:pt x="130996" y="160815"/>
                </a:cubicBezTo>
                <a:cubicBezTo>
                  <a:pt x="129378" y="164063"/>
                  <a:pt x="127689" y="167268"/>
                  <a:pt x="125875" y="170466"/>
                </a:cubicBezTo>
                <a:cubicBezTo>
                  <a:pt x="124160" y="173658"/>
                  <a:pt x="122398" y="176821"/>
                  <a:pt x="120415" y="179922"/>
                </a:cubicBezTo>
                <a:cubicBezTo>
                  <a:pt x="118446" y="182998"/>
                  <a:pt x="116318" y="186015"/>
                  <a:pt x="113969" y="188969"/>
                </a:cubicBezTo>
                <a:cubicBezTo>
                  <a:pt x="111596" y="191909"/>
                  <a:pt x="109289" y="194790"/>
                  <a:pt x="106565" y="197560"/>
                </a:cubicBezTo>
                <a:cubicBezTo>
                  <a:pt x="102319" y="201954"/>
                  <a:pt x="97629" y="205896"/>
                  <a:pt x="92569" y="209323"/>
                </a:cubicBezTo>
                <a:cubicBezTo>
                  <a:pt x="90846" y="210580"/>
                  <a:pt x="89051" y="211795"/>
                  <a:pt x="87160" y="212955"/>
                </a:cubicBezTo>
                <a:cubicBezTo>
                  <a:pt x="80667" y="216958"/>
                  <a:pt x="73099" y="220596"/>
                  <a:pt x="64296" y="223811"/>
                </a:cubicBezTo>
                <a:cubicBezTo>
                  <a:pt x="61905" y="240764"/>
                  <a:pt x="60081" y="258687"/>
                  <a:pt x="59282" y="277395"/>
                </a:cubicBezTo>
                <a:lnTo>
                  <a:pt x="59102" y="284560"/>
                </a:lnTo>
                <a:cubicBezTo>
                  <a:pt x="60251" y="281010"/>
                  <a:pt x="61517" y="277592"/>
                  <a:pt x="62912" y="274505"/>
                </a:cubicBezTo>
                <a:cubicBezTo>
                  <a:pt x="66622" y="266805"/>
                  <a:pt x="71509" y="259731"/>
                  <a:pt x="77399" y="253537"/>
                </a:cubicBezTo>
                <a:cubicBezTo>
                  <a:pt x="82813" y="248214"/>
                  <a:pt x="88950" y="243680"/>
                  <a:pt x="95628" y="240068"/>
                </a:cubicBezTo>
                <a:cubicBezTo>
                  <a:pt x="102030" y="236618"/>
                  <a:pt x="108753" y="233800"/>
                  <a:pt x="115700" y="231652"/>
                </a:cubicBezTo>
                <a:cubicBezTo>
                  <a:pt x="114424" y="235031"/>
                  <a:pt x="113383" y="238451"/>
                  <a:pt x="112083" y="241817"/>
                </a:cubicBezTo>
                <a:cubicBezTo>
                  <a:pt x="110815" y="245220"/>
                  <a:pt x="109398" y="248566"/>
                  <a:pt x="107837" y="251845"/>
                </a:cubicBezTo>
                <a:cubicBezTo>
                  <a:pt x="107053" y="253482"/>
                  <a:pt x="106167" y="255127"/>
                  <a:pt x="105359" y="256750"/>
                </a:cubicBezTo>
                <a:cubicBezTo>
                  <a:pt x="102869" y="261769"/>
                  <a:pt x="99934" y="266555"/>
                  <a:pt x="96588" y="271048"/>
                </a:cubicBezTo>
                <a:cubicBezTo>
                  <a:pt x="88794" y="281483"/>
                  <a:pt x="79124" y="290373"/>
                  <a:pt x="68073" y="297265"/>
                </a:cubicBezTo>
                <a:cubicBezTo>
                  <a:pt x="65176" y="299163"/>
                  <a:pt x="62121" y="301001"/>
                  <a:pt x="58855" y="302814"/>
                </a:cubicBezTo>
                <a:lnTo>
                  <a:pt x="58918" y="307161"/>
                </a:lnTo>
                <a:cubicBezTo>
                  <a:pt x="59041" y="312184"/>
                  <a:pt x="59074" y="317253"/>
                  <a:pt x="59255" y="322343"/>
                </a:cubicBezTo>
                <a:lnTo>
                  <a:pt x="60254" y="337714"/>
                </a:lnTo>
                <a:cubicBezTo>
                  <a:pt x="60464" y="340248"/>
                  <a:pt x="60521" y="342822"/>
                  <a:pt x="60814" y="345435"/>
                </a:cubicBezTo>
                <a:lnTo>
                  <a:pt x="61699" y="353150"/>
                </a:lnTo>
                <a:cubicBezTo>
                  <a:pt x="62089" y="356206"/>
                  <a:pt x="62404" y="359283"/>
                  <a:pt x="62756" y="362348"/>
                </a:cubicBezTo>
                <a:cubicBezTo>
                  <a:pt x="63789" y="357038"/>
                  <a:pt x="65224" y="351814"/>
                  <a:pt x="67051" y="346721"/>
                </a:cubicBezTo>
                <a:cubicBezTo>
                  <a:pt x="67425" y="345683"/>
                  <a:pt x="67848" y="344672"/>
                  <a:pt x="68256" y="343685"/>
                </a:cubicBezTo>
                <a:cubicBezTo>
                  <a:pt x="68665" y="342700"/>
                  <a:pt x="69160" y="341731"/>
                  <a:pt x="69631" y="340748"/>
                </a:cubicBezTo>
                <a:cubicBezTo>
                  <a:pt x="73224" y="333709"/>
                  <a:pt x="77870" y="327260"/>
                  <a:pt x="83408" y="321621"/>
                </a:cubicBezTo>
                <a:cubicBezTo>
                  <a:pt x="86057" y="319010"/>
                  <a:pt x="88892" y="316594"/>
                  <a:pt x="91890" y="314394"/>
                </a:cubicBezTo>
                <a:cubicBezTo>
                  <a:pt x="97754" y="310099"/>
                  <a:pt x="103998" y="306351"/>
                  <a:pt x="110545" y="303196"/>
                </a:cubicBezTo>
                <a:cubicBezTo>
                  <a:pt x="109633" y="308477"/>
                  <a:pt x="108478" y="313712"/>
                  <a:pt x="107082" y="318887"/>
                </a:cubicBezTo>
                <a:cubicBezTo>
                  <a:pt x="106629" y="320619"/>
                  <a:pt x="106238" y="322355"/>
                  <a:pt x="105722" y="324084"/>
                </a:cubicBezTo>
                <a:cubicBezTo>
                  <a:pt x="104746" y="327578"/>
                  <a:pt x="103576" y="331015"/>
                  <a:pt x="102221" y="334381"/>
                </a:cubicBezTo>
                <a:cubicBezTo>
                  <a:pt x="100777" y="337841"/>
                  <a:pt x="99207" y="341247"/>
                  <a:pt x="97516" y="344593"/>
                </a:cubicBezTo>
                <a:cubicBezTo>
                  <a:pt x="94065" y="351350"/>
                  <a:pt x="89419" y="358059"/>
                  <a:pt x="83450" y="364776"/>
                </a:cubicBezTo>
                <a:cubicBezTo>
                  <a:pt x="78638" y="370327"/>
                  <a:pt x="72725" y="375887"/>
                  <a:pt x="65639" y="381477"/>
                </a:cubicBezTo>
                <a:cubicBezTo>
                  <a:pt x="66620" y="387576"/>
                  <a:pt x="67702" y="393669"/>
                  <a:pt x="69161" y="399721"/>
                </a:cubicBezTo>
                <a:cubicBezTo>
                  <a:pt x="71832" y="412810"/>
                  <a:pt x="75312" y="425722"/>
                  <a:pt x="79315" y="438454"/>
                </a:cubicBezTo>
                <a:cubicBezTo>
                  <a:pt x="79321" y="435659"/>
                  <a:pt x="79408" y="432944"/>
                  <a:pt x="79728" y="430330"/>
                </a:cubicBezTo>
                <a:cubicBezTo>
                  <a:pt x="80951" y="420969"/>
                  <a:pt x="83253" y="412971"/>
                  <a:pt x="86718" y="405966"/>
                </a:cubicBezTo>
                <a:cubicBezTo>
                  <a:pt x="94006" y="391840"/>
                  <a:pt x="104352" y="382054"/>
                  <a:pt x="116384" y="373692"/>
                </a:cubicBezTo>
                <a:cubicBezTo>
                  <a:pt x="116325" y="375455"/>
                  <a:pt x="116240" y="377218"/>
                  <a:pt x="116129" y="378979"/>
                </a:cubicBezTo>
                <a:cubicBezTo>
                  <a:pt x="116011" y="380745"/>
                  <a:pt x="116044" y="382469"/>
                  <a:pt x="115964" y="384224"/>
                </a:cubicBezTo>
                <a:cubicBezTo>
                  <a:pt x="115723" y="389554"/>
                  <a:pt x="115129" y="394862"/>
                  <a:pt x="114186" y="400115"/>
                </a:cubicBezTo>
                <a:cubicBezTo>
                  <a:pt x="113868" y="401893"/>
                  <a:pt x="113625" y="403650"/>
                  <a:pt x="113282" y="405414"/>
                </a:cubicBezTo>
                <a:cubicBezTo>
                  <a:pt x="112558" y="408952"/>
                  <a:pt x="111658" y="412517"/>
                  <a:pt x="110429" y="416149"/>
                </a:cubicBezTo>
                <a:cubicBezTo>
                  <a:pt x="106303" y="428384"/>
                  <a:pt x="100112" y="439821"/>
                  <a:pt x="92127" y="449967"/>
                </a:cubicBezTo>
                <a:cubicBezTo>
                  <a:pt x="90138" y="452518"/>
                  <a:pt x="88065" y="455052"/>
                  <a:pt x="85853" y="457602"/>
                </a:cubicBezTo>
                <a:cubicBezTo>
                  <a:pt x="92615" y="475915"/>
                  <a:pt x="100642" y="493544"/>
                  <a:pt x="109599" y="510229"/>
                </a:cubicBezTo>
                <a:cubicBezTo>
                  <a:pt x="108870" y="505649"/>
                  <a:pt x="108456" y="501026"/>
                  <a:pt x="108358" y="496390"/>
                </a:cubicBezTo>
                <a:cubicBezTo>
                  <a:pt x="108287" y="494237"/>
                  <a:pt x="108371" y="492082"/>
                  <a:pt x="108608" y="489941"/>
                </a:cubicBezTo>
                <a:cubicBezTo>
                  <a:pt x="109482" y="482128"/>
                  <a:pt x="111565" y="474498"/>
                  <a:pt x="114782" y="467325"/>
                </a:cubicBezTo>
                <a:cubicBezTo>
                  <a:pt x="116279" y="464008"/>
                  <a:pt x="118273" y="460721"/>
                  <a:pt x="120253" y="457682"/>
                </a:cubicBezTo>
                <a:cubicBezTo>
                  <a:pt x="124303" y="451706"/>
                  <a:pt x="128912" y="446129"/>
                  <a:pt x="134018" y="441026"/>
                </a:cubicBezTo>
                <a:cubicBezTo>
                  <a:pt x="134931" y="446155"/>
                  <a:pt x="135595" y="451326"/>
                  <a:pt x="136008" y="456520"/>
                </a:cubicBezTo>
                <a:cubicBezTo>
                  <a:pt x="136205" y="458241"/>
                  <a:pt x="136401" y="459962"/>
                  <a:pt x="136545" y="461718"/>
                </a:cubicBezTo>
                <a:cubicBezTo>
                  <a:pt x="136967" y="467088"/>
                  <a:pt x="136940" y="472483"/>
                  <a:pt x="136463" y="477848"/>
                </a:cubicBezTo>
                <a:cubicBezTo>
                  <a:pt x="136303" y="479686"/>
                  <a:pt x="136194" y="481488"/>
                  <a:pt x="135982" y="483360"/>
                </a:cubicBezTo>
                <a:cubicBezTo>
                  <a:pt x="135008" y="491453"/>
                  <a:pt x="133056" y="499398"/>
                  <a:pt x="130170" y="507021"/>
                </a:cubicBezTo>
                <a:cubicBezTo>
                  <a:pt x="127807" y="513730"/>
                  <a:pt x="124498" y="520857"/>
                  <a:pt x="120186" y="528435"/>
                </a:cubicBezTo>
                <a:cubicBezTo>
                  <a:pt x="130547" y="545030"/>
                  <a:pt x="141817" y="560381"/>
                  <a:pt x="153536" y="574288"/>
                </a:cubicBezTo>
                <a:cubicBezTo>
                  <a:pt x="152785" y="572459"/>
                  <a:pt x="152122" y="570595"/>
                  <a:pt x="151550" y="568703"/>
                </a:cubicBezTo>
                <a:cubicBezTo>
                  <a:pt x="149013" y="559616"/>
                  <a:pt x="148062" y="551347"/>
                  <a:pt x="148525" y="543638"/>
                </a:cubicBezTo>
                <a:cubicBezTo>
                  <a:pt x="149199" y="535729"/>
                  <a:pt x="151065" y="528541"/>
                  <a:pt x="153700" y="521861"/>
                </a:cubicBezTo>
                <a:cubicBezTo>
                  <a:pt x="155053" y="518461"/>
                  <a:pt x="156542" y="515268"/>
                  <a:pt x="158242" y="512101"/>
                </a:cubicBezTo>
                <a:cubicBezTo>
                  <a:pt x="160002" y="508933"/>
                  <a:pt x="161887" y="505837"/>
                  <a:pt x="163891" y="502818"/>
                </a:cubicBezTo>
                <a:cubicBezTo>
                  <a:pt x="168712" y="515636"/>
                  <a:pt x="173021" y="528674"/>
                  <a:pt x="174281" y="543649"/>
                </a:cubicBezTo>
                <a:cubicBezTo>
                  <a:pt x="174696" y="551286"/>
                  <a:pt x="174789" y="559091"/>
                  <a:pt x="173485" y="567923"/>
                </a:cubicBezTo>
                <a:cubicBezTo>
                  <a:pt x="172871" y="572329"/>
                  <a:pt x="171932" y="576964"/>
                  <a:pt x="170666" y="581830"/>
                </a:cubicBezTo>
                <a:cubicBezTo>
                  <a:pt x="170010" y="584305"/>
                  <a:pt x="169325" y="586772"/>
                  <a:pt x="168612" y="589231"/>
                </a:cubicBezTo>
                <a:lnTo>
                  <a:pt x="168129" y="590625"/>
                </a:lnTo>
                <a:cubicBezTo>
                  <a:pt x="172964" y="595732"/>
                  <a:pt x="177810" y="600653"/>
                  <a:pt x="182651" y="605249"/>
                </a:cubicBezTo>
                <a:cubicBezTo>
                  <a:pt x="189052" y="610874"/>
                  <a:pt x="195169" y="616433"/>
                  <a:pt x="201172" y="621635"/>
                </a:cubicBezTo>
                <a:lnTo>
                  <a:pt x="209800" y="628417"/>
                </a:lnTo>
                <a:cubicBezTo>
                  <a:pt x="208866" y="626914"/>
                  <a:pt x="207909" y="625396"/>
                  <a:pt x="207073" y="623948"/>
                </a:cubicBezTo>
                <a:cubicBezTo>
                  <a:pt x="205935" y="621908"/>
                  <a:pt x="204907" y="619899"/>
                  <a:pt x="204004" y="617899"/>
                </a:cubicBezTo>
                <a:cubicBezTo>
                  <a:pt x="203101" y="615898"/>
                  <a:pt x="202416" y="613798"/>
                  <a:pt x="201751" y="611773"/>
                </a:cubicBezTo>
                <a:cubicBezTo>
                  <a:pt x="199408" y="604302"/>
                  <a:pt x="198242" y="596510"/>
                  <a:pt x="198295" y="588680"/>
                </a:cubicBezTo>
                <a:cubicBezTo>
                  <a:pt x="198447" y="584907"/>
                  <a:pt x="198891" y="581240"/>
                  <a:pt x="199533" y="577623"/>
                </a:cubicBezTo>
                <a:cubicBezTo>
                  <a:pt x="200802" y="570411"/>
                  <a:pt x="202961" y="563553"/>
                  <a:pt x="205529" y="556930"/>
                </a:cubicBezTo>
                <a:cubicBezTo>
                  <a:pt x="207436" y="559784"/>
                  <a:pt x="209250" y="562698"/>
                  <a:pt x="210970" y="565668"/>
                </a:cubicBezTo>
                <a:cubicBezTo>
                  <a:pt x="212740" y="568619"/>
                  <a:pt x="214256" y="571843"/>
                  <a:pt x="215974" y="574829"/>
                </a:cubicBezTo>
                <a:cubicBezTo>
                  <a:pt x="219426" y="581221"/>
                  <a:pt x="222160" y="587977"/>
                  <a:pt x="224124" y="594972"/>
                </a:cubicBezTo>
                <a:cubicBezTo>
                  <a:pt x="226393" y="602072"/>
                  <a:pt x="227892" y="609948"/>
                  <a:pt x="228349" y="618961"/>
                </a:cubicBezTo>
                <a:cubicBezTo>
                  <a:pt x="228702" y="626566"/>
                  <a:pt x="228494" y="634186"/>
                  <a:pt x="227729" y="641760"/>
                </a:cubicBezTo>
                <a:lnTo>
                  <a:pt x="236092" y="647553"/>
                </a:lnTo>
                <a:lnTo>
                  <a:pt x="240032" y="650311"/>
                </a:lnTo>
                <a:cubicBezTo>
                  <a:pt x="241431" y="651119"/>
                  <a:pt x="242778" y="651960"/>
                  <a:pt x="244077" y="652775"/>
                </a:cubicBezTo>
                <a:lnTo>
                  <a:pt x="251781" y="657480"/>
                </a:lnTo>
                <a:lnTo>
                  <a:pt x="258945" y="661841"/>
                </a:lnTo>
                <a:lnTo>
                  <a:pt x="260629" y="662878"/>
                </a:lnTo>
                <a:lnTo>
                  <a:pt x="261522" y="663393"/>
                </a:lnTo>
                <a:lnTo>
                  <a:pt x="261822" y="663598"/>
                </a:lnTo>
                <a:lnTo>
                  <a:pt x="262208" y="663821"/>
                </a:lnTo>
                <a:lnTo>
                  <a:pt x="265430" y="665649"/>
                </a:lnTo>
                <a:cubicBezTo>
                  <a:pt x="274178" y="670559"/>
                  <a:pt x="283091" y="675169"/>
                  <a:pt x="292154" y="679470"/>
                </a:cubicBezTo>
                <a:cubicBezTo>
                  <a:pt x="293743" y="680227"/>
                  <a:pt x="294520" y="682058"/>
                  <a:pt x="293818" y="683551"/>
                </a:cubicBezTo>
                <a:lnTo>
                  <a:pt x="291607" y="688160"/>
                </a:lnTo>
                <a:cubicBezTo>
                  <a:pt x="290882" y="689639"/>
                  <a:pt x="289024" y="690239"/>
                  <a:pt x="287338" y="689427"/>
                </a:cubicBezTo>
                <a:cubicBezTo>
                  <a:pt x="278151" y="684984"/>
                  <a:pt x="269117" y="680229"/>
                  <a:pt x="260254" y="675172"/>
                </a:cubicBezTo>
                <a:lnTo>
                  <a:pt x="256008" y="672721"/>
                </a:lnTo>
                <a:lnTo>
                  <a:pt x="255153" y="672195"/>
                </a:lnTo>
                <a:lnTo>
                  <a:pt x="253493" y="671172"/>
                </a:lnTo>
                <a:lnTo>
                  <a:pt x="246396" y="666753"/>
                </a:lnTo>
                <a:lnTo>
                  <a:pt x="238720" y="661999"/>
                </a:lnTo>
                <a:cubicBezTo>
                  <a:pt x="237434" y="661161"/>
                  <a:pt x="236087" y="660319"/>
                  <a:pt x="234702" y="659487"/>
                </a:cubicBezTo>
                <a:cubicBezTo>
                  <a:pt x="233359" y="658583"/>
                  <a:pt x="232019" y="657616"/>
                  <a:pt x="230655" y="656636"/>
                </a:cubicBezTo>
                <a:lnTo>
                  <a:pt x="221759" y="650374"/>
                </a:lnTo>
                <a:cubicBezTo>
                  <a:pt x="218986" y="651668"/>
                  <a:pt x="216221" y="652837"/>
                  <a:pt x="213442" y="653806"/>
                </a:cubicBezTo>
                <a:cubicBezTo>
                  <a:pt x="208597" y="655512"/>
                  <a:pt x="203720" y="656716"/>
                  <a:pt x="199216" y="657332"/>
                </a:cubicBezTo>
                <a:cubicBezTo>
                  <a:pt x="190027" y="658653"/>
                  <a:pt x="181064" y="658302"/>
                  <a:pt x="172399" y="656708"/>
                </a:cubicBezTo>
                <a:cubicBezTo>
                  <a:pt x="163846" y="654922"/>
                  <a:pt x="155755" y="651666"/>
                  <a:pt x="147806" y="647720"/>
                </a:cubicBezTo>
                <a:cubicBezTo>
                  <a:pt x="143765" y="645805"/>
                  <a:pt x="140131" y="643353"/>
                  <a:pt x="136373" y="640894"/>
                </a:cubicBezTo>
                <a:cubicBezTo>
                  <a:pt x="132680" y="638376"/>
                  <a:pt x="129044" y="635762"/>
                  <a:pt x="125414" y="633023"/>
                </a:cubicBezTo>
                <a:cubicBezTo>
                  <a:pt x="132962" y="631356"/>
                  <a:pt x="140603" y="630139"/>
                  <a:pt x="148295" y="629380"/>
                </a:cubicBezTo>
                <a:cubicBezTo>
                  <a:pt x="152176" y="629025"/>
                  <a:pt x="156071" y="628859"/>
                  <a:pt x="159968" y="628883"/>
                </a:cubicBezTo>
                <a:cubicBezTo>
                  <a:pt x="168347" y="628651"/>
                  <a:pt x="176723" y="629448"/>
                  <a:pt x="184908" y="631253"/>
                </a:cubicBezTo>
                <a:cubicBezTo>
                  <a:pt x="187052" y="631719"/>
                  <a:pt x="189188" y="632308"/>
                  <a:pt x="191438" y="632868"/>
                </a:cubicBezTo>
                <a:cubicBezTo>
                  <a:pt x="193736" y="633418"/>
                  <a:pt x="196017" y="634038"/>
                  <a:pt x="198277" y="634726"/>
                </a:cubicBezTo>
                <a:cubicBezTo>
                  <a:pt x="199968" y="635252"/>
                  <a:pt x="201679" y="635854"/>
                  <a:pt x="203389" y="636456"/>
                </a:cubicBezTo>
                <a:lnTo>
                  <a:pt x="194910" y="629694"/>
                </a:lnTo>
                <a:cubicBezTo>
                  <a:pt x="188767" y="624347"/>
                  <a:pt x="182574" y="618584"/>
                  <a:pt x="176073" y="612741"/>
                </a:cubicBezTo>
                <a:cubicBezTo>
                  <a:pt x="171034" y="607933"/>
                  <a:pt x="166016" y="602753"/>
                  <a:pt x="161020" y="597424"/>
                </a:cubicBezTo>
                <a:lnTo>
                  <a:pt x="159498" y="597832"/>
                </a:lnTo>
                <a:cubicBezTo>
                  <a:pt x="152226" y="599471"/>
                  <a:pt x="144765" y="600119"/>
                  <a:pt x="137320" y="599758"/>
                </a:cubicBezTo>
                <a:cubicBezTo>
                  <a:pt x="127942" y="599232"/>
                  <a:pt x="118975" y="597271"/>
                  <a:pt x="111107" y="593630"/>
                </a:cubicBezTo>
                <a:cubicBezTo>
                  <a:pt x="94900" y="586716"/>
                  <a:pt x="81452" y="574578"/>
                  <a:pt x="69816" y="560752"/>
                </a:cubicBezTo>
                <a:cubicBezTo>
                  <a:pt x="73625" y="560769"/>
                  <a:pt x="77435" y="560877"/>
                  <a:pt x="81239" y="561076"/>
                </a:cubicBezTo>
                <a:cubicBezTo>
                  <a:pt x="85141" y="561245"/>
                  <a:pt x="89035" y="561541"/>
                  <a:pt x="92916" y="561963"/>
                </a:cubicBezTo>
                <a:cubicBezTo>
                  <a:pt x="100861" y="562770"/>
                  <a:pt x="108697" y="564415"/>
                  <a:pt x="116295" y="566874"/>
                </a:cubicBezTo>
                <a:cubicBezTo>
                  <a:pt x="124846" y="569411"/>
                  <a:pt x="133054" y="572984"/>
                  <a:pt x="140738" y="577513"/>
                </a:cubicBezTo>
                <a:lnTo>
                  <a:pt x="146383" y="580772"/>
                </a:lnTo>
                <a:cubicBezTo>
                  <a:pt x="133933" y="565758"/>
                  <a:pt x="122575" y="549872"/>
                  <a:pt x="112398" y="533233"/>
                </a:cubicBezTo>
                <a:cubicBezTo>
                  <a:pt x="103698" y="533485"/>
                  <a:pt x="95642" y="532565"/>
                  <a:pt x="88167" y="530694"/>
                </a:cubicBezTo>
                <a:cubicBezTo>
                  <a:pt x="79088" y="528314"/>
                  <a:pt x="71180" y="524295"/>
                  <a:pt x="63854" y="519326"/>
                </a:cubicBezTo>
                <a:cubicBezTo>
                  <a:pt x="60237" y="516871"/>
                  <a:pt x="56865" y="514074"/>
                  <a:pt x="53786" y="510972"/>
                </a:cubicBezTo>
                <a:cubicBezTo>
                  <a:pt x="49053" y="506352"/>
                  <a:pt x="44696" y="501362"/>
                  <a:pt x="40754" y="496051"/>
                </a:cubicBezTo>
                <a:cubicBezTo>
                  <a:pt x="37017" y="490501"/>
                  <a:pt x="33504" y="484804"/>
                  <a:pt x="30224" y="478971"/>
                </a:cubicBezTo>
                <a:cubicBezTo>
                  <a:pt x="41671" y="481005"/>
                  <a:pt x="52850" y="484329"/>
                  <a:pt x="63547" y="488883"/>
                </a:cubicBezTo>
                <a:cubicBezTo>
                  <a:pt x="71268" y="492080"/>
                  <a:pt x="78594" y="496159"/>
                  <a:pt x="85380" y="501038"/>
                </a:cubicBezTo>
                <a:lnTo>
                  <a:pt x="90841" y="505059"/>
                </a:lnTo>
                <a:cubicBezTo>
                  <a:pt x="94681" y="507990"/>
                  <a:pt x="98325" y="511168"/>
                  <a:pt x="101750" y="514574"/>
                </a:cubicBezTo>
                <a:lnTo>
                  <a:pt x="101696" y="514446"/>
                </a:lnTo>
                <a:lnTo>
                  <a:pt x="98096" y="507480"/>
                </a:lnTo>
                <a:lnTo>
                  <a:pt x="94500" y="500450"/>
                </a:lnTo>
                <a:cubicBezTo>
                  <a:pt x="93267" y="498129"/>
                  <a:pt x="92317" y="495652"/>
                  <a:pt x="91187" y="493263"/>
                </a:cubicBezTo>
                <a:lnTo>
                  <a:pt x="84736" y="478700"/>
                </a:lnTo>
                <a:cubicBezTo>
                  <a:pt x="82813" y="473730"/>
                  <a:pt x="80942" y="468726"/>
                  <a:pt x="79023" y="463694"/>
                </a:cubicBezTo>
                <a:lnTo>
                  <a:pt x="77872" y="460617"/>
                </a:lnTo>
                <a:cubicBezTo>
                  <a:pt x="69721" y="459325"/>
                  <a:pt x="61805" y="456836"/>
                  <a:pt x="54381" y="453230"/>
                </a:cubicBezTo>
                <a:cubicBezTo>
                  <a:pt x="45956" y="449105"/>
                  <a:pt x="38600" y="443797"/>
                  <a:pt x="32741" y="437455"/>
                </a:cubicBezTo>
                <a:cubicBezTo>
                  <a:pt x="29736" y="434305"/>
                  <a:pt x="26966" y="430969"/>
                  <a:pt x="24408" y="427434"/>
                </a:cubicBezTo>
                <a:cubicBezTo>
                  <a:pt x="23165" y="425687"/>
                  <a:pt x="21825" y="423884"/>
                  <a:pt x="20753" y="422011"/>
                </a:cubicBezTo>
                <a:cubicBezTo>
                  <a:pt x="17480" y="416326"/>
                  <a:pt x="14545" y="410453"/>
                  <a:pt x="11962" y="404424"/>
                </a:cubicBezTo>
                <a:cubicBezTo>
                  <a:pt x="11135" y="402403"/>
                  <a:pt x="10197" y="400350"/>
                  <a:pt x="9499" y="398273"/>
                </a:cubicBezTo>
                <a:cubicBezTo>
                  <a:pt x="8775" y="396183"/>
                  <a:pt x="8114" y="394097"/>
                  <a:pt x="7429" y="391997"/>
                </a:cubicBezTo>
                <a:cubicBezTo>
                  <a:pt x="21313" y="397698"/>
                  <a:pt x="35618" y="404284"/>
                  <a:pt x="48005" y="414973"/>
                </a:cubicBezTo>
                <a:cubicBezTo>
                  <a:pt x="54376" y="420260"/>
                  <a:pt x="60678" y="426503"/>
                  <a:pt x="66344" y="434181"/>
                </a:cubicBezTo>
                <a:cubicBezTo>
                  <a:pt x="67972" y="436375"/>
                  <a:pt x="69706" y="438663"/>
                  <a:pt x="71409" y="441061"/>
                </a:cubicBezTo>
                <a:lnTo>
                  <a:pt x="71338" y="440795"/>
                </a:lnTo>
                <a:cubicBezTo>
                  <a:pt x="70568" y="438228"/>
                  <a:pt x="69623" y="435688"/>
                  <a:pt x="69006" y="433080"/>
                </a:cubicBezTo>
                <a:lnTo>
                  <a:pt x="64915" y="417436"/>
                </a:lnTo>
                <a:lnTo>
                  <a:pt x="63927" y="413520"/>
                </a:lnTo>
                <a:cubicBezTo>
                  <a:pt x="63581" y="412227"/>
                  <a:pt x="63349" y="410902"/>
                  <a:pt x="63078" y="409588"/>
                </a:cubicBezTo>
                <a:lnTo>
                  <a:pt x="61444" y="401666"/>
                </a:lnTo>
                <a:cubicBezTo>
                  <a:pt x="60101" y="395358"/>
                  <a:pt x="58982" y="389052"/>
                  <a:pt x="57939" y="382725"/>
                </a:cubicBezTo>
                <a:cubicBezTo>
                  <a:pt x="49489" y="379646"/>
                  <a:pt x="42081" y="375820"/>
                  <a:pt x="35682" y="371194"/>
                </a:cubicBezTo>
                <a:cubicBezTo>
                  <a:pt x="25066" y="363238"/>
                  <a:pt x="16558" y="352805"/>
                  <a:pt x="10901" y="340805"/>
                </a:cubicBezTo>
                <a:cubicBezTo>
                  <a:pt x="8134" y="334941"/>
                  <a:pt x="5833" y="328870"/>
                  <a:pt x="4017" y="322646"/>
                </a:cubicBezTo>
                <a:cubicBezTo>
                  <a:pt x="2432" y="316309"/>
                  <a:pt x="1105" y="309910"/>
                  <a:pt x="39" y="303464"/>
                </a:cubicBezTo>
                <a:cubicBezTo>
                  <a:pt x="6654" y="307322"/>
                  <a:pt x="13016" y="311597"/>
                  <a:pt x="19088" y="316263"/>
                </a:cubicBezTo>
                <a:cubicBezTo>
                  <a:pt x="25302" y="321206"/>
                  <a:pt x="31074" y="326679"/>
                  <a:pt x="36338" y="332623"/>
                </a:cubicBezTo>
                <a:cubicBezTo>
                  <a:pt x="39019" y="335779"/>
                  <a:pt x="41588" y="339127"/>
                  <a:pt x="43962" y="342814"/>
                </a:cubicBezTo>
                <a:lnTo>
                  <a:pt x="47578" y="348472"/>
                </a:lnTo>
                <a:cubicBezTo>
                  <a:pt x="50528" y="353294"/>
                  <a:pt x="53100" y="358339"/>
                  <a:pt x="55271" y="363559"/>
                </a:cubicBezTo>
                <a:cubicBezTo>
                  <a:pt x="52916" y="343390"/>
                  <a:pt x="51775" y="323099"/>
                  <a:pt x="51855" y="302793"/>
                </a:cubicBezTo>
                <a:cubicBezTo>
                  <a:pt x="48495" y="300982"/>
                  <a:pt x="45315" y="299081"/>
                  <a:pt x="42442" y="297037"/>
                </a:cubicBezTo>
                <a:cubicBezTo>
                  <a:pt x="38351" y="294096"/>
                  <a:pt x="34696" y="290957"/>
                  <a:pt x="31449" y="287667"/>
                </a:cubicBezTo>
                <a:cubicBezTo>
                  <a:pt x="24945" y="281049"/>
                  <a:pt x="19671" y="273695"/>
                  <a:pt x="16178" y="265985"/>
                </a:cubicBezTo>
                <a:cubicBezTo>
                  <a:pt x="13464" y="260158"/>
                  <a:pt x="11330" y="254078"/>
                  <a:pt x="9805" y="247832"/>
                </a:cubicBezTo>
                <a:cubicBezTo>
                  <a:pt x="9245" y="245740"/>
                  <a:pt x="8933" y="243662"/>
                  <a:pt x="8548" y="241542"/>
                </a:cubicBezTo>
                <a:cubicBezTo>
                  <a:pt x="7144" y="233026"/>
                  <a:pt x="6417" y="224412"/>
                  <a:pt x="6376" y="215780"/>
                </a:cubicBezTo>
                <a:cubicBezTo>
                  <a:pt x="12317" y="220572"/>
                  <a:pt x="17980" y="225700"/>
                  <a:pt x="23337" y="231137"/>
                </a:cubicBezTo>
                <a:cubicBezTo>
                  <a:pt x="28850" y="236800"/>
                  <a:pt x="33714" y="243061"/>
                  <a:pt x="37840" y="249802"/>
                </a:cubicBezTo>
                <a:cubicBezTo>
                  <a:pt x="42603" y="257264"/>
                  <a:pt x="46365" y="265318"/>
                  <a:pt x="49030" y="273760"/>
                </a:cubicBezTo>
                <a:cubicBezTo>
                  <a:pt x="50219" y="277249"/>
                  <a:pt x="51269" y="280783"/>
                  <a:pt x="52176" y="284356"/>
                </a:cubicBezTo>
                <a:lnTo>
                  <a:pt x="52411" y="277319"/>
                </a:lnTo>
                <a:cubicBezTo>
                  <a:pt x="53376" y="258322"/>
                  <a:pt x="55368" y="240110"/>
                  <a:pt x="57974" y="222895"/>
                </a:cubicBezTo>
                <a:cubicBezTo>
                  <a:pt x="50574" y="217272"/>
                  <a:pt x="44486" y="211216"/>
                  <a:pt x="39643" y="204786"/>
                </a:cubicBezTo>
                <a:cubicBezTo>
                  <a:pt x="38246" y="202918"/>
                  <a:pt x="36924" y="201029"/>
                  <a:pt x="35716" y="199109"/>
                </a:cubicBezTo>
                <a:cubicBezTo>
                  <a:pt x="30137" y="189821"/>
                  <a:pt x="26383" y="179554"/>
                  <a:pt x="24654" y="168858"/>
                </a:cubicBezTo>
                <a:cubicBezTo>
                  <a:pt x="24035" y="164665"/>
                  <a:pt x="23639" y="160443"/>
                  <a:pt x="23466" y="156208"/>
                </a:cubicBezTo>
                <a:cubicBezTo>
                  <a:pt x="23285" y="151954"/>
                  <a:pt x="23255" y="147659"/>
                  <a:pt x="23475" y="143380"/>
                </a:cubicBezTo>
                <a:cubicBezTo>
                  <a:pt x="23778" y="139098"/>
                  <a:pt x="24197" y="134824"/>
                  <a:pt x="24731" y="130564"/>
                </a:cubicBezTo>
                <a:cubicBezTo>
                  <a:pt x="29916" y="136067"/>
                  <a:pt x="34904" y="141745"/>
                  <a:pt x="39375" y="147928"/>
                </a:cubicBezTo>
                <a:cubicBezTo>
                  <a:pt x="44138" y="154282"/>
                  <a:pt x="48179" y="161146"/>
                  <a:pt x="51424" y="168393"/>
                </a:cubicBezTo>
                <a:cubicBezTo>
                  <a:pt x="56571" y="180253"/>
                  <a:pt x="59746" y="192874"/>
                  <a:pt x="60824" y="205758"/>
                </a:cubicBezTo>
                <a:cubicBezTo>
                  <a:pt x="64582" y="185178"/>
                  <a:pt x="69371" y="164799"/>
                  <a:pt x="75171" y="144698"/>
                </a:cubicBezTo>
                <a:cubicBezTo>
                  <a:pt x="72296" y="141880"/>
                  <a:pt x="69596" y="139036"/>
                  <a:pt x="67249" y="136137"/>
                </a:cubicBezTo>
                <a:cubicBezTo>
                  <a:pt x="64068" y="132177"/>
                  <a:pt x="61253" y="128139"/>
                  <a:pt x="59074" y="124115"/>
                </a:cubicBezTo>
                <a:cubicBezTo>
                  <a:pt x="54618" y="116011"/>
                  <a:pt x="51798" y="107693"/>
                  <a:pt x="50156" y="99283"/>
                </a:cubicBezTo>
                <a:cubicBezTo>
                  <a:pt x="48701" y="90885"/>
                  <a:pt x="48607" y="82468"/>
                  <a:pt x="49205" y="73969"/>
                </a:cubicBezTo>
                <a:cubicBezTo>
                  <a:pt x="49449" y="69703"/>
                  <a:pt x="50186" y="65529"/>
                  <a:pt x="50937" y="61331"/>
                </a:cubicBezTo>
                <a:cubicBezTo>
                  <a:pt x="51736" y="57161"/>
                  <a:pt x="52650" y="52961"/>
                  <a:pt x="53687" y="48768"/>
                </a:cubicBezTo>
                <a:cubicBezTo>
                  <a:pt x="58186" y="54903"/>
                  <a:pt x="62453" y="61161"/>
                  <a:pt x="66144" y="67860"/>
                </a:cubicBezTo>
              </a:path>
            </a:pathLst>
          </a:custGeom>
          <a:gradFill>
            <a:gsLst>
              <a:gs pos="26000">
                <a:srgbClr val="37A8D3"/>
              </a:gs>
              <a:gs pos="100000">
                <a:srgbClr val="0F46A0"/>
              </a:gs>
            </a:gsLst>
            <a:lin ang="8100000" scaled="0"/>
          </a:gradFill>
          <a:ln>
            <a:noFill/>
          </a:ln>
          <a:effectLst/>
        </p:spPr>
        <p:txBody>
          <a:bodyPr rot="0" spcFirstLastPara="0" vertOverflow="overflow" horzOverflow="overflow" vert="horz" wrap="square" lIns="84125" tIns="42062" rIns="84125" bIns="42062" numCol="1" spcCol="0" rtlCol="0" fromWordArt="0" anchor="t" anchorCtr="0" forceAA="0" compatLnSpc="1">
            <a:noAutofit/>
          </a:bodyPr>
          <a:lstStyle/>
          <a:p>
            <a:pPr marL="0" marR="0" lvl="0" indent="0" algn="ctr" defTabSz="45720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zh-CN" altLang="en-US" sz="10800" b="0" i="0" u="none" strike="noStrike" kern="1200" cap="none" spc="-300" normalizeH="0" baseline="0" noProof="0">
              <a:ln>
                <a:noFill/>
              </a:ln>
              <a:gradFill>
                <a:gsLst>
                  <a:gs pos="6000">
                    <a:srgbClr val="0B9BF6"/>
                  </a:gs>
                  <a:gs pos="92000">
                    <a:srgbClr val="0F46A0"/>
                  </a:gs>
                </a:gsLst>
                <a:lin ang="8100000" scaled="0"/>
              </a:gradFill>
              <a:effectLst>
                <a:outerShdw blurRad="32715" dist="32715" dir="5400000" algn="ctr" rotWithShape="0">
                  <a:srgbClr val="0F46A0">
                    <a:alpha val="20000"/>
                  </a:srgbClr>
                </a:outerShdw>
              </a:effectLst>
              <a:uLnTx/>
              <a:uFillTx/>
              <a:latin typeface="Arial"/>
              <a:ea typeface="汉仪心海行楷W" panose="00020600040101010101" pitchFamily="18" charset="-122"/>
              <a:cs typeface="演示流云楷" panose="02000600000000000000" pitchFamily="2" charset="-122"/>
            </a:endParaRPr>
          </a:p>
        </p:txBody>
      </p:sp>
      <p:sp>
        <p:nvSpPr>
          <p:cNvPr id="39" name="图形 21">
            <a:extLst>
              <a:ext uri="{FF2B5EF4-FFF2-40B4-BE49-F238E27FC236}">
                <a16:creationId xmlns:a16="http://schemas.microsoft.com/office/drawing/2014/main" id="{05F689AE-602B-3536-B258-34FCC97E1F0F}"/>
              </a:ext>
            </a:extLst>
          </p:cNvPr>
          <p:cNvSpPr/>
          <p:nvPr/>
        </p:nvSpPr>
        <p:spPr>
          <a:xfrm>
            <a:off x="5907497" y="1436434"/>
            <a:ext cx="234315" cy="483235"/>
          </a:xfrm>
          <a:custGeom>
            <a:avLst/>
            <a:gdLst>
              <a:gd name="connsiteX0" fmla="*/ 66144 w 293498"/>
              <a:gd name="connsiteY0" fmla="*/ 67860 h 689544"/>
              <a:gd name="connsiteX1" fmla="*/ 71197 w 293498"/>
              <a:gd name="connsiteY1" fmla="*/ 78271 h 689544"/>
              <a:gd name="connsiteX2" fmla="*/ 78336 w 293498"/>
              <a:gd name="connsiteY2" fmla="*/ 101948 h 689544"/>
              <a:gd name="connsiteX3" fmla="*/ 79212 w 293498"/>
              <a:gd name="connsiteY3" fmla="*/ 108565 h 689544"/>
              <a:gd name="connsiteX4" fmla="*/ 79909 w 293498"/>
              <a:gd name="connsiteY4" fmla="*/ 128972 h 689544"/>
              <a:gd name="connsiteX5" fmla="*/ 90184 w 293498"/>
              <a:gd name="connsiteY5" fmla="*/ 99364 h 689544"/>
              <a:gd name="connsiteX6" fmla="*/ 93687 w 293498"/>
              <a:gd name="connsiteY6" fmla="*/ 90066 h 689544"/>
              <a:gd name="connsiteX7" fmla="*/ 93500 w 293498"/>
              <a:gd name="connsiteY7" fmla="*/ 87160 h 689544"/>
              <a:gd name="connsiteX8" fmla="*/ 95561 w 293498"/>
              <a:gd name="connsiteY8" fmla="*/ 62812 h 689544"/>
              <a:gd name="connsiteX9" fmla="*/ 99658 w 293498"/>
              <a:gd name="connsiteY9" fmla="*/ 48807 h 689544"/>
              <a:gd name="connsiteX10" fmla="*/ 105321 w 293498"/>
              <a:gd name="connsiteY10" fmla="*/ 36381 h 689544"/>
              <a:gd name="connsiteX11" fmla="*/ 120748 w 293498"/>
              <a:gd name="connsiteY11" fmla="*/ 15955 h 689544"/>
              <a:gd name="connsiteX12" fmla="*/ 139586 w 293498"/>
              <a:gd name="connsiteY12" fmla="*/ 39 h 689544"/>
              <a:gd name="connsiteX13" fmla="*/ 136265 w 293498"/>
              <a:gd name="connsiteY13" fmla="*/ 24174 h 689544"/>
              <a:gd name="connsiteX14" fmla="*/ 129270 w 293498"/>
              <a:gd name="connsiteY14" fmla="*/ 47989 h 689544"/>
              <a:gd name="connsiteX15" fmla="*/ 123655 w 293498"/>
              <a:gd name="connsiteY15" fmla="*/ 59831 h 689544"/>
              <a:gd name="connsiteX16" fmla="*/ 116043 w 293498"/>
              <a:gd name="connsiteY16" fmla="*/ 71679 h 689544"/>
              <a:gd name="connsiteX17" fmla="*/ 106381 w 293498"/>
              <a:gd name="connsiteY17" fmla="*/ 83790 h 689544"/>
              <a:gd name="connsiteX18" fmla="*/ 100535 w 293498"/>
              <a:gd name="connsiteY18" fmla="*/ 89903 h 689544"/>
              <a:gd name="connsiteX19" fmla="*/ 98571 w 293498"/>
              <a:gd name="connsiteY19" fmla="*/ 91856 h 689544"/>
              <a:gd name="connsiteX20" fmla="*/ 95168 w 293498"/>
              <a:gd name="connsiteY20" fmla="*/ 101149 h 689544"/>
              <a:gd name="connsiteX21" fmla="*/ 85198 w 293498"/>
              <a:gd name="connsiteY21" fmla="*/ 130675 h 689544"/>
              <a:gd name="connsiteX22" fmla="*/ 97685 w 293498"/>
              <a:gd name="connsiteY22" fmla="*/ 114952 h 689544"/>
              <a:gd name="connsiteX23" fmla="*/ 122944 w 293498"/>
              <a:gd name="connsiteY23" fmla="*/ 98498 h 689544"/>
              <a:gd name="connsiteX24" fmla="*/ 133675 w 293498"/>
              <a:gd name="connsiteY24" fmla="*/ 95174 h 689544"/>
              <a:gd name="connsiteX25" fmla="*/ 155299 w 293498"/>
              <a:gd name="connsiteY25" fmla="*/ 92092 h 689544"/>
              <a:gd name="connsiteX26" fmla="*/ 149117 w 293498"/>
              <a:gd name="connsiteY26" fmla="*/ 101130 h 689544"/>
              <a:gd name="connsiteX27" fmla="*/ 142359 w 293498"/>
              <a:gd name="connsiteY27" fmla="*/ 109772 h 689544"/>
              <a:gd name="connsiteX28" fmla="*/ 126309 w 293498"/>
              <a:gd name="connsiteY28" fmla="*/ 125593 h 689544"/>
              <a:gd name="connsiteX29" fmla="*/ 105074 w 293498"/>
              <a:gd name="connsiteY29" fmla="*/ 138420 h 689544"/>
              <a:gd name="connsiteX30" fmla="*/ 91847 w 293498"/>
              <a:gd name="connsiteY30" fmla="*/ 143391 h 689544"/>
              <a:gd name="connsiteX31" fmla="*/ 80640 w 293498"/>
              <a:gd name="connsiteY31" fmla="*/ 146312 h 689544"/>
              <a:gd name="connsiteX32" fmla="*/ 67065 w 293498"/>
              <a:gd name="connsiteY32" fmla="*/ 206370 h 689544"/>
              <a:gd name="connsiteX33" fmla="*/ 80993 w 293498"/>
              <a:gd name="connsiteY33" fmla="*/ 185754 h 689544"/>
              <a:gd name="connsiteX34" fmla="*/ 90099 w 293498"/>
              <a:gd name="connsiteY34" fmla="*/ 177503 h 689544"/>
              <a:gd name="connsiteX35" fmla="*/ 109789 w 293498"/>
              <a:gd name="connsiteY35" fmla="*/ 166518 h 689544"/>
              <a:gd name="connsiteX36" fmla="*/ 130996 w 293498"/>
              <a:gd name="connsiteY36" fmla="*/ 160815 h 689544"/>
              <a:gd name="connsiteX37" fmla="*/ 125875 w 293498"/>
              <a:gd name="connsiteY37" fmla="*/ 170466 h 689544"/>
              <a:gd name="connsiteX38" fmla="*/ 120415 w 293498"/>
              <a:gd name="connsiteY38" fmla="*/ 179922 h 689544"/>
              <a:gd name="connsiteX39" fmla="*/ 113969 w 293498"/>
              <a:gd name="connsiteY39" fmla="*/ 188969 h 689544"/>
              <a:gd name="connsiteX40" fmla="*/ 106565 w 293498"/>
              <a:gd name="connsiteY40" fmla="*/ 197560 h 689544"/>
              <a:gd name="connsiteX41" fmla="*/ 92569 w 293498"/>
              <a:gd name="connsiteY41" fmla="*/ 209323 h 689544"/>
              <a:gd name="connsiteX42" fmla="*/ 87160 w 293498"/>
              <a:gd name="connsiteY42" fmla="*/ 212955 h 689544"/>
              <a:gd name="connsiteX43" fmla="*/ 64296 w 293498"/>
              <a:gd name="connsiteY43" fmla="*/ 223811 h 689544"/>
              <a:gd name="connsiteX44" fmla="*/ 59282 w 293498"/>
              <a:gd name="connsiteY44" fmla="*/ 277395 h 689544"/>
              <a:gd name="connsiteX45" fmla="*/ 59102 w 293498"/>
              <a:gd name="connsiteY45" fmla="*/ 284560 h 689544"/>
              <a:gd name="connsiteX46" fmla="*/ 62912 w 293498"/>
              <a:gd name="connsiteY46" fmla="*/ 274505 h 689544"/>
              <a:gd name="connsiteX47" fmla="*/ 77399 w 293498"/>
              <a:gd name="connsiteY47" fmla="*/ 253537 h 689544"/>
              <a:gd name="connsiteX48" fmla="*/ 95628 w 293498"/>
              <a:gd name="connsiteY48" fmla="*/ 240068 h 689544"/>
              <a:gd name="connsiteX49" fmla="*/ 115700 w 293498"/>
              <a:gd name="connsiteY49" fmla="*/ 231652 h 689544"/>
              <a:gd name="connsiteX50" fmla="*/ 112083 w 293498"/>
              <a:gd name="connsiteY50" fmla="*/ 241817 h 689544"/>
              <a:gd name="connsiteX51" fmla="*/ 107837 w 293498"/>
              <a:gd name="connsiteY51" fmla="*/ 251845 h 689544"/>
              <a:gd name="connsiteX52" fmla="*/ 105359 w 293498"/>
              <a:gd name="connsiteY52" fmla="*/ 256750 h 689544"/>
              <a:gd name="connsiteX53" fmla="*/ 96588 w 293498"/>
              <a:gd name="connsiteY53" fmla="*/ 271048 h 689544"/>
              <a:gd name="connsiteX54" fmla="*/ 68073 w 293498"/>
              <a:gd name="connsiteY54" fmla="*/ 297265 h 689544"/>
              <a:gd name="connsiteX55" fmla="*/ 58855 w 293498"/>
              <a:gd name="connsiteY55" fmla="*/ 302814 h 689544"/>
              <a:gd name="connsiteX56" fmla="*/ 58918 w 293498"/>
              <a:gd name="connsiteY56" fmla="*/ 307161 h 689544"/>
              <a:gd name="connsiteX57" fmla="*/ 59255 w 293498"/>
              <a:gd name="connsiteY57" fmla="*/ 322343 h 689544"/>
              <a:gd name="connsiteX58" fmla="*/ 60254 w 293498"/>
              <a:gd name="connsiteY58" fmla="*/ 337714 h 689544"/>
              <a:gd name="connsiteX59" fmla="*/ 60814 w 293498"/>
              <a:gd name="connsiteY59" fmla="*/ 345435 h 689544"/>
              <a:gd name="connsiteX60" fmla="*/ 61699 w 293498"/>
              <a:gd name="connsiteY60" fmla="*/ 353150 h 689544"/>
              <a:gd name="connsiteX61" fmla="*/ 62756 w 293498"/>
              <a:gd name="connsiteY61" fmla="*/ 362348 h 689544"/>
              <a:gd name="connsiteX62" fmla="*/ 67051 w 293498"/>
              <a:gd name="connsiteY62" fmla="*/ 346721 h 689544"/>
              <a:gd name="connsiteX63" fmla="*/ 68256 w 293498"/>
              <a:gd name="connsiteY63" fmla="*/ 343685 h 689544"/>
              <a:gd name="connsiteX64" fmla="*/ 69631 w 293498"/>
              <a:gd name="connsiteY64" fmla="*/ 340748 h 689544"/>
              <a:gd name="connsiteX65" fmla="*/ 83408 w 293498"/>
              <a:gd name="connsiteY65" fmla="*/ 321621 h 689544"/>
              <a:gd name="connsiteX66" fmla="*/ 91890 w 293498"/>
              <a:gd name="connsiteY66" fmla="*/ 314394 h 689544"/>
              <a:gd name="connsiteX67" fmla="*/ 110545 w 293498"/>
              <a:gd name="connsiteY67" fmla="*/ 303196 h 689544"/>
              <a:gd name="connsiteX68" fmla="*/ 107082 w 293498"/>
              <a:gd name="connsiteY68" fmla="*/ 318887 h 689544"/>
              <a:gd name="connsiteX69" fmla="*/ 105722 w 293498"/>
              <a:gd name="connsiteY69" fmla="*/ 324084 h 689544"/>
              <a:gd name="connsiteX70" fmla="*/ 102221 w 293498"/>
              <a:gd name="connsiteY70" fmla="*/ 334381 h 689544"/>
              <a:gd name="connsiteX71" fmla="*/ 97516 w 293498"/>
              <a:gd name="connsiteY71" fmla="*/ 344593 h 689544"/>
              <a:gd name="connsiteX72" fmla="*/ 83450 w 293498"/>
              <a:gd name="connsiteY72" fmla="*/ 364776 h 689544"/>
              <a:gd name="connsiteX73" fmla="*/ 65639 w 293498"/>
              <a:gd name="connsiteY73" fmla="*/ 381477 h 689544"/>
              <a:gd name="connsiteX74" fmla="*/ 69161 w 293498"/>
              <a:gd name="connsiteY74" fmla="*/ 399721 h 689544"/>
              <a:gd name="connsiteX75" fmla="*/ 79315 w 293498"/>
              <a:gd name="connsiteY75" fmla="*/ 438454 h 689544"/>
              <a:gd name="connsiteX76" fmla="*/ 79728 w 293498"/>
              <a:gd name="connsiteY76" fmla="*/ 430330 h 689544"/>
              <a:gd name="connsiteX77" fmla="*/ 86718 w 293498"/>
              <a:gd name="connsiteY77" fmla="*/ 405966 h 689544"/>
              <a:gd name="connsiteX78" fmla="*/ 116384 w 293498"/>
              <a:gd name="connsiteY78" fmla="*/ 373692 h 689544"/>
              <a:gd name="connsiteX79" fmla="*/ 116129 w 293498"/>
              <a:gd name="connsiteY79" fmla="*/ 378979 h 689544"/>
              <a:gd name="connsiteX80" fmla="*/ 115964 w 293498"/>
              <a:gd name="connsiteY80" fmla="*/ 384224 h 689544"/>
              <a:gd name="connsiteX81" fmla="*/ 114186 w 293498"/>
              <a:gd name="connsiteY81" fmla="*/ 400115 h 689544"/>
              <a:gd name="connsiteX82" fmla="*/ 113282 w 293498"/>
              <a:gd name="connsiteY82" fmla="*/ 405414 h 689544"/>
              <a:gd name="connsiteX83" fmla="*/ 110429 w 293498"/>
              <a:gd name="connsiteY83" fmla="*/ 416149 h 689544"/>
              <a:gd name="connsiteX84" fmla="*/ 92127 w 293498"/>
              <a:gd name="connsiteY84" fmla="*/ 449967 h 689544"/>
              <a:gd name="connsiteX85" fmla="*/ 85853 w 293498"/>
              <a:gd name="connsiteY85" fmla="*/ 457602 h 689544"/>
              <a:gd name="connsiteX86" fmla="*/ 109599 w 293498"/>
              <a:gd name="connsiteY86" fmla="*/ 510229 h 689544"/>
              <a:gd name="connsiteX87" fmla="*/ 108358 w 293498"/>
              <a:gd name="connsiteY87" fmla="*/ 496390 h 689544"/>
              <a:gd name="connsiteX88" fmla="*/ 108608 w 293498"/>
              <a:gd name="connsiteY88" fmla="*/ 489941 h 689544"/>
              <a:gd name="connsiteX89" fmla="*/ 114782 w 293498"/>
              <a:gd name="connsiteY89" fmla="*/ 467325 h 689544"/>
              <a:gd name="connsiteX90" fmla="*/ 120253 w 293498"/>
              <a:gd name="connsiteY90" fmla="*/ 457682 h 689544"/>
              <a:gd name="connsiteX91" fmla="*/ 134018 w 293498"/>
              <a:gd name="connsiteY91" fmla="*/ 441026 h 689544"/>
              <a:gd name="connsiteX92" fmla="*/ 136008 w 293498"/>
              <a:gd name="connsiteY92" fmla="*/ 456520 h 689544"/>
              <a:gd name="connsiteX93" fmla="*/ 136545 w 293498"/>
              <a:gd name="connsiteY93" fmla="*/ 461718 h 689544"/>
              <a:gd name="connsiteX94" fmla="*/ 136463 w 293498"/>
              <a:gd name="connsiteY94" fmla="*/ 477848 h 689544"/>
              <a:gd name="connsiteX95" fmla="*/ 135982 w 293498"/>
              <a:gd name="connsiteY95" fmla="*/ 483360 h 689544"/>
              <a:gd name="connsiteX96" fmla="*/ 130170 w 293498"/>
              <a:gd name="connsiteY96" fmla="*/ 507021 h 689544"/>
              <a:gd name="connsiteX97" fmla="*/ 120186 w 293498"/>
              <a:gd name="connsiteY97" fmla="*/ 528435 h 689544"/>
              <a:gd name="connsiteX98" fmla="*/ 153536 w 293498"/>
              <a:gd name="connsiteY98" fmla="*/ 574288 h 689544"/>
              <a:gd name="connsiteX99" fmla="*/ 151550 w 293498"/>
              <a:gd name="connsiteY99" fmla="*/ 568703 h 689544"/>
              <a:gd name="connsiteX100" fmla="*/ 148525 w 293498"/>
              <a:gd name="connsiteY100" fmla="*/ 543638 h 689544"/>
              <a:gd name="connsiteX101" fmla="*/ 153700 w 293498"/>
              <a:gd name="connsiteY101" fmla="*/ 521861 h 689544"/>
              <a:gd name="connsiteX102" fmla="*/ 158242 w 293498"/>
              <a:gd name="connsiteY102" fmla="*/ 512101 h 689544"/>
              <a:gd name="connsiteX103" fmla="*/ 163891 w 293498"/>
              <a:gd name="connsiteY103" fmla="*/ 502818 h 689544"/>
              <a:gd name="connsiteX104" fmla="*/ 174281 w 293498"/>
              <a:gd name="connsiteY104" fmla="*/ 543649 h 689544"/>
              <a:gd name="connsiteX105" fmla="*/ 173485 w 293498"/>
              <a:gd name="connsiteY105" fmla="*/ 567923 h 689544"/>
              <a:gd name="connsiteX106" fmla="*/ 170666 w 293498"/>
              <a:gd name="connsiteY106" fmla="*/ 581830 h 689544"/>
              <a:gd name="connsiteX107" fmla="*/ 168612 w 293498"/>
              <a:gd name="connsiteY107" fmla="*/ 589231 h 689544"/>
              <a:gd name="connsiteX108" fmla="*/ 168129 w 293498"/>
              <a:gd name="connsiteY108" fmla="*/ 590625 h 689544"/>
              <a:gd name="connsiteX109" fmla="*/ 182651 w 293498"/>
              <a:gd name="connsiteY109" fmla="*/ 605249 h 689544"/>
              <a:gd name="connsiteX110" fmla="*/ 201172 w 293498"/>
              <a:gd name="connsiteY110" fmla="*/ 621635 h 689544"/>
              <a:gd name="connsiteX111" fmla="*/ 209800 w 293498"/>
              <a:gd name="connsiteY111" fmla="*/ 628417 h 689544"/>
              <a:gd name="connsiteX112" fmla="*/ 207073 w 293498"/>
              <a:gd name="connsiteY112" fmla="*/ 623948 h 689544"/>
              <a:gd name="connsiteX113" fmla="*/ 204004 w 293498"/>
              <a:gd name="connsiteY113" fmla="*/ 617899 h 689544"/>
              <a:gd name="connsiteX114" fmla="*/ 201751 w 293498"/>
              <a:gd name="connsiteY114" fmla="*/ 611773 h 689544"/>
              <a:gd name="connsiteX115" fmla="*/ 198295 w 293498"/>
              <a:gd name="connsiteY115" fmla="*/ 588680 h 689544"/>
              <a:gd name="connsiteX116" fmla="*/ 199533 w 293498"/>
              <a:gd name="connsiteY116" fmla="*/ 577623 h 689544"/>
              <a:gd name="connsiteX117" fmla="*/ 205529 w 293498"/>
              <a:gd name="connsiteY117" fmla="*/ 556930 h 689544"/>
              <a:gd name="connsiteX118" fmla="*/ 210970 w 293498"/>
              <a:gd name="connsiteY118" fmla="*/ 565668 h 689544"/>
              <a:gd name="connsiteX119" fmla="*/ 215974 w 293498"/>
              <a:gd name="connsiteY119" fmla="*/ 574829 h 689544"/>
              <a:gd name="connsiteX120" fmla="*/ 224124 w 293498"/>
              <a:gd name="connsiteY120" fmla="*/ 594972 h 689544"/>
              <a:gd name="connsiteX121" fmla="*/ 228349 w 293498"/>
              <a:gd name="connsiteY121" fmla="*/ 618961 h 689544"/>
              <a:gd name="connsiteX122" fmla="*/ 227729 w 293498"/>
              <a:gd name="connsiteY122" fmla="*/ 641760 h 689544"/>
              <a:gd name="connsiteX123" fmla="*/ 236092 w 293498"/>
              <a:gd name="connsiteY123" fmla="*/ 647553 h 689544"/>
              <a:gd name="connsiteX124" fmla="*/ 240032 w 293498"/>
              <a:gd name="connsiteY124" fmla="*/ 650311 h 689544"/>
              <a:gd name="connsiteX125" fmla="*/ 244077 w 293498"/>
              <a:gd name="connsiteY125" fmla="*/ 652775 h 689544"/>
              <a:gd name="connsiteX126" fmla="*/ 251781 w 293498"/>
              <a:gd name="connsiteY126" fmla="*/ 657480 h 689544"/>
              <a:gd name="connsiteX127" fmla="*/ 258945 w 293498"/>
              <a:gd name="connsiteY127" fmla="*/ 661841 h 689544"/>
              <a:gd name="connsiteX128" fmla="*/ 260629 w 293498"/>
              <a:gd name="connsiteY128" fmla="*/ 662878 h 689544"/>
              <a:gd name="connsiteX129" fmla="*/ 261522 w 293498"/>
              <a:gd name="connsiteY129" fmla="*/ 663393 h 689544"/>
              <a:gd name="connsiteX130" fmla="*/ 261822 w 293498"/>
              <a:gd name="connsiteY130" fmla="*/ 663598 h 689544"/>
              <a:gd name="connsiteX131" fmla="*/ 262208 w 293498"/>
              <a:gd name="connsiteY131" fmla="*/ 663821 h 689544"/>
              <a:gd name="connsiteX132" fmla="*/ 265430 w 293498"/>
              <a:gd name="connsiteY132" fmla="*/ 665649 h 689544"/>
              <a:gd name="connsiteX133" fmla="*/ 292154 w 293498"/>
              <a:gd name="connsiteY133" fmla="*/ 679470 h 689544"/>
              <a:gd name="connsiteX134" fmla="*/ 293818 w 293498"/>
              <a:gd name="connsiteY134" fmla="*/ 683551 h 689544"/>
              <a:gd name="connsiteX135" fmla="*/ 291607 w 293498"/>
              <a:gd name="connsiteY135" fmla="*/ 688160 h 689544"/>
              <a:gd name="connsiteX136" fmla="*/ 287338 w 293498"/>
              <a:gd name="connsiteY136" fmla="*/ 689427 h 689544"/>
              <a:gd name="connsiteX137" fmla="*/ 260254 w 293498"/>
              <a:gd name="connsiteY137" fmla="*/ 675172 h 689544"/>
              <a:gd name="connsiteX138" fmla="*/ 256008 w 293498"/>
              <a:gd name="connsiteY138" fmla="*/ 672721 h 689544"/>
              <a:gd name="connsiteX139" fmla="*/ 255153 w 293498"/>
              <a:gd name="connsiteY139" fmla="*/ 672195 h 689544"/>
              <a:gd name="connsiteX140" fmla="*/ 253493 w 293498"/>
              <a:gd name="connsiteY140" fmla="*/ 671172 h 689544"/>
              <a:gd name="connsiteX141" fmla="*/ 246396 w 293498"/>
              <a:gd name="connsiteY141" fmla="*/ 666753 h 689544"/>
              <a:gd name="connsiteX142" fmla="*/ 238720 w 293498"/>
              <a:gd name="connsiteY142" fmla="*/ 661999 h 689544"/>
              <a:gd name="connsiteX143" fmla="*/ 234702 w 293498"/>
              <a:gd name="connsiteY143" fmla="*/ 659487 h 689544"/>
              <a:gd name="connsiteX144" fmla="*/ 230655 w 293498"/>
              <a:gd name="connsiteY144" fmla="*/ 656636 h 689544"/>
              <a:gd name="connsiteX145" fmla="*/ 221759 w 293498"/>
              <a:gd name="connsiteY145" fmla="*/ 650374 h 689544"/>
              <a:gd name="connsiteX146" fmla="*/ 213442 w 293498"/>
              <a:gd name="connsiteY146" fmla="*/ 653806 h 689544"/>
              <a:gd name="connsiteX147" fmla="*/ 199216 w 293498"/>
              <a:gd name="connsiteY147" fmla="*/ 657332 h 689544"/>
              <a:gd name="connsiteX148" fmla="*/ 172399 w 293498"/>
              <a:gd name="connsiteY148" fmla="*/ 656708 h 689544"/>
              <a:gd name="connsiteX149" fmla="*/ 147806 w 293498"/>
              <a:gd name="connsiteY149" fmla="*/ 647720 h 689544"/>
              <a:gd name="connsiteX150" fmla="*/ 136373 w 293498"/>
              <a:gd name="connsiteY150" fmla="*/ 640894 h 689544"/>
              <a:gd name="connsiteX151" fmla="*/ 125414 w 293498"/>
              <a:gd name="connsiteY151" fmla="*/ 633023 h 689544"/>
              <a:gd name="connsiteX152" fmla="*/ 148295 w 293498"/>
              <a:gd name="connsiteY152" fmla="*/ 629380 h 689544"/>
              <a:gd name="connsiteX153" fmla="*/ 159968 w 293498"/>
              <a:gd name="connsiteY153" fmla="*/ 628883 h 689544"/>
              <a:gd name="connsiteX154" fmla="*/ 184908 w 293498"/>
              <a:gd name="connsiteY154" fmla="*/ 631253 h 689544"/>
              <a:gd name="connsiteX155" fmla="*/ 191438 w 293498"/>
              <a:gd name="connsiteY155" fmla="*/ 632868 h 689544"/>
              <a:gd name="connsiteX156" fmla="*/ 198277 w 293498"/>
              <a:gd name="connsiteY156" fmla="*/ 634726 h 689544"/>
              <a:gd name="connsiteX157" fmla="*/ 203389 w 293498"/>
              <a:gd name="connsiteY157" fmla="*/ 636456 h 689544"/>
              <a:gd name="connsiteX158" fmla="*/ 194910 w 293498"/>
              <a:gd name="connsiteY158" fmla="*/ 629694 h 689544"/>
              <a:gd name="connsiteX159" fmla="*/ 176073 w 293498"/>
              <a:gd name="connsiteY159" fmla="*/ 612741 h 689544"/>
              <a:gd name="connsiteX160" fmla="*/ 161020 w 293498"/>
              <a:gd name="connsiteY160" fmla="*/ 597424 h 689544"/>
              <a:gd name="connsiteX161" fmla="*/ 159498 w 293498"/>
              <a:gd name="connsiteY161" fmla="*/ 597832 h 689544"/>
              <a:gd name="connsiteX162" fmla="*/ 137320 w 293498"/>
              <a:gd name="connsiteY162" fmla="*/ 599758 h 689544"/>
              <a:gd name="connsiteX163" fmla="*/ 111107 w 293498"/>
              <a:gd name="connsiteY163" fmla="*/ 593630 h 689544"/>
              <a:gd name="connsiteX164" fmla="*/ 69816 w 293498"/>
              <a:gd name="connsiteY164" fmla="*/ 560752 h 689544"/>
              <a:gd name="connsiteX165" fmla="*/ 81239 w 293498"/>
              <a:gd name="connsiteY165" fmla="*/ 561076 h 689544"/>
              <a:gd name="connsiteX166" fmla="*/ 92916 w 293498"/>
              <a:gd name="connsiteY166" fmla="*/ 561963 h 689544"/>
              <a:gd name="connsiteX167" fmla="*/ 116295 w 293498"/>
              <a:gd name="connsiteY167" fmla="*/ 566874 h 689544"/>
              <a:gd name="connsiteX168" fmla="*/ 140738 w 293498"/>
              <a:gd name="connsiteY168" fmla="*/ 577513 h 689544"/>
              <a:gd name="connsiteX169" fmla="*/ 146383 w 293498"/>
              <a:gd name="connsiteY169" fmla="*/ 580772 h 689544"/>
              <a:gd name="connsiteX170" fmla="*/ 112398 w 293498"/>
              <a:gd name="connsiteY170" fmla="*/ 533233 h 689544"/>
              <a:gd name="connsiteX171" fmla="*/ 88167 w 293498"/>
              <a:gd name="connsiteY171" fmla="*/ 530694 h 689544"/>
              <a:gd name="connsiteX172" fmla="*/ 63854 w 293498"/>
              <a:gd name="connsiteY172" fmla="*/ 519326 h 689544"/>
              <a:gd name="connsiteX173" fmla="*/ 53786 w 293498"/>
              <a:gd name="connsiteY173" fmla="*/ 510972 h 689544"/>
              <a:gd name="connsiteX174" fmla="*/ 40754 w 293498"/>
              <a:gd name="connsiteY174" fmla="*/ 496051 h 689544"/>
              <a:gd name="connsiteX175" fmla="*/ 30224 w 293498"/>
              <a:gd name="connsiteY175" fmla="*/ 478971 h 689544"/>
              <a:gd name="connsiteX176" fmla="*/ 63547 w 293498"/>
              <a:gd name="connsiteY176" fmla="*/ 488883 h 689544"/>
              <a:gd name="connsiteX177" fmla="*/ 85380 w 293498"/>
              <a:gd name="connsiteY177" fmla="*/ 501038 h 689544"/>
              <a:gd name="connsiteX178" fmla="*/ 90841 w 293498"/>
              <a:gd name="connsiteY178" fmla="*/ 505059 h 689544"/>
              <a:gd name="connsiteX179" fmla="*/ 101750 w 293498"/>
              <a:gd name="connsiteY179" fmla="*/ 514574 h 689544"/>
              <a:gd name="connsiteX180" fmla="*/ 101696 w 293498"/>
              <a:gd name="connsiteY180" fmla="*/ 514446 h 689544"/>
              <a:gd name="connsiteX181" fmla="*/ 98096 w 293498"/>
              <a:gd name="connsiteY181" fmla="*/ 507480 h 689544"/>
              <a:gd name="connsiteX182" fmla="*/ 94500 w 293498"/>
              <a:gd name="connsiteY182" fmla="*/ 500450 h 689544"/>
              <a:gd name="connsiteX183" fmla="*/ 91187 w 293498"/>
              <a:gd name="connsiteY183" fmla="*/ 493263 h 689544"/>
              <a:gd name="connsiteX184" fmla="*/ 84736 w 293498"/>
              <a:gd name="connsiteY184" fmla="*/ 478700 h 689544"/>
              <a:gd name="connsiteX185" fmla="*/ 79023 w 293498"/>
              <a:gd name="connsiteY185" fmla="*/ 463694 h 689544"/>
              <a:gd name="connsiteX186" fmla="*/ 77872 w 293498"/>
              <a:gd name="connsiteY186" fmla="*/ 460617 h 689544"/>
              <a:gd name="connsiteX187" fmla="*/ 54381 w 293498"/>
              <a:gd name="connsiteY187" fmla="*/ 453230 h 689544"/>
              <a:gd name="connsiteX188" fmla="*/ 32741 w 293498"/>
              <a:gd name="connsiteY188" fmla="*/ 437455 h 689544"/>
              <a:gd name="connsiteX189" fmla="*/ 24408 w 293498"/>
              <a:gd name="connsiteY189" fmla="*/ 427434 h 689544"/>
              <a:gd name="connsiteX190" fmla="*/ 20753 w 293498"/>
              <a:gd name="connsiteY190" fmla="*/ 422011 h 689544"/>
              <a:gd name="connsiteX191" fmla="*/ 11962 w 293498"/>
              <a:gd name="connsiteY191" fmla="*/ 404424 h 689544"/>
              <a:gd name="connsiteX192" fmla="*/ 9499 w 293498"/>
              <a:gd name="connsiteY192" fmla="*/ 398273 h 689544"/>
              <a:gd name="connsiteX193" fmla="*/ 7429 w 293498"/>
              <a:gd name="connsiteY193" fmla="*/ 391997 h 689544"/>
              <a:gd name="connsiteX194" fmla="*/ 48005 w 293498"/>
              <a:gd name="connsiteY194" fmla="*/ 414973 h 689544"/>
              <a:gd name="connsiteX195" fmla="*/ 66344 w 293498"/>
              <a:gd name="connsiteY195" fmla="*/ 434181 h 689544"/>
              <a:gd name="connsiteX196" fmla="*/ 71409 w 293498"/>
              <a:gd name="connsiteY196" fmla="*/ 441061 h 689544"/>
              <a:gd name="connsiteX197" fmla="*/ 71338 w 293498"/>
              <a:gd name="connsiteY197" fmla="*/ 440795 h 689544"/>
              <a:gd name="connsiteX198" fmla="*/ 69006 w 293498"/>
              <a:gd name="connsiteY198" fmla="*/ 433080 h 689544"/>
              <a:gd name="connsiteX199" fmla="*/ 64915 w 293498"/>
              <a:gd name="connsiteY199" fmla="*/ 417436 h 689544"/>
              <a:gd name="connsiteX200" fmla="*/ 63927 w 293498"/>
              <a:gd name="connsiteY200" fmla="*/ 413520 h 689544"/>
              <a:gd name="connsiteX201" fmla="*/ 63078 w 293498"/>
              <a:gd name="connsiteY201" fmla="*/ 409588 h 689544"/>
              <a:gd name="connsiteX202" fmla="*/ 61444 w 293498"/>
              <a:gd name="connsiteY202" fmla="*/ 401666 h 689544"/>
              <a:gd name="connsiteX203" fmla="*/ 57939 w 293498"/>
              <a:gd name="connsiteY203" fmla="*/ 382725 h 689544"/>
              <a:gd name="connsiteX204" fmla="*/ 35682 w 293498"/>
              <a:gd name="connsiteY204" fmla="*/ 371194 h 689544"/>
              <a:gd name="connsiteX205" fmla="*/ 10901 w 293498"/>
              <a:gd name="connsiteY205" fmla="*/ 340805 h 689544"/>
              <a:gd name="connsiteX206" fmla="*/ 4017 w 293498"/>
              <a:gd name="connsiteY206" fmla="*/ 322646 h 689544"/>
              <a:gd name="connsiteX207" fmla="*/ 39 w 293498"/>
              <a:gd name="connsiteY207" fmla="*/ 303464 h 689544"/>
              <a:gd name="connsiteX208" fmla="*/ 19088 w 293498"/>
              <a:gd name="connsiteY208" fmla="*/ 316263 h 689544"/>
              <a:gd name="connsiteX209" fmla="*/ 36338 w 293498"/>
              <a:gd name="connsiteY209" fmla="*/ 332623 h 689544"/>
              <a:gd name="connsiteX210" fmla="*/ 43962 w 293498"/>
              <a:gd name="connsiteY210" fmla="*/ 342814 h 689544"/>
              <a:gd name="connsiteX211" fmla="*/ 47578 w 293498"/>
              <a:gd name="connsiteY211" fmla="*/ 348472 h 689544"/>
              <a:gd name="connsiteX212" fmla="*/ 55271 w 293498"/>
              <a:gd name="connsiteY212" fmla="*/ 363559 h 689544"/>
              <a:gd name="connsiteX213" fmla="*/ 51855 w 293498"/>
              <a:gd name="connsiteY213" fmla="*/ 302793 h 689544"/>
              <a:gd name="connsiteX214" fmla="*/ 42442 w 293498"/>
              <a:gd name="connsiteY214" fmla="*/ 297037 h 689544"/>
              <a:gd name="connsiteX215" fmla="*/ 31449 w 293498"/>
              <a:gd name="connsiteY215" fmla="*/ 287667 h 689544"/>
              <a:gd name="connsiteX216" fmla="*/ 16178 w 293498"/>
              <a:gd name="connsiteY216" fmla="*/ 265985 h 689544"/>
              <a:gd name="connsiteX217" fmla="*/ 9805 w 293498"/>
              <a:gd name="connsiteY217" fmla="*/ 247832 h 689544"/>
              <a:gd name="connsiteX218" fmla="*/ 8548 w 293498"/>
              <a:gd name="connsiteY218" fmla="*/ 241542 h 689544"/>
              <a:gd name="connsiteX219" fmla="*/ 6376 w 293498"/>
              <a:gd name="connsiteY219" fmla="*/ 215780 h 689544"/>
              <a:gd name="connsiteX220" fmla="*/ 23337 w 293498"/>
              <a:gd name="connsiteY220" fmla="*/ 231137 h 689544"/>
              <a:gd name="connsiteX221" fmla="*/ 37840 w 293498"/>
              <a:gd name="connsiteY221" fmla="*/ 249802 h 689544"/>
              <a:gd name="connsiteX222" fmla="*/ 49030 w 293498"/>
              <a:gd name="connsiteY222" fmla="*/ 273760 h 689544"/>
              <a:gd name="connsiteX223" fmla="*/ 52176 w 293498"/>
              <a:gd name="connsiteY223" fmla="*/ 284356 h 689544"/>
              <a:gd name="connsiteX224" fmla="*/ 52411 w 293498"/>
              <a:gd name="connsiteY224" fmla="*/ 277319 h 689544"/>
              <a:gd name="connsiteX225" fmla="*/ 57974 w 293498"/>
              <a:gd name="connsiteY225" fmla="*/ 222895 h 689544"/>
              <a:gd name="connsiteX226" fmla="*/ 39643 w 293498"/>
              <a:gd name="connsiteY226" fmla="*/ 204786 h 689544"/>
              <a:gd name="connsiteX227" fmla="*/ 35716 w 293498"/>
              <a:gd name="connsiteY227" fmla="*/ 199109 h 689544"/>
              <a:gd name="connsiteX228" fmla="*/ 24654 w 293498"/>
              <a:gd name="connsiteY228" fmla="*/ 168858 h 689544"/>
              <a:gd name="connsiteX229" fmla="*/ 23466 w 293498"/>
              <a:gd name="connsiteY229" fmla="*/ 156208 h 689544"/>
              <a:gd name="connsiteX230" fmla="*/ 23475 w 293498"/>
              <a:gd name="connsiteY230" fmla="*/ 143380 h 689544"/>
              <a:gd name="connsiteX231" fmla="*/ 24731 w 293498"/>
              <a:gd name="connsiteY231" fmla="*/ 130564 h 689544"/>
              <a:gd name="connsiteX232" fmla="*/ 39375 w 293498"/>
              <a:gd name="connsiteY232" fmla="*/ 147928 h 689544"/>
              <a:gd name="connsiteX233" fmla="*/ 51424 w 293498"/>
              <a:gd name="connsiteY233" fmla="*/ 168393 h 689544"/>
              <a:gd name="connsiteX234" fmla="*/ 60824 w 293498"/>
              <a:gd name="connsiteY234" fmla="*/ 205758 h 689544"/>
              <a:gd name="connsiteX235" fmla="*/ 75171 w 293498"/>
              <a:gd name="connsiteY235" fmla="*/ 144698 h 689544"/>
              <a:gd name="connsiteX236" fmla="*/ 67249 w 293498"/>
              <a:gd name="connsiteY236" fmla="*/ 136137 h 689544"/>
              <a:gd name="connsiteX237" fmla="*/ 59074 w 293498"/>
              <a:gd name="connsiteY237" fmla="*/ 124115 h 689544"/>
              <a:gd name="connsiteX238" fmla="*/ 50156 w 293498"/>
              <a:gd name="connsiteY238" fmla="*/ 99283 h 689544"/>
              <a:gd name="connsiteX239" fmla="*/ 49205 w 293498"/>
              <a:gd name="connsiteY239" fmla="*/ 73969 h 689544"/>
              <a:gd name="connsiteX240" fmla="*/ 50937 w 293498"/>
              <a:gd name="connsiteY240" fmla="*/ 61331 h 689544"/>
              <a:gd name="connsiteX241" fmla="*/ 53687 w 293498"/>
              <a:gd name="connsiteY241" fmla="*/ 48768 h 689544"/>
              <a:gd name="connsiteX242" fmla="*/ 66144 w 293498"/>
              <a:gd name="connsiteY242" fmla="*/ 67860 h 689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Lst>
            <a:rect l="l" t="t" r="r" b="b"/>
            <a:pathLst>
              <a:path w="293498" h="689544">
                <a:moveTo>
                  <a:pt x="66144" y="67860"/>
                </a:moveTo>
                <a:cubicBezTo>
                  <a:pt x="68010" y="71239"/>
                  <a:pt x="69696" y="74714"/>
                  <a:pt x="71197" y="78271"/>
                </a:cubicBezTo>
                <a:cubicBezTo>
                  <a:pt x="74537" y="85842"/>
                  <a:pt x="76935" y="93793"/>
                  <a:pt x="78336" y="101948"/>
                </a:cubicBezTo>
                <a:cubicBezTo>
                  <a:pt x="78707" y="104091"/>
                  <a:pt x="78949" y="106290"/>
                  <a:pt x="79212" y="108565"/>
                </a:cubicBezTo>
                <a:cubicBezTo>
                  <a:pt x="80091" y="115329"/>
                  <a:pt x="80324" y="122163"/>
                  <a:pt x="79909" y="128972"/>
                </a:cubicBezTo>
                <a:cubicBezTo>
                  <a:pt x="83556" y="117474"/>
                  <a:pt x="87087" y="107514"/>
                  <a:pt x="90184" y="99364"/>
                </a:cubicBezTo>
                <a:lnTo>
                  <a:pt x="93687" y="90066"/>
                </a:lnTo>
                <a:cubicBezTo>
                  <a:pt x="93609" y="89088"/>
                  <a:pt x="93530" y="88110"/>
                  <a:pt x="93500" y="87160"/>
                </a:cubicBezTo>
                <a:cubicBezTo>
                  <a:pt x="93412" y="78996"/>
                  <a:pt x="94101" y="70844"/>
                  <a:pt x="95561" y="62812"/>
                </a:cubicBezTo>
                <a:cubicBezTo>
                  <a:pt x="96571" y="57831"/>
                  <a:pt x="98046" y="53215"/>
                  <a:pt x="99658" y="48807"/>
                </a:cubicBezTo>
                <a:cubicBezTo>
                  <a:pt x="101318" y="44427"/>
                  <a:pt x="103130" y="40230"/>
                  <a:pt x="105321" y="36381"/>
                </a:cubicBezTo>
                <a:cubicBezTo>
                  <a:pt x="109624" y="28977"/>
                  <a:pt x="114804" y="22119"/>
                  <a:pt x="120748" y="15955"/>
                </a:cubicBezTo>
                <a:cubicBezTo>
                  <a:pt x="126629" y="10196"/>
                  <a:pt x="132925" y="4876"/>
                  <a:pt x="139586" y="39"/>
                </a:cubicBezTo>
                <a:cubicBezTo>
                  <a:pt x="139006" y="8148"/>
                  <a:pt x="137896" y="16210"/>
                  <a:pt x="136265" y="24174"/>
                </a:cubicBezTo>
                <a:cubicBezTo>
                  <a:pt x="134812" y="32344"/>
                  <a:pt x="132466" y="40330"/>
                  <a:pt x="129270" y="47989"/>
                </a:cubicBezTo>
                <a:cubicBezTo>
                  <a:pt x="127650" y="51910"/>
                  <a:pt x="125863" y="55895"/>
                  <a:pt x="123655" y="59831"/>
                </a:cubicBezTo>
                <a:cubicBezTo>
                  <a:pt x="121509" y="63770"/>
                  <a:pt x="118890" y="67694"/>
                  <a:pt x="116043" y="71679"/>
                </a:cubicBezTo>
                <a:cubicBezTo>
                  <a:pt x="113268" y="75705"/>
                  <a:pt x="110058" y="79705"/>
                  <a:pt x="106381" y="83790"/>
                </a:cubicBezTo>
                <a:cubicBezTo>
                  <a:pt x="104576" y="85803"/>
                  <a:pt x="102593" y="87843"/>
                  <a:pt x="100535" y="89903"/>
                </a:cubicBezTo>
                <a:lnTo>
                  <a:pt x="98571" y="91856"/>
                </a:lnTo>
                <a:lnTo>
                  <a:pt x="95168" y="101149"/>
                </a:lnTo>
                <a:cubicBezTo>
                  <a:pt x="92148" y="109278"/>
                  <a:pt x="88717" y="119230"/>
                  <a:pt x="85198" y="130675"/>
                </a:cubicBezTo>
                <a:cubicBezTo>
                  <a:pt x="88783" y="125000"/>
                  <a:pt x="92969" y="119729"/>
                  <a:pt x="97685" y="114952"/>
                </a:cubicBezTo>
                <a:cubicBezTo>
                  <a:pt x="104970" y="107897"/>
                  <a:pt x="113546" y="102311"/>
                  <a:pt x="122944" y="98498"/>
                </a:cubicBezTo>
                <a:cubicBezTo>
                  <a:pt x="126447" y="97165"/>
                  <a:pt x="130032" y="96055"/>
                  <a:pt x="133675" y="95174"/>
                </a:cubicBezTo>
                <a:cubicBezTo>
                  <a:pt x="140779" y="93512"/>
                  <a:pt x="148015" y="92480"/>
                  <a:pt x="155299" y="92092"/>
                </a:cubicBezTo>
                <a:cubicBezTo>
                  <a:pt x="153345" y="95144"/>
                  <a:pt x="151292" y="98141"/>
                  <a:pt x="149117" y="101130"/>
                </a:cubicBezTo>
                <a:cubicBezTo>
                  <a:pt x="146968" y="104071"/>
                  <a:pt x="144613" y="106925"/>
                  <a:pt x="142359" y="109772"/>
                </a:cubicBezTo>
                <a:cubicBezTo>
                  <a:pt x="137772" y="115486"/>
                  <a:pt x="132463" y="120783"/>
                  <a:pt x="126309" y="125593"/>
                </a:cubicBezTo>
                <a:cubicBezTo>
                  <a:pt x="120338" y="130475"/>
                  <a:pt x="113378" y="134787"/>
                  <a:pt x="105074" y="138420"/>
                </a:cubicBezTo>
                <a:cubicBezTo>
                  <a:pt x="100923" y="140205"/>
                  <a:pt x="96615" y="141929"/>
                  <a:pt x="91847" y="143391"/>
                </a:cubicBezTo>
                <a:cubicBezTo>
                  <a:pt x="88325" y="144477"/>
                  <a:pt x="84562" y="145425"/>
                  <a:pt x="80640" y="146312"/>
                </a:cubicBezTo>
                <a:cubicBezTo>
                  <a:pt x="75115" y="166092"/>
                  <a:pt x="70584" y="186136"/>
                  <a:pt x="67065" y="206370"/>
                </a:cubicBezTo>
                <a:cubicBezTo>
                  <a:pt x="70715" y="198877"/>
                  <a:pt x="75403" y="191937"/>
                  <a:pt x="80993" y="185754"/>
                </a:cubicBezTo>
                <a:cubicBezTo>
                  <a:pt x="83776" y="182737"/>
                  <a:pt x="86823" y="179976"/>
                  <a:pt x="90099" y="177503"/>
                </a:cubicBezTo>
                <a:cubicBezTo>
                  <a:pt x="96110" y="172929"/>
                  <a:pt x="102739" y="169230"/>
                  <a:pt x="109789" y="166518"/>
                </a:cubicBezTo>
                <a:cubicBezTo>
                  <a:pt x="116676" y="163997"/>
                  <a:pt x="123773" y="162089"/>
                  <a:pt x="130996" y="160815"/>
                </a:cubicBezTo>
                <a:cubicBezTo>
                  <a:pt x="129378" y="164063"/>
                  <a:pt x="127689" y="167268"/>
                  <a:pt x="125875" y="170466"/>
                </a:cubicBezTo>
                <a:cubicBezTo>
                  <a:pt x="124160" y="173658"/>
                  <a:pt x="122398" y="176821"/>
                  <a:pt x="120415" y="179922"/>
                </a:cubicBezTo>
                <a:cubicBezTo>
                  <a:pt x="118446" y="182998"/>
                  <a:pt x="116318" y="186015"/>
                  <a:pt x="113969" y="188969"/>
                </a:cubicBezTo>
                <a:cubicBezTo>
                  <a:pt x="111596" y="191909"/>
                  <a:pt x="109289" y="194790"/>
                  <a:pt x="106565" y="197560"/>
                </a:cubicBezTo>
                <a:cubicBezTo>
                  <a:pt x="102319" y="201954"/>
                  <a:pt x="97629" y="205896"/>
                  <a:pt x="92569" y="209323"/>
                </a:cubicBezTo>
                <a:cubicBezTo>
                  <a:pt x="90846" y="210580"/>
                  <a:pt x="89051" y="211795"/>
                  <a:pt x="87160" y="212955"/>
                </a:cubicBezTo>
                <a:cubicBezTo>
                  <a:pt x="80667" y="216958"/>
                  <a:pt x="73099" y="220596"/>
                  <a:pt x="64296" y="223811"/>
                </a:cubicBezTo>
                <a:cubicBezTo>
                  <a:pt x="61905" y="240764"/>
                  <a:pt x="60081" y="258687"/>
                  <a:pt x="59282" y="277395"/>
                </a:cubicBezTo>
                <a:lnTo>
                  <a:pt x="59102" y="284560"/>
                </a:lnTo>
                <a:cubicBezTo>
                  <a:pt x="60251" y="281010"/>
                  <a:pt x="61517" y="277592"/>
                  <a:pt x="62912" y="274505"/>
                </a:cubicBezTo>
                <a:cubicBezTo>
                  <a:pt x="66622" y="266805"/>
                  <a:pt x="71509" y="259731"/>
                  <a:pt x="77399" y="253537"/>
                </a:cubicBezTo>
                <a:cubicBezTo>
                  <a:pt x="82813" y="248214"/>
                  <a:pt x="88950" y="243680"/>
                  <a:pt x="95628" y="240068"/>
                </a:cubicBezTo>
                <a:cubicBezTo>
                  <a:pt x="102030" y="236618"/>
                  <a:pt x="108753" y="233800"/>
                  <a:pt x="115700" y="231652"/>
                </a:cubicBezTo>
                <a:cubicBezTo>
                  <a:pt x="114424" y="235031"/>
                  <a:pt x="113383" y="238451"/>
                  <a:pt x="112083" y="241817"/>
                </a:cubicBezTo>
                <a:cubicBezTo>
                  <a:pt x="110815" y="245220"/>
                  <a:pt x="109398" y="248566"/>
                  <a:pt x="107837" y="251845"/>
                </a:cubicBezTo>
                <a:cubicBezTo>
                  <a:pt x="107053" y="253482"/>
                  <a:pt x="106167" y="255127"/>
                  <a:pt x="105359" y="256750"/>
                </a:cubicBezTo>
                <a:cubicBezTo>
                  <a:pt x="102869" y="261769"/>
                  <a:pt x="99934" y="266555"/>
                  <a:pt x="96588" y="271048"/>
                </a:cubicBezTo>
                <a:cubicBezTo>
                  <a:pt x="88794" y="281483"/>
                  <a:pt x="79124" y="290373"/>
                  <a:pt x="68073" y="297265"/>
                </a:cubicBezTo>
                <a:cubicBezTo>
                  <a:pt x="65176" y="299163"/>
                  <a:pt x="62121" y="301001"/>
                  <a:pt x="58855" y="302814"/>
                </a:cubicBezTo>
                <a:lnTo>
                  <a:pt x="58918" y="307161"/>
                </a:lnTo>
                <a:cubicBezTo>
                  <a:pt x="59041" y="312184"/>
                  <a:pt x="59074" y="317253"/>
                  <a:pt x="59255" y="322343"/>
                </a:cubicBezTo>
                <a:lnTo>
                  <a:pt x="60254" y="337714"/>
                </a:lnTo>
                <a:cubicBezTo>
                  <a:pt x="60464" y="340248"/>
                  <a:pt x="60521" y="342822"/>
                  <a:pt x="60814" y="345435"/>
                </a:cubicBezTo>
                <a:lnTo>
                  <a:pt x="61699" y="353150"/>
                </a:lnTo>
                <a:cubicBezTo>
                  <a:pt x="62089" y="356206"/>
                  <a:pt x="62404" y="359283"/>
                  <a:pt x="62756" y="362348"/>
                </a:cubicBezTo>
                <a:cubicBezTo>
                  <a:pt x="63789" y="357038"/>
                  <a:pt x="65224" y="351814"/>
                  <a:pt x="67051" y="346721"/>
                </a:cubicBezTo>
                <a:cubicBezTo>
                  <a:pt x="67425" y="345683"/>
                  <a:pt x="67848" y="344672"/>
                  <a:pt x="68256" y="343685"/>
                </a:cubicBezTo>
                <a:cubicBezTo>
                  <a:pt x="68665" y="342700"/>
                  <a:pt x="69160" y="341731"/>
                  <a:pt x="69631" y="340748"/>
                </a:cubicBezTo>
                <a:cubicBezTo>
                  <a:pt x="73224" y="333709"/>
                  <a:pt x="77870" y="327260"/>
                  <a:pt x="83408" y="321621"/>
                </a:cubicBezTo>
                <a:cubicBezTo>
                  <a:pt x="86057" y="319010"/>
                  <a:pt x="88892" y="316594"/>
                  <a:pt x="91890" y="314394"/>
                </a:cubicBezTo>
                <a:cubicBezTo>
                  <a:pt x="97754" y="310099"/>
                  <a:pt x="103998" y="306351"/>
                  <a:pt x="110545" y="303196"/>
                </a:cubicBezTo>
                <a:cubicBezTo>
                  <a:pt x="109633" y="308477"/>
                  <a:pt x="108478" y="313712"/>
                  <a:pt x="107082" y="318887"/>
                </a:cubicBezTo>
                <a:cubicBezTo>
                  <a:pt x="106629" y="320619"/>
                  <a:pt x="106238" y="322355"/>
                  <a:pt x="105722" y="324084"/>
                </a:cubicBezTo>
                <a:cubicBezTo>
                  <a:pt x="104746" y="327578"/>
                  <a:pt x="103576" y="331015"/>
                  <a:pt x="102221" y="334381"/>
                </a:cubicBezTo>
                <a:cubicBezTo>
                  <a:pt x="100777" y="337841"/>
                  <a:pt x="99207" y="341247"/>
                  <a:pt x="97516" y="344593"/>
                </a:cubicBezTo>
                <a:cubicBezTo>
                  <a:pt x="94065" y="351350"/>
                  <a:pt x="89419" y="358059"/>
                  <a:pt x="83450" y="364776"/>
                </a:cubicBezTo>
                <a:cubicBezTo>
                  <a:pt x="78638" y="370327"/>
                  <a:pt x="72725" y="375887"/>
                  <a:pt x="65639" y="381477"/>
                </a:cubicBezTo>
                <a:cubicBezTo>
                  <a:pt x="66620" y="387576"/>
                  <a:pt x="67702" y="393669"/>
                  <a:pt x="69161" y="399721"/>
                </a:cubicBezTo>
                <a:cubicBezTo>
                  <a:pt x="71832" y="412810"/>
                  <a:pt x="75312" y="425722"/>
                  <a:pt x="79315" y="438454"/>
                </a:cubicBezTo>
                <a:cubicBezTo>
                  <a:pt x="79321" y="435659"/>
                  <a:pt x="79408" y="432944"/>
                  <a:pt x="79728" y="430330"/>
                </a:cubicBezTo>
                <a:cubicBezTo>
                  <a:pt x="80951" y="420969"/>
                  <a:pt x="83253" y="412971"/>
                  <a:pt x="86718" y="405966"/>
                </a:cubicBezTo>
                <a:cubicBezTo>
                  <a:pt x="94006" y="391840"/>
                  <a:pt x="104352" y="382054"/>
                  <a:pt x="116384" y="373692"/>
                </a:cubicBezTo>
                <a:cubicBezTo>
                  <a:pt x="116325" y="375455"/>
                  <a:pt x="116240" y="377218"/>
                  <a:pt x="116129" y="378979"/>
                </a:cubicBezTo>
                <a:cubicBezTo>
                  <a:pt x="116011" y="380745"/>
                  <a:pt x="116044" y="382469"/>
                  <a:pt x="115964" y="384224"/>
                </a:cubicBezTo>
                <a:cubicBezTo>
                  <a:pt x="115723" y="389554"/>
                  <a:pt x="115129" y="394862"/>
                  <a:pt x="114186" y="400115"/>
                </a:cubicBezTo>
                <a:cubicBezTo>
                  <a:pt x="113868" y="401893"/>
                  <a:pt x="113625" y="403650"/>
                  <a:pt x="113282" y="405414"/>
                </a:cubicBezTo>
                <a:cubicBezTo>
                  <a:pt x="112558" y="408952"/>
                  <a:pt x="111658" y="412517"/>
                  <a:pt x="110429" y="416149"/>
                </a:cubicBezTo>
                <a:cubicBezTo>
                  <a:pt x="106303" y="428384"/>
                  <a:pt x="100112" y="439821"/>
                  <a:pt x="92127" y="449967"/>
                </a:cubicBezTo>
                <a:cubicBezTo>
                  <a:pt x="90138" y="452518"/>
                  <a:pt x="88065" y="455052"/>
                  <a:pt x="85853" y="457602"/>
                </a:cubicBezTo>
                <a:cubicBezTo>
                  <a:pt x="92615" y="475915"/>
                  <a:pt x="100642" y="493544"/>
                  <a:pt x="109599" y="510229"/>
                </a:cubicBezTo>
                <a:cubicBezTo>
                  <a:pt x="108870" y="505649"/>
                  <a:pt x="108456" y="501026"/>
                  <a:pt x="108358" y="496390"/>
                </a:cubicBezTo>
                <a:cubicBezTo>
                  <a:pt x="108287" y="494237"/>
                  <a:pt x="108371" y="492082"/>
                  <a:pt x="108608" y="489941"/>
                </a:cubicBezTo>
                <a:cubicBezTo>
                  <a:pt x="109482" y="482128"/>
                  <a:pt x="111565" y="474498"/>
                  <a:pt x="114782" y="467325"/>
                </a:cubicBezTo>
                <a:cubicBezTo>
                  <a:pt x="116279" y="464008"/>
                  <a:pt x="118273" y="460721"/>
                  <a:pt x="120253" y="457682"/>
                </a:cubicBezTo>
                <a:cubicBezTo>
                  <a:pt x="124303" y="451706"/>
                  <a:pt x="128912" y="446129"/>
                  <a:pt x="134018" y="441026"/>
                </a:cubicBezTo>
                <a:cubicBezTo>
                  <a:pt x="134931" y="446155"/>
                  <a:pt x="135595" y="451326"/>
                  <a:pt x="136008" y="456520"/>
                </a:cubicBezTo>
                <a:cubicBezTo>
                  <a:pt x="136205" y="458241"/>
                  <a:pt x="136401" y="459962"/>
                  <a:pt x="136545" y="461718"/>
                </a:cubicBezTo>
                <a:cubicBezTo>
                  <a:pt x="136967" y="467088"/>
                  <a:pt x="136940" y="472483"/>
                  <a:pt x="136463" y="477848"/>
                </a:cubicBezTo>
                <a:cubicBezTo>
                  <a:pt x="136303" y="479686"/>
                  <a:pt x="136194" y="481488"/>
                  <a:pt x="135982" y="483360"/>
                </a:cubicBezTo>
                <a:cubicBezTo>
                  <a:pt x="135008" y="491453"/>
                  <a:pt x="133056" y="499398"/>
                  <a:pt x="130170" y="507021"/>
                </a:cubicBezTo>
                <a:cubicBezTo>
                  <a:pt x="127807" y="513730"/>
                  <a:pt x="124498" y="520857"/>
                  <a:pt x="120186" y="528435"/>
                </a:cubicBezTo>
                <a:cubicBezTo>
                  <a:pt x="130547" y="545030"/>
                  <a:pt x="141817" y="560381"/>
                  <a:pt x="153536" y="574288"/>
                </a:cubicBezTo>
                <a:cubicBezTo>
                  <a:pt x="152785" y="572459"/>
                  <a:pt x="152122" y="570595"/>
                  <a:pt x="151550" y="568703"/>
                </a:cubicBezTo>
                <a:cubicBezTo>
                  <a:pt x="149013" y="559616"/>
                  <a:pt x="148062" y="551347"/>
                  <a:pt x="148525" y="543638"/>
                </a:cubicBezTo>
                <a:cubicBezTo>
                  <a:pt x="149199" y="535729"/>
                  <a:pt x="151065" y="528541"/>
                  <a:pt x="153700" y="521861"/>
                </a:cubicBezTo>
                <a:cubicBezTo>
                  <a:pt x="155053" y="518461"/>
                  <a:pt x="156542" y="515268"/>
                  <a:pt x="158242" y="512101"/>
                </a:cubicBezTo>
                <a:cubicBezTo>
                  <a:pt x="160002" y="508933"/>
                  <a:pt x="161887" y="505837"/>
                  <a:pt x="163891" y="502818"/>
                </a:cubicBezTo>
                <a:cubicBezTo>
                  <a:pt x="168712" y="515636"/>
                  <a:pt x="173021" y="528674"/>
                  <a:pt x="174281" y="543649"/>
                </a:cubicBezTo>
                <a:cubicBezTo>
                  <a:pt x="174696" y="551286"/>
                  <a:pt x="174789" y="559091"/>
                  <a:pt x="173485" y="567923"/>
                </a:cubicBezTo>
                <a:cubicBezTo>
                  <a:pt x="172871" y="572329"/>
                  <a:pt x="171932" y="576964"/>
                  <a:pt x="170666" y="581830"/>
                </a:cubicBezTo>
                <a:cubicBezTo>
                  <a:pt x="170010" y="584305"/>
                  <a:pt x="169325" y="586772"/>
                  <a:pt x="168612" y="589231"/>
                </a:cubicBezTo>
                <a:lnTo>
                  <a:pt x="168129" y="590625"/>
                </a:lnTo>
                <a:cubicBezTo>
                  <a:pt x="172964" y="595732"/>
                  <a:pt x="177810" y="600653"/>
                  <a:pt x="182651" y="605249"/>
                </a:cubicBezTo>
                <a:cubicBezTo>
                  <a:pt x="189052" y="610874"/>
                  <a:pt x="195169" y="616433"/>
                  <a:pt x="201172" y="621635"/>
                </a:cubicBezTo>
                <a:lnTo>
                  <a:pt x="209800" y="628417"/>
                </a:lnTo>
                <a:cubicBezTo>
                  <a:pt x="208866" y="626914"/>
                  <a:pt x="207909" y="625396"/>
                  <a:pt x="207073" y="623948"/>
                </a:cubicBezTo>
                <a:cubicBezTo>
                  <a:pt x="205935" y="621908"/>
                  <a:pt x="204907" y="619899"/>
                  <a:pt x="204004" y="617899"/>
                </a:cubicBezTo>
                <a:cubicBezTo>
                  <a:pt x="203101" y="615898"/>
                  <a:pt x="202416" y="613798"/>
                  <a:pt x="201751" y="611773"/>
                </a:cubicBezTo>
                <a:cubicBezTo>
                  <a:pt x="199408" y="604302"/>
                  <a:pt x="198242" y="596510"/>
                  <a:pt x="198295" y="588680"/>
                </a:cubicBezTo>
                <a:cubicBezTo>
                  <a:pt x="198447" y="584907"/>
                  <a:pt x="198891" y="581240"/>
                  <a:pt x="199533" y="577623"/>
                </a:cubicBezTo>
                <a:cubicBezTo>
                  <a:pt x="200802" y="570411"/>
                  <a:pt x="202961" y="563553"/>
                  <a:pt x="205529" y="556930"/>
                </a:cubicBezTo>
                <a:cubicBezTo>
                  <a:pt x="207436" y="559784"/>
                  <a:pt x="209250" y="562698"/>
                  <a:pt x="210970" y="565668"/>
                </a:cubicBezTo>
                <a:cubicBezTo>
                  <a:pt x="212740" y="568619"/>
                  <a:pt x="214256" y="571843"/>
                  <a:pt x="215974" y="574829"/>
                </a:cubicBezTo>
                <a:cubicBezTo>
                  <a:pt x="219426" y="581221"/>
                  <a:pt x="222160" y="587977"/>
                  <a:pt x="224124" y="594972"/>
                </a:cubicBezTo>
                <a:cubicBezTo>
                  <a:pt x="226393" y="602072"/>
                  <a:pt x="227892" y="609948"/>
                  <a:pt x="228349" y="618961"/>
                </a:cubicBezTo>
                <a:cubicBezTo>
                  <a:pt x="228702" y="626566"/>
                  <a:pt x="228494" y="634186"/>
                  <a:pt x="227729" y="641760"/>
                </a:cubicBezTo>
                <a:lnTo>
                  <a:pt x="236092" y="647553"/>
                </a:lnTo>
                <a:lnTo>
                  <a:pt x="240032" y="650311"/>
                </a:lnTo>
                <a:cubicBezTo>
                  <a:pt x="241431" y="651119"/>
                  <a:pt x="242778" y="651960"/>
                  <a:pt x="244077" y="652775"/>
                </a:cubicBezTo>
                <a:lnTo>
                  <a:pt x="251781" y="657480"/>
                </a:lnTo>
                <a:lnTo>
                  <a:pt x="258945" y="661841"/>
                </a:lnTo>
                <a:lnTo>
                  <a:pt x="260629" y="662878"/>
                </a:lnTo>
                <a:lnTo>
                  <a:pt x="261522" y="663393"/>
                </a:lnTo>
                <a:lnTo>
                  <a:pt x="261822" y="663598"/>
                </a:lnTo>
                <a:lnTo>
                  <a:pt x="262208" y="663821"/>
                </a:lnTo>
                <a:lnTo>
                  <a:pt x="265430" y="665649"/>
                </a:lnTo>
                <a:cubicBezTo>
                  <a:pt x="274178" y="670559"/>
                  <a:pt x="283091" y="675169"/>
                  <a:pt x="292154" y="679470"/>
                </a:cubicBezTo>
                <a:cubicBezTo>
                  <a:pt x="293743" y="680227"/>
                  <a:pt x="294520" y="682058"/>
                  <a:pt x="293818" y="683551"/>
                </a:cubicBezTo>
                <a:lnTo>
                  <a:pt x="291607" y="688160"/>
                </a:lnTo>
                <a:cubicBezTo>
                  <a:pt x="290882" y="689639"/>
                  <a:pt x="289024" y="690239"/>
                  <a:pt x="287338" y="689427"/>
                </a:cubicBezTo>
                <a:cubicBezTo>
                  <a:pt x="278151" y="684984"/>
                  <a:pt x="269117" y="680229"/>
                  <a:pt x="260254" y="675172"/>
                </a:cubicBezTo>
                <a:lnTo>
                  <a:pt x="256008" y="672721"/>
                </a:lnTo>
                <a:lnTo>
                  <a:pt x="255153" y="672195"/>
                </a:lnTo>
                <a:lnTo>
                  <a:pt x="253493" y="671172"/>
                </a:lnTo>
                <a:lnTo>
                  <a:pt x="246396" y="666753"/>
                </a:lnTo>
                <a:lnTo>
                  <a:pt x="238720" y="661999"/>
                </a:lnTo>
                <a:cubicBezTo>
                  <a:pt x="237434" y="661161"/>
                  <a:pt x="236087" y="660319"/>
                  <a:pt x="234702" y="659487"/>
                </a:cubicBezTo>
                <a:cubicBezTo>
                  <a:pt x="233359" y="658583"/>
                  <a:pt x="232019" y="657616"/>
                  <a:pt x="230655" y="656636"/>
                </a:cubicBezTo>
                <a:lnTo>
                  <a:pt x="221759" y="650374"/>
                </a:lnTo>
                <a:cubicBezTo>
                  <a:pt x="218986" y="651668"/>
                  <a:pt x="216221" y="652837"/>
                  <a:pt x="213442" y="653806"/>
                </a:cubicBezTo>
                <a:cubicBezTo>
                  <a:pt x="208597" y="655512"/>
                  <a:pt x="203720" y="656716"/>
                  <a:pt x="199216" y="657332"/>
                </a:cubicBezTo>
                <a:cubicBezTo>
                  <a:pt x="190027" y="658653"/>
                  <a:pt x="181064" y="658302"/>
                  <a:pt x="172399" y="656708"/>
                </a:cubicBezTo>
                <a:cubicBezTo>
                  <a:pt x="163846" y="654922"/>
                  <a:pt x="155755" y="651666"/>
                  <a:pt x="147806" y="647720"/>
                </a:cubicBezTo>
                <a:cubicBezTo>
                  <a:pt x="143765" y="645805"/>
                  <a:pt x="140131" y="643353"/>
                  <a:pt x="136373" y="640894"/>
                </a:cubicBezTo>
                <a:cubicBezTo>
                  <a:pt x="132680" y="638376"/>
                  <a:pt x="129044" y="635762"/>
                  <a:pt x="125414" y="633023"/>
                </a:cubicBezTo>
                <a:cubicBezTo>
                  <a:pt x="132962" y="631356"/>
                  <a:pt x="140603" y="630139"/>
                  <a:pt x="148295" y="629380"/>
                </a:cubicBezTo>
                <a:cubicBezTo>
                  <a:pt x="152176" y="629025"/>
                  <a:pt x="156071" y="628859"/>
                  <a:pt x="159968" y="628883"/>
                </a:cubicBezTo>
                <a:cubicBezTo>
                  <a:pt x="168347" y="628651"/>
                  <a:pt x="176723" y="629448"/>
                  <a:pt x="184908" y="631253"/>
                </a:cubicBezTo>
                <a:cubicBezTo>
                  <a:pt x="187052" y="631719"/>
                  <a:pt x="189188" y="632308"/>
                  <a:pt x="191438" y="632868"/>
                </a:cubicBezTo>
                <a:cubicBezTo>
                  <a:pt x="193736" y="633418"/>
                  <a:pt x="196017" y="634038"/>
                  <a:pt x="198277" y="634726"/>
                </a:cubicBezTo>
                <a:cubicBezTo>
                  <a:pt x="199968" y="635252"/>
                  <a:pt x="201679" y="635854"/>
                  <a:pt x="203389" y="636456"/>
                </a:cubicBezTo>
                <a:lnTo>
                  <a:pt x="194910" y="629694"/>
                </a:lnTo>
                <a:cubicBezTo>
                  <a:pt x="188767" y="624347"/>
                  <a:pt x="182574" y="618584"/>
                  <a:pt x="176073" y="612741"/>
                </a:cubicBezTo>
                <a:cubicBezTo>
                  <a:pt x="171034" y="607933"/>
                  <a:pt x="166016" y="602753"/>
                  <a:pt x="161020" y="597424"/>
                </a:cubicBezTo>
                <a:lnTo>
                  <a:pt x="159498" y="597832"/>
                </a:lnTo>
                <a:cubicBezTo>
                  <a:pt x="152226" y="599471"/>
                  <a:pt x="144765" y="600119"/>
                  <a:pt x="137320" y="599758"/>
                </a:cubicBezTo>
                <a:cubicBezTo>
                  <a:pt x="127942" y="599232"/>
                  <a:pt x="118975" y="597271"/>
                  <a:pt x="111107" y="593630"/>
                </a:cubicBezTo>
                <a:cubicBezTo>
                  <a:pt x="94900" y="586716"/>
                  <a:pt x="81452" y="574578"/>
                  <a:pt x="69816" y="560752"/>
                </a:cubicBezTo>
                <a:cubicBezTo>
                  <a:pt x="73625" y="560769"/>
                  <a:pt x="77435" y="560877"/>
                  <a:pt x="81239" y="561076"/>
                </a:cubicBezTo>
                <a:cubicBezTo>
                  <a:pt x="85141" y="561245"/>
                  <a:pt x="89035" y="561541"/>
                  <a:pt x="92916" y="561963"/>
                </a:cubicBezTo>
                <a:cubicBezTo>
                  <a:pt x="100861" y="562770"/>
                  <a:pt x="108697" y="564415"/>
                  <a:pt x="116295" y="566874"/>
                </a:cubicBezTo>
                <a:cubicBezTo>
                  <a:pt x="124846" y="569411"/>
                  <a:pt x="133054" y="572984"/>
                  <a:pt x="140738" y="577513"/>
                </a:cubicBezTo>
                <a:lnTo>
                  <a:pt x="146383" y="580772"/>
                </a:lnTo>
                <a:cubicBezTo>
                  <a:pt x="133933" y="565758"/>
                  <a:pt x="122575" y="549872"/>
                  <a:pt x="112398" y="533233"/>
                </a:cubicBezTo>
                <a:cubicBezTo>
                  <a:pt x="103698" y="533485"/>
                  <a:pt x="95642" y="532565"/>
                  <a:pt x="88167" y="530694"/>
                </a:cubicBezTo>
                <a:cubicBezTo>
                  <a:pt x="79088" y="528314"/>
                  <a:pt x="71180" y="524295"/>
                  <a:pt x="63854" y="519326"/>
                </a:cubicBezTo>
                <a:cubicBezTo>
                  <a:pt x="60237" y="516871"/>
                  <a:pt x="56865" y="514074"/>
                  <a:pt x="53786" y="510972"/>
                </a:cubicBezTo>
                <a:cubicBezTo>
                  <a:pt x="49053" y="506352"/>
                  <a:pt x="44696" y="501362"/>
                  <a:pt x="40754" y="496051"/>
                </a:cubicBezTo>
                <a:cubicBezTo>
                  <a:pt x="37017" y="490501"/>
                  <a:pt x="33504" y="484804"/>
                  <a:pt x="30224" y="478971"/>
                </a:cubicBezTo>
                <a:cubicBezTo>
                  <a:pt x="41671" y="481005"/>
                  <a:pt x="52850" y="484329"/>
                  <a:pt x="63547" y="488883"/>
                </a:cubicBezTo>
                <a:cubicBezTo>
                  <a:pt x="71268" y="492080"/>
                  <a:pt x="78594" y="496159"/>
                  <a:pt x="85380" y="501038"/>
                </a:cubicBezTo>
                <a:lnTo>
                  <a:pt x="90841" y="505059"/>
                </a:lnTo>
                <a:cubicBezTo>
                  <a:pt x="94681" y="507990"/>
                  <a:pt x="98325" y="511168"/>
                  <a:pt x="101750" y="514574"/>
                </a:cubicBezTo>
                <a:lnTo>
                  <a:pt x="101696" y="514446"/>
                </a:lnTo>
                <a:lnTo>
                  <a:pt x="98096" y="507480"/>
                </a:lnTo>
                <a:lnTo>
                  <a:pt x="94500" y="500450"/>
                </a:lnTo>
                <a:cubicBezTo>
                  <a:pt x="93267" y="498129"/>
                  <a:pt x="92317" y="495652"/>
                  <a:pt x="91187" y="493263"/>
                </a:cubicBezTo>
                <a:lnTo>
                  <a:pt x="84736" y="478700"/>
                </a:lnTo>
                <a:cubicBezTo>
                  <a:pt x="82813" y="473730"/>
                  <a:pt x="80942" y="468726"/>
                  <a:pt x="79023" y="463694"/>
                </a:cubicBezTo>
                <a:lnTo>
                  <a:pt x="77872" y="460617"/>
                </a:lnTo>
                <a:cubicBezTo>
                  <a:pt x="69721" y="459325"/>
                  <a:pt x="61805" y="456836"/>
                  <a:pt x="54381" y="453230"/>
                </a:cubicBezTo>
                <a:cubicBezTo>
                  <a:pt x="45956" y="449105"/>
                  <a:pt x="38600" y="443797"/>
                  <a:pt x="32741" y="437455"/>
                </a:cubicBezTo>
                <a:cubicBezTo>
                  <a:pt x="29736" y="434305"/>
                  <a:pt x="26966" y="430969"/>
                  <a:pt x="24408" y="427434"/>
                </a:cubicBezTo>
                <a:cubicBezTo>
                  <a:pt x="23165" y="425687"/>
                  <a:pt x="21825" y="423884"/>
                  <a:pt x="20753" y="422011"/>
                </a:cubicBezTo>
                <a:cubicBezTo>
                  <a:pt x="17480" y="416326"/>
                  <a:pt x="14545" y="410453"/>
                  <a:pt x="11962" y="404424"/>
                </a:cubicBezTo>
                <a:cubicBezTo>
                  <a:pt x="11135" y="402403"/>
                  <a:pt x="10197" y="400350"/>
                  <a:pt x="9499" y="398273"/>
                </a:cubicBezTo>
                <a:cubicBezTo>
                  <a:pt x="8775" y="396183"/>
                  <a:pt x="8114" y="394097"/>
                  <a:pt x="7429" y="391997"/>
                </a:cubicBezTo>
                <a:cubicBezTo>
                  <a:pt x="21313" y="397698"/>
                  <a:pt x="35618" y="404284"/>
                  <a:pt x="48005" y="414973"/>
                </a:cubicBezTo>
                <a:cubicBezTo>
                  <a:pt x="54376" y="420260"/>
                  <a:pt x="60678" y="426503"/>
                  <a:pt x="66344" y="434181"/>
                </a:cubicBezTo>
                <a:cubicBezTo>
                  <a:pt x="67972" y="436375"/>
                  <a:pt x="69706" y="438663"/>
                  <a:pt x="71409" y="441061"/>
                </a:cubicBezTo>
                <a:lnTo>
                  <a:pt x="71338" y="440795"/>
                </a:lnTo>
                <a:cubicBezTo>
                  <a:pt x="70568" y="438228"/>
                  <a:pt x="69623" y="435688"/>
                  <a:pt x="69006" y="433080"/>
                </a:cubicBezTo>
                <a:lnTo>
                  <a:pt x="64915" y="417436"/>
                </a:lnTo>
                <a:lnTo>
                  <a:pt x="63927" y="413520"/>
                </a:lnTo>
                <a:cubicBezTo>
                  <a:pt x="63581" y="412227"/>
                  <a:pt x="63349" y="410902"/>
                  <a:pt x="63078" y="409588"/>
                </a:cubicBezTo>
                <a:lnTo>
                  <a:pt x="61444" y="401666"/>
                </a:lnTo>
                <a:cubicBezTo>
                  <a:pt x="60101" y="395358"/>
                  <a:pt x="58982" y="389052"/>
                  <a:pt x="57939" y="382725"/>
                </a:cubicBezTo>
                <a:cubicBezTo>
                  <a:pt x="49489" y="379646"/>
                  <a:pt x="42081" y="375820"/>
                  <a:pt x="35682" y="371194"/>
                </a:cubicBezTo>
                <a:cubicBezTo>
                  <a:pt x="25066" y="363238"/>
                  <a:pt x="16558" y="352805"/>
                  <a:pt x="10901" y="340805"/>
                </a:cubicBezTo>
                <a:cubicBezTo>
                  <a:pt x="8134" y="334941"/>
                  <a:pt x="5833" y="328870"/>
                  <a:pt x="4017" y="322646"/>
                </a:cubicBezTo>
                <a:cubicBezTo>
                  <a:pt x="2432" y="316309"/>
                  <a:pt x="1105" y="309910"/>
                  <a:pt x="39" y="303464"/>
                </a:cubicBezTo>
                <a:cubicBezTo>
                  <a:pt x="6654" y="307322"/>
                  <a:pt x="13016" y="311597"/>
                  <a:pt x="19088" y="316263"/>
                </a:cubicBezTo>
                <a:cubicBezTo>
                  <a:pt x="25302" y="321206"/>
                  <a:pt x="31074" y="326679"/>
                  <a:pt x="36338" y="332623"/>
                </a:cubicBezTo>
                <a:cubicBezTo>
                  <a:pt x="39019" y="335779"/>
                  <a:pt x="41588" y="339127"/>
                  <a:pt x="43962" y="342814"/>
                </a:cubicBezTo>
                <a:lnTo>
                  <a:pt x="47578" y="348472"/>
                </a:lnTo>
                <a:cubicBezTo>
                  <a:pt x="50528" y="353294"/>
                  <a:pt x="53100" y="358339"/>
                  <a:pt x="55271" y="363559"/>
                </a:cubicBezTo>
                <a:cubicBezTo>
                  <a:pt x="52916" y="343390"/>
                  <a:pt x="51775" y="323099"/>
                  <a:pt x="51855" y="302793"/>
                </a:cubicBezTo>
                <a:cubicBezTo>
                  <a:pt x="48495" y="300982"/>
                  <a:pt x="45315" y="299081"/>
                  <a:pt x="42442" y="297037"/>
                </a:cubicBezTo>
                <a:cubicBezTo>
                  <a:pt x="38351" y="294096"/>
                  <a:pt x="34696" y="290957"/>
                  <a:pt x="31449" y="287667"/>
                </a:cubicBezTo>
                <a:cubicBezTo>
                  <a:pt x="24945" y="281049"/>
                  <a:pt x="19671" y="273695"/>
                  <a:pt x="16178" y="265985"/>
                </a:cubicBezTo>
                <a:cubicBezTo>
                  <a:pt x="13464" y="260158"/>
                  <a:pt x="11330" y="254078"/>
                  <a:pt x="9805" y="247832"/>
                </a:cubicBezTo>
                <a:cubicBezTo>
                  <a:pt x="9245" y="245740"/>
                  <a:pt x="8933" y="243662"/>
                  <a:pt x="8548" y="241542"/>
                </a:cubicBezTo>
                <a:cubicBezTo>
                  <a:pt x="7144" y="233026"/>
                  <a:pt x="6417" y="224412"/>
                  <a:pt x="6376" y="215780"/>
                </a:cubicBezTo>
                <a:cubicBezTo>
                  <a:pt x="12317" y="220572"/>
                  <a:pt x="17980" y="225700"/>
                  <a:pt x="23337" y="231137"/>
                </a:cubicBezTo>
                <a:cubicBezTo>
                  <a:pt x="28850" y="236800"/>
                  <a:pt x="33714" y="243061"/>
                  <a:pt x="37840" y="249802"/>
                </a:cubicBezTo>
                <a:cubicBezTo>
                  <a:pt x="42603" y="257264"/>
                  <a:pt x="46365" y="265318"/>
                  <a:pt x="49030" y="273760"/>
                </a:cubicBezTo>
                <a:cubicBezTo>
                  <a:pt x="50219" y="277249"/>
                  <a:pt x="51269" y="280783"/>
                  <a:pt x="52176" y="284356"/>
                </a:cubicBezTo>
                <a:lnTo>
                  <a:pt x="52411" y="277319"/>
                </a:lnTo>
                <a:cubicBezTo>
                  <a:pt x="53376" y="258322"/>
                  <a:pt x="55368" y="240110"/>
                  <a:pt x="57974" y="222895"/>
                </a:cubicBezTo>
                <a:cubicBezTo>
                  <a:pt x="50574" y="217272"/>
                  <a:pt x="44486" y="211216"/>
                  <a:pt x="39643" y="204786"/>
                </a:cubicBezTo>
                <a:cubicBezTo>
                  <a:pt x="38246" y="202918"/>
                  <a:pt x="36924" y="201029"/>
                  <a:pt x="35716" y="199109"/>
                </a:cubicBezTo>
                <a:cubicBezTo>
                  <a:pt x="30137" y="189821"/>
                  <a:pt x="26383" y="179554"/>
                  <a:pt x="24654" y="168858"/>
                </a:cubicBezTo>
                <a:cubicBezTo>
                  <a:pt x="24035" y="164665"/>
                  <a:pt x="23639" y="160443"/>
                  <a:pt x="23466" y="156208"/>
                </a:cubicBezTo>
                <a:cubicBezTo>
                  <a:pt x="23285" y="151954"/>
                  <a:pt x="23255" y="147659"/>
                  <a:pt x="23475" y="143380"/>
                </a:cubicBezTo>
                <a:cubicBezTo>
                  <a:pt x="23778" y="139098"/>
                  <a:pt x="24197" y="134824"/>
                  <a:pt x="24731" y="130564"/>
                </a:cubicBezTo>
                <a:cubicBezTo>
                  <a:pt x="29916" y="136067"/>
                  <a:pt x="34904" y="141745"/>
                  <a:pt x="39375" y="147928"/>
                </a:cubicBezTo>
                <a:cubicBezTo>
                  <a:pt x="44138" y="154282"/>
                  <a:pt x="48179" y="161146"/>
                  <a:pt x="51424" y="168393"/>
                </a:cubicBezTo>
                <a:cubicBezTo>
                  <a:pt x="56571" y="180253"/>
                  <a:pt x="59746" y="192874"/>
                  <a:pt x="60824" y="205758"/>
                </a:cubicBezTo>
                <a:cubicBezTo>
                  <a:pt x="64582" y="185178"/>
                  <a:pt x="69371" y="164799"/>
                  <a:pt x="75171" y="144698"/>
                </a:cubicBezTo>
                <a:cubicBezTo>
                  <a:pt x="72296" y="141880"/>
                  <a:pt x="69596" y="139036"/>
                  <a:pt x="67249" y="136137"/>
                </a:cubicBezTo>
                <a:cubicBezTo>
                  <a:pt x="64068" y="132177"/>
                  <a:pt x="61253" y="128139"/>
                  <a:pt x="59074" y="124115"/>
                </a:cubicBezTo>
                <a:cubicBezTo>
                  <a:pt x="54618" y="116011"/>
                  <a:pt x="51798" y="107693"/>
                  <a:pt x="50156" y="99283"/>
                </a:cubicBezTo>
                <a:cubicBezTo>
                  <a:pt x="48701" y="90885"/>
                  <a:pt x="48607" y="82468"/>
                  <a:pt x="49205" y="73969"/>
                </a:cubicBezTo>
                <a:cubicBezTo>
                  <a:pt x="49449" y="69703"/>
                  <a:pt x="50186" y="65529"/>
                  <a:pt x="50937" y="61331"/>
                </a:cubicBezTo>
                <a:cubicBezTo>
                  <a:pt x="51736" y="57161"/>
                  <a:pt x="52650" y="52961"/>
                  <a:pt x="53687" y="48768"/>
                </a:cubicBezTo>
                <a:cubicBezTo>
                  <a:pt x="58186" y="54903"/>
                  <a:pt x="62453" y="61161"/>
                  <a:pt x="66144" y="67860"/>
                </a:cubicBezTo>
              </a:path>
            </a:pathLst>
          </a:custGeom>
          <a:gradFill>
            <a:gsLst>
              <a:gs pos="26000">
                <a:srgbClr val="37A8D3"/>
              </a:gs>
              <a:gs pos="100000">
                <a:srgbClr val="0F46A0"/>
              </a:gs>
            </a:gsLst>
            <a:lin ang="8100000" scaled="0"/>
          </a:gradFill>
          <a:ln>
            <a:noFill/>
          </a:ln>
          <a:effectLst/>
        </p:spPr>
        <p:txBody>
          <a:bodyPr rot="0" spcFirstLastPara="0" vertOverflow="overflow" horzOverflow="overflow" vert="horz" wrap="square" lIns="84125" tIns="42062" rIns="84125" bIns="42062" numCol="1" spcCol="0" rtlCol="0" fromWordArt="0" anchor="t" anchorCtr="0" forceAA="0" compatLnSpc="1">
            <a:noAutofit/>
          </a:bodyPr>
          <a:lstStyle/>
          <a:p>
            <a:pPr marL="0" marR="0" lvl="0" indent="0" algn="ctr" defTabSz="45720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zh-CN" altLang="en-US" sz="10800" b="0" i="0" u="none" strike="noStrike" kern="1200" cap="none" spc="-300" normalizeH="0" baseline="0" noProof="0">
              <a:ln>
                <a:noFill/>
              </a:ln>
              <a:gradFill>
                <a:gsLst>
                  <a:gs pos="6000">
                    <a:srgbClr val="0B9BF6"/>
                  </a:gs>
                  <a:gs pos="92000">
                    <a:srgbClr val="0F46A0"/>
                  </a:gs>
                </a:gsLst>
                <a:lin ang="8100000" scaled="0"/>
              </a:gradFill>
              <a:effectLst>
                <a:outerShdw blurRad="32715" dist="32715" dir="5400000" algn="ctr" rotWithShape="0">
                  <a:srgbClr val="0F46A0">
                    <a:alpha val="20000"/>
                  </a:srgbClr>
                </a:outerShdw>
              </a:effectLst>
              <a:uLnTx/>
              <a:uFillTx/>
              <a:latin typeface="Arial"/>
              <a:ea typeface="汉仪心海行楷W" panose="00020600040101010101" pitchFamily="18" charset="-122"/>
              <a:cs typeface="演示流云楷" panose="02000600000000000000" pitchFamily="2" charset="-122"/>
              <a:sym typeface="+mn-ea"/>
            </a:endParaRPr>
          </a:p>
        </p:txBody>
      </p:sp>
      <p:sp>
        <p:nvSpPr>
          <p:cNvPr id="40" name="图形 30">
            <a:extLst>
              <a:ext uri="{FF2B5EF4-FFF2-40B4-BE49-F238E27FC236}">
                <a16:creationId xmlns:a16="http://schemas.microsoft.com/office/drawing/2014/main" id="{B11EA550-1457-2858-2E56-FFD23B777AEE}"/>
              </a:ext>
            </a:extLst>
          </p:cNvPr>
          <p:cNvSpPr/>
          <p:nvPr/>
        </p:nvSpPr>
        <p:spPr>
          <a:xfrm flipH="1">
            <a:off x="2287785" y="5764554"/>
            <a:ext cx="234000" cy="482400"/>
          </a:xfrm>
          <a:custGeom>
            <a:avLst/>
            <a:gdLst>
              <a:gd name="connsiteX0" fmla="*/ 66144 w 293498"/>
              <a:gd name="connsiteY0" fmla="*/ 67860 h 689544"/>
              <a:gd name="connsiteX1" fmla="*/ 71197 w 293498"/>
              <a:gd name="connsiteY1" fmla="*/ 78271 h 689544"/>
              <a:gd name="connsiteX2" fmla="*/ 78336 w 293498"/>
              <a:gd name="connsiteY2" fmla="*/ 101948 h 689544"/>
              <a:gd name="connsiteX3" fmla="*/ 79212 w 293498"/>
              <a:gd name="connsiteY3" fmla="*/ 108565 h 689544"/>
              <a:gd name="connsiteX4" fmla="*/ 79909 w 293498"/>
              <a:gd name="connsiteY4" fmla="*/ 128972 h 689544"/>
              <a:gd name="connsiteX5" fmla="*/ 90184 w 293498"/>
              <a:gd name="connsiteY5" fmla="*/ 99364 h 689544"/>
              <a:gd name="connsiteX6" fmla="*/ 93687 w 293498"/>
              <a:gd name="connsiteY6" fmla="*/ 90066 h 689544"/>
              <a:gd name="connsiteX7" fmla="*/ 93500 w 293498"/>
              <a:gd name="connsiteY7" fmla="*/ 87160 h 689544"/>
              <a:gd name="connsiteX8" fmla="*/ 95561 w 293498"/>
              <a:gd name="connsiteY8" fmla="*/ 62812 h 689544"/>
              <a:gd name="connsiteX9" fmla="*/ 99658 w 293498"/>
              <a:gd name="connsiteY9" fmla="*/ 48807 h 689544"/>
              <a:gd name="connsiteX10" fmla="*/ 105321 w 293498"/>
              <a:gd name="connsiteY10" fmla="*/ 36381 h 689544"/>
              <a:gd name="connsiteX11" fmla="*/ 120748 w 293498"/>
              <a:gd name="connsiteY11" fmla="*/ 15955 h 689544"/>
              <a:gd name="connsiteX12" fmla="*/ 139586 w 293498"/>
              <a:gd name="connsiteY12" fmla="*/ 39 h 689544"/>
              <a:gd name="connsiteX13" fmla="*/ 136265 w 293498"/>
              <a:gd name="connsiteY13" fmla="*/ 24174 h 689544"/>
              <a:gd name="connsiteX14" fmla="*/ 129270 w 293498"/>
              <a:gd name="connsiteY14" fmla="*/ 47989 h 689544"/>
              <a:gd name="connsiteX15" fmla="*/ 123655 w 293498"/>
              <a:gd name="connsiteY15" fmla="*/ 59831 h 689544"/>
              <a:gd name="connsiteX16" fmla="*/ 116043 w 293498"/>
              <a:gd name="connsiteY16" fmla="*/ 71679 h 689544"/>
              <a:gd name="connsiteX17" fmla="*/ 106381 w 293498"/>
              <a:gd name="connsiteY17" fmla="*/ 83790 h 689544"/>
              <a:gd name="connsiteX18" fmla="*/ 100535 w 293498"/>
              <a:gd name="connsiteY18" fmla="*/ 89903 h 689544"/>
              <a:gd name="connsiteX19" fmla="*/ 98571 w 293498"/>
              <a:gd name="connsiteY19" fmla="*/ 91856 h 689544"/>
              <a:gd name="connsiteX20" fmla="*/ 95168 w 293498"/>
              <a:gd name="connsiteY20" fmla="*/ 101149 h 689544"/>
              <a:gd name="connsiteX21" fmla="*/ 85198 w 293498"/>
              <a:gd name="connsiteY21" fmla="*/ 130675 h 689544"/>
              <a:gd name="connsiteX22" fmla="*/ 97685 w 293498"/>
              <a:gd name="connsiteY22" fmla="*/ 114952 h 689544"/>
              <a:gd name="connsiteX23" fmla="*/ 122944 w 293498"/>
              <a:gd name="connsiteY23" fmla="*/ 98498 h 689544"/>
              <a:gd name="connsiteX24" fmla="*/ 133675 w 293498"/>
              <a:gd name="connsiteY24" fmla="*/ 95174 h 689544"/>
              <a:gd name="connsiteX25" fmla="*/ 155299 w 293498"/>
              <a:gd name="connsiteY25" fmla="*/ 92092 h 689544"/>
              <a:gd name="connsiteX26" fmla="*/ 149117 w 293498"/>
              <a:gd name="connsiteY26" fmla="*/ 101130 h 689544"/>
              <a:gd name="connsiteX27" fmla="*/ 142359 w 293498"/>
              <a:gd name="connsiteY27" fmla="*/ 109772 h 689544"/>
              <a:gd name="connsiteX28" fmla="*/ 126309 w 293498"/>
              <a:gd name="connsiteY28" fmla="*/ 125593 h 689544"/>
              <a:gd name="connsiteX29" fmla="*/ 105074 w 293498"/>
              <a:gd name="connsiteY29" fmla="*/ 138420 h 689544"/>
              <a:gd name="connsiteX30" fmla="*/ 91847 w 293498"/>
              <a:gd name="connsiteY30" fmla="*/ 143391 h 689544"/>
              <a:gd name="connsiteX31" fmla="*/ 80640 w 293498"/>
              <a:gd name="connsiteY31" fmla="*/ 146312 h 689544"/>
              <a:gd name="connsiteX32" fmla="*/ 67065 w 293498"/>
              <a:gd name="connsiteY32" fmla="*/ 206370 h 689544"/>
              <a:gd name="connsiteX33" fmla="*/ 80993 w 293498"/>
              <a:gd name="connsiteY33" fmla="*/ 185754 h 689544"/>
              <a:gd name="connsiteX34" fmla="*/ 90099 w 293498"/>
              <a:gd name="connsiteY34" fmla="*/ 177503 h 689544"/>
              <a:gd name="connsiteX35" fmla="*/ 109789 w 293498"/>
              <a:gd name="connsiteY35" fmla="*/ 166518 h 689544"/>
              <a:gd name="connsiteX36" fmla="*/ 130996 w 293498"/>
              <a:gd name="connsiteY36" fmla="*/ 160815 h 689544"/>
              <a:gd name="connsiteX37" fmla="*/ 125875 w 293498"/>
              <a:gd name="connsiteY37" fmla="*/ 170466 h 689544"/>
              <a:gd name="connsiteX38" fmla="*/ 120415 w 293498"/>
              <a:gd name="connsiteY38" fmla="*/ 179922 h 689544"/>
              <a:gd name="connsiteX39" fmla="*/ 113969 w 293498"/>
              <a:gd name="connsiteY39" fmla="*/ 188969 h 689544"/>
              <a:gd name="connsiteX40" fmla="*/ 106565 w 293498"/>
              <a:gd name="connsiteY40" fmla="*/ 197560 h 689544"/>
              <a:gd name="connsiteX41" fmla="*/ 92569 w 293498"/>
              <a:gd name="connsiteY41" fmla="*/ 209323 h 689544"/>
              <a:gd name="connsiteX42" fmla="*/ 87160 w 293498"/>
              <a:gd name="connsiteY42" fmla="*/ 212955 h 689544"/>
              <a:gd name="connsiteX43" fmla="*/ 64296 w 293498"/>
              <a:gd name="connsiteY43" fmla="*/ 223811 h 689544"/>
              <a:gd name="connsiteX44" fmla="*/ 59282 w 293498"/>
              <a:gd name="connsiteY44" fmla="*/ 277395 h 689544"/>
              <a:gd name="connsiteX45" fmla="*/ 59102 w 293498"/>
              <a:gd name="connsiteY45" fmla="*/ 284560 h 689544"/>
              <a:gd name="connsiteX46" fmla="*/ 62912 w 293498"/>
              <a:gd name="connsiteY46" fmla="*/ 274505 h 689544"/>
              <a:gd name="connsiteX47" fmla="*/ 77399 w 293498"/>
              <a:gd name="connsiteY47" fmla="*/ 253537 h 689544"/>
              <a:gd name="connsiteX48" fmla="*/ 95628 w 293498"/>
              <a:gd name="connsiteY48" fmla="*/ 240068 h 689544"/>
              <a:gd name="connsiteX49" fmla="*/ 115700 w 293498"/>
              <a:gd name="connsiteY49" fmla="*/ 231652 h 689544"/>
              <a:gd name="connsiteX50" fmla="*/ 112083 w 293498"/>
              <a:gd name="connsiteY50" fmla="*/ 241817 h 689544"/>
              <a:gd name="connsiteX51" fmla="*/ 107837 w 293498"/>
              <a:gd name="connsiteY51" fmla="*/ 251845 h 689544"/>
              <a:gd name="connsiteX52" fmla="*/ 105359 w 293498"/>
              <a:gd name="connsiteY52" fmla="*/ 256750 h 689544"/>
              <a:gd name="connsiteX53" fmla="*/ 96588 w 293498"/>
              <a:gd name="connsiteY53" fmla="*/ 271048 h 689544"/>
              <a:gd name="connsiteX54" fmla="*/ 68073 w 293498"/>
              <a:gd name="connsiteY54" fmla="*/ 297265 h 689544"/>
              <a:gd name="connsiteX55" fmla="*/ 58855 w 293498"/>
              <a:gd name="connsiteY55" fmla="*/ 302814 h 689544"/>
              <a:gd name="connsiteX56" fmla="*/ 58918 w 293498"/>
              <a:gd name="connsiteY56" fmla="*/ 307161 h 689544"/>
              <a:gd name="connsiteX57" fmla="*/ 59255 w 293498"/>
              <a:gd name="connsiteY57" fmla="*/ 322343 h 689544"/>
              <a:gd name="connsiteX58" fmla="*/ 60254 w 293498"/>
              <a:gd name="connsiteY58" fmla="*/ 337714 h 689544"/>
              <a:gd name="connsiteX59" fmla="*/ 60814 w 293498"/>
              <a:gd name="connsiteY59" fmla="*/ 345435 h 689544"/>
              <a:gd name="connsiteX60" fmla="*/ 61699 w 293498"/>
              <a:gd name="connsiteY60" fmla="*/ 353150 h 689544"/>
              <a:gd name="connsiteX61" fmla="*/ 62756 w 293498"/>
              <a:gd name="connsiteY61" fmla="*/ 362348 h 689544"/>
              <a:gd name="connsiteX62" fmla="*/ 67051 w 293498"/>
              <a:gd name="connsiteY62" fmla="*/ 346721 h 689544"/>
              <a:gd name="connsiteX63" fmla="*/ 68256 w 293498"/>
              <a:gd name="connsiteY63" fmla="*/ 343685 h 689544"/>
              <a:gd name="connsiteX64" fmla="*/ 69631 w 293498"/>
              <a:gd name="connsiteY64" fmla="*/ 340748 h 689544"/>
              <a:gd name="connsiteX65" fmla="*/ 83408 w 293498"/>
              <a:gd name="connsiteY65" fmla="*/ 321621 h 689544"/>
              <a:gd name="connsiteX66" fmla="*/ 91890 w 293498"/>
              <a:gd name="connsiteY66" fmla="*/ 314394 h 689544"/>
              <a:gd name="connsiteX67" fmla="*/ 110545 w 293498"/>
              <a:gd name="connsiteY67" fmla="*/ 303196 h 689544"/>
              <a:gd name="connsiteX68" fmla="*/ 107082 w 293498"/>
              <a:gd name="connsiteY68" fmla="*/ 318887 h 689544"/>
              <a:gd name="connsiteX69" fmla="*/ 105722 w 293498"/>
              <a:gd name="connsiteY69" fmla="*/ 324084 h 689544"/>
              <a:gd name="connsiteX70" fmla="*/ 102221 w 293498"/>
              <a:gd name="connsiteY70" fmla="*/ 334381 h 689544"/>
              <a:gd name="connsiteX71" fmla="*/ 97516 w 293498"/>
              <a:gd name="connsiteY71" fmla="*/ 344593 h 689544"/>
              <a:gd name="connsiteX72" fmla="*/ 83450 w 293498"/>
              <a:gd name="connsiteY72" fmla="*/ 364776 h 689544"/>
              <a:gd name="connsiteX73" fmla="*/ 65639 w 293498"/>
              <a:gd name="connsiteY73" fmla="*/ 381477 h 689544"/>
              <a:gd name="connsiteX74" fmla="*/ 69161 w 293498"/>
              <a:gd name="connsiteY74" fmla="*/ 399721 h 689544"/>
              <a:gd name="connsiteX75" fmla="*/ 79315 w 293498"/>
              <a:gd name="connsiteY75" fmla="*/ 438454 h 689544"/>
              <a:gd name="connsiteX76" fmla="*/ 79728 w 293498"/>
              <a:gd name="connsiteY76" fmla="*/ 430330 h 689544"/>
              <a:gd name="connsiteX77" fmla="*/ 86718 w 293498"/>
              <a:gd name="connsiteY77" fmla="*/ 405966 h 689544"/>
              <a:gd name="connsiteX78" fmla="*/ 116384 w 293498"/>
              <a:gd name="connsiteY78" fmla="*/ 373692 h 689544"/>
              <a:gd name="connsiteX79" fmla="*/ 116129 w 293498"/>
              <a:gd name="connsiteY79" fmla="*/ 378979 h 689544"/>
              <a:gd name="connsiteX80" fmla="*/ 115964 w 293498"/>
              <a:gd name="connsiteY80" fmla="*/ 384224 h 689544"/>
              <a:gd name="connsiteX81" fmla="*/ 114186 w 293498"/>
              <a:gd name="connsiteY81" fmla="*/ 400115 h 689544"/>
              <a:gd name="connsiteX82" fmla="*/ 113282 w 293498"/>
              <a:gd name="connsiteY82" fmla="*/ 405414 h 689544"/>
              <a:gd name="connsiteX83" fmla="*/ 110429 w 293498"/>
              <a:gd name="connsiteY83" fmla="*/ 416149 h 689544"/>
              <a:gd name="connsiteX84" fmla="*/ 92127 w 293498"/>
              <a:gd name="connsiteY84" fmla="*/ 449967 h 689544"/>
              <a:gd name="connsiteX85" fmla="*/ 85853 w 293498"/>
              <a:gd name="connsiteY85" fmla="*/ 457602 h 689544"/>
              <a:gd name="connsiteX86" fmla="*/ 109599 w 293498"/>
              <a:gd name="connsiteY86" fmla="*/ 510229 h 689544"/>
              <a:gd name="connsiteX87" fmla="*/ 108358 w 293498"/>
              <a:gd name="connsiteY87" fmla="*/ 496390 h 689544"/>
              <a:gd name="connsiteX88" fmla="*/ 108608 w 293498"/>
              <a:gd name="connsiteY88" fmla="*/ 489941 h 689544"/>
              <a:gd name="connsiteX89" fmla="*/ 114782 w 293498"/>
              <a:gd name="connsiteY89" fmla="*/ 467325 h 689544"/>
              <a:gd name="connsiteX90" fmla="*/ 120253 w 293498"/>
              <a:gd name="connsiteY90" fmla="*/ 457682 h 689544"/>
              <a:gd name="connsiteX91" fmla="*/ 134018 w 293498"/>
              <a:gd name="connsiteY91" fmla="*/ 441026 h 689544"/>
              <a:gd name="connsiteX92" fmla="*/ 136008 w 293498"/>
              <a:gd name="connsiteY92" fmla="*/ 456520 h 689544"/>
              <a:gd name="connsiteX93" fmla="*/ 136545 w 293498"/>
              <a:gd name="connsiteY93" fmla="*/ 461718 h 689544"/>
              <a:gd name="connsiteX94" fmla="*/ 136463 w 293498"/>
              <a:gd name="connsiteY94" fmla="*/ 477848 h 689544"/>
              <a:gd name="connsiteX95" fmla="*/ 135982 w 293498"/>
              <a:gd name="connsiteY95" fmla="*/ 483360 h 689544"/>
              <a:gd name="connsiteX96" fmla="*/ 130170 w 293498"/>
              <a:gd name="connsiteY96" fmla="*/ 507021 h 689544"/>
              <a:gd name="connsiteX97" fmla="*/ 120186 w 293498"/>
              <a:gd name="connsiteY97" fmla="*/ 528435 h 689544"/>
              <a:gd name="connsiteX98" fmla="*/ 153536 w 293498"/>
              <a:gd name="connsiteY98" fmla="*/ 574288 h 689544"/>
              <a:gd name="connsiteX99" fmla="*/ 151550 w 293498"/>
              <a:gd name="connsiteY99" fmla="*/ 568703 h 689544"/>
              <a:gd name="connsiteX100" fmla="*/ 148525 w 293498"/>
              <a:gd name="connsiteY100" fmla="*/ 543638 h 689544"/>
              <a:gd name="connsiteX101" fmla="*/ 153700 w 293498"/>
              <a:gd name="connsiteY101" fmla="*/ 521861 h 689544"/>
              <a:gd name="connsiteX102" fmla="*/ 158242 w 293498"/>
              <a:gd name="connsiteY102" fmla="*/ 512101 h 689544"/>
              <a:gd name="connsiteX103" fmla="*/ 163891 w 293498"/>
              <a:gd name="connsiteY103" fmla="*/ 502818 h 689544"/>
              <a:gd name="connsiteX104" fmla="*/ 174281 w 293498"/>
              <a:gd name="connsiteY104" fmla="*/ 543649 h 689544"/>
              <a:gd name="connsiteX105" fmla="*/ 173485 w 293498"/>
              <a:gd name="connsiteY105" fmla="*/ 567923 h 689544"/>
              <a:gd name="connsiteX106" fmla="*/ 170666 w 293498"/>
              <a:gd name="connsiteY106" fmla="*/ 581830 h 689544"/>
              <a:gd name="connsiteX107" fmla="*/ 168612 w 293498"/>
              <a:gd name="connsiteY107" fmla="*/ 589231 h 689544"/>
              <a:gd name="connsiteX108" fmla="*/ 168129 w 293498"/>
              <a:gd name="connsiteY108" fmla="*/ 590625 h 689544"/>
              <a:gd name="connsiteX109" fmla="*/ 182651 w 293498"/>
              <a:gd name="connsiteY109" fmla="*/ 605249 h 689544"/>
              <a:gd name="connsiteX110" fmla="*/ 201172 w 293498"/>
              <a:gd name="connsiteY110" fmla="*/ 621635 h 689544"/>
              <a:gd name="connsiteX111" fmla="*/ 209800 w 293498"/>
              <a:gd name="connsiteY111" fmla="*/ 628417 h 689544"/>
              <a:gd name="connsiteX112" fmla="*/ 207073 w 293498"/>
              <a:gd name="connsiteY112" fmla="*/ 623948 h 689544"/>
              <a:gd name="connsiteX113" fmla="*/ 204004 w 293498"/>
              <a:gd name="connsiteY113" fmla="*/ 617899 h 689544"/>
              <a:gd name="connsiteX114" fmla="*/ 201751 w 293498"/>
              <a:gd name="connsiteY114" fmla="*/ 611773 h 689544"/>
              <a:gd name="connsiteX115" fmla="*/ 198295 w 293498"/>
              <a:gd name="connsiteY115" fmla="*/ 588680 h 689544"/>
              <a:gd name="connsiteX116" fmla="*/ 199533 w 293498"/>
              <a:gd name="connsiteY116" fmla="*/ 577623 h 689544"/>
              <a:gd name="connsiteX117" fmla="*/ 205529 w 293498"/>
              <a:gd name="connsiteY117" fmla="*/ 556930 h 689544"/>
              <a:gd name="connsiteX118" fmla="*/ 210970 w 293498"/>
              <a:gd name="connsiteY118" fmla="*/ 565668 h 689544"/>
              <a:gd name="connsiteX119" fmla="*/ 215974 w 293498"/>
              <a:gd name="connsiteY119" fmla="*/ 574829 h 689544"/>
              <a:gd name="connsiteX120" fmla="*/ 224124 w 293498"/>
              <a:gd name="connsiteY120" fmla="*/ 594972 h 689544"/>
              <a:gd name="connsiteX121" fmla="*/ 228349 w 293498"/>
              <a:gd name="connsiteY121" fmla="*/ 618961 h 689544"/>
              <a:gd name="connsiteX122" fmla="*/ 227729 w 293498"/>
              <a:gd name="connsiteY122" fmla="*/ 641760 h 689544"/>
              <a:gd name="connsiteX123" fmla="*/ 236092 w 293498"/>
              <a:gd name="connsiteY123" fmla="*/ 647553 h 689544"/>
              <a:gd name="connsiteX124" fmla="*/ 240032 w 293498"/>
              <a:gd name="connsiteY124" fmla="*/ 650311 h 689544"/>
              <a:gd name="connsiteX125" fmla="*/ 244077 w 293498"/>
              <a:gd name="connsiteY125" fmla="*/ 652775 h 689544"/>
              <a:gd name="connsiteX126" fmla="*/ 251781 w 293498"/>
              <a:gd name="connsiteY126" fmla="*/ 657480 h 689544"/>
              <a:gd name="connsiteX127" fmla="*/ 258945 w 293498"/>
              <a:gd name="connsiteY127" fmla="*/ 661841 h 689544"/>
              <a:gd name="connsiteX128" fmla="*/ 260629 w 293498"/>
              <a:gd name="connsiteY128" fmla="*/ 662878 h 689544"/>
              <a:gd name="connsiteX129" fmla="*/ 261522 w 293498"/>
              <a:gd name="connsiteY129" fmla="*/ 663393 h 689544"/>
              <a:gd name="connsiteX130" fmla="*/ 261822 w 293498"/>
              <a:gd name="connsiteY130" fmla="*/ 663598 h 689544"/>
              <a:gd name="connsiteX131" fmla="*/ 262208 w 293498"/>
              <a:gd name="connsiteY131" fmla="*/ 663821 h 689544"/>
              <a:gd name="connsiteX132" fmla="*/ 265430 w 293498"/>
              <a:gd name="connsiteY132" fmla="*/ 665649 h 689544"/>
              <a:gd name="connsiteX133" fmla="*/ 292154 w 293498"/>
              <a:gd name="connsiteY133" fmla="*/ 679470 h 689544"/>
              <a:gd name="connsiteX134" fmla="*/ 293818 w 293498"/>
              <a:gd name="connsiteY134" fmla="*/ 683551 h 689544"/>
              <a:gd name="connsiteX135" fmla="*/ 291607 w 293498"/>
              <a:gd name="connsiteY135" fmla="*/ 688160 h 689544"/>
              <a:gd name="connsiteX136" fmla="*/ 287338 w 293498"/>
              <a:gd name="connsiteY136" fmla="*/ 689427 h 689544"/>
              <a:gd name="connsiteX137" fmla="*/ 260254 w 293498"/>
              <a:gd name="connsiteY137" fmla="*/ 675172 h 689544"/>
              <a:gd name="connsiteX138" fmla="*/ 256008 w 293498"/>
              <a:gd name="connsiteY138" fmla="*/ 672721 h 689544"/>
              <a:gd name="connsiteX139" fmla="*/ 255153 w 293498"/>
              <a:gd name="connsiteY139" fmla="*/ 672195 h 689544"/>
              <a:gd name="connsiteX140" fmla="*/ 253493 w 293498"/>
              <a:gd name="connsiteY140" fmla="*/ 671172 h 689544"/>
              <a:gd name="connsiteX141" fmla="*/ 246396 w 293498"/>
              <a:gd name="connsiteY141" fmla="*/ 666753 h 689544"/>
              <a:gd name="connsiteX142" fmla="*/ 238720 w 293498"/>
              <a:gd name="connsiteY142" fmla="*/ 661999 h 689544"/>
              <a:gd name="connsiteX143" fmla="*/ 234702 w 293498"/>
              <a:gd name="connsiteY143" fmla="*/ 659487 h 689544"/>
              <a:gd name="connsiteX144" fmla="*/ 230655 w 293498"/>
              <a:gd name="connsiteY144" fmla="*/ 656636 h 689544"/>
              <a:gd name="connsiteX145" fmla="*/ 221759 w 293498"/>
              <a:gd name="connsiteY145" fmla="*/ 650374 h 689544"/>
              <a:gd name="connsiteX146" fmla="*/ 213442 w 293498"/>
              <a:gd name="connsiteY146" fmla="*/ 653806 h 689544"/>
              <a:gd name="connsiteX147" fmla="*/ 199216 w 293498"/>
              <a:gd name="connsiteY147" fmla="*/ 657332 h 689544"/>
              <a:gd name="connsiteX148" fmla="*/ 172399 w 293498"/>
              <a:gd name="connsiteY148" fmla="*/ 656708 h 689544"/>
              <a:gd name="connsiteX149" fmla="*/ 147806 w 293498"/>
              <a:gd name="connsiteY149" fmla="*/ 647720 h 689544"/>
              <a:gd name="connsiteX150" fmla="*/ 136373 w 293498"/>
              <a:gd name="connsiteY150" fmla="*/ 640894 h 689544"/>
              <a:gd name="connsiteX151" fmla="*/ 125414 w 293498"/>
              <a:gd name="connsiteY151" fmla="*/ 633023 h 689544"/>
              <a:gd name="connsiteX152" fmla="*/ 148295 w 293498"/>
              <a:gd name="connsiteY152" fmla="*/ 629380 h 689544"/>
              <a:gd name="connsiteX153" fmla="*/ 159968 w 293498"/>
              <a:gd name="connsiteY153" fmla="*/ 628883 h 689544"/>
              <a:gd name="connsiteX154" fmla="*/ 184908 w 293498"/>
              <a:gd name="connsiteY154" fmla="*/ 631253 h 689544"/>
              <a:gd name="connsiteX155" fmla="*/ 191438 w 293498"/>
              <a:gd name="connsiteY155" fmla="*/ 632868 h 689544"/>
              <a:gd name="connsiteX156" fmla="*/ 198277 w 293498"/>
              <a:gd name="connsiteY156" fmla="*/ 634726 h 689544"/>
              <a:gd name="connsiteX157" fmla="*/ 203389 w 293498"/>
              <a:gd name="connsiteY157" fmla="*/ 636456 h 689544"/>
              <a:gd name="connsiteX158" fmla="*/ 194910 w 293498"/>
              <a:gd name="connsiteY158" fmla="*/ 629694 h 689544"/>
              <a:gd name="connsiteX159" fmla="*/ 176073 w 293498"/>
              <a:gd name="connsiteY159" fmla="*/ 612741 h 689544"/>
              <a:gd name="connsiteX160" fmla="*/ 161020 w 293498"/>
              <a:gd name="connsiteY160" fmla="*/ 597424 h 689544"/>
              <a:gd name="connsiteX161" fmla="*/ 159498 w 293498"/>
              <a:gd name="connsiteY161" fmla="*/ 597832 h 689544"/>
              <a:gd name="connsiteX162" fmla="*/ 137320 w 293498"/>
              <a:gd name="connsiteY162" fmla="*/ 599758 h 689544"/>
              <a:gd name="connsiteX163" fmla="*/ 111107 w 293498"/>
              <a:gd name="connsiteY163" fmla="*/ 593630 h 689544"/>
              <a:gd name="connsiteX164" fmla="*/ 69816 w 293498"/>
              <a:gd name="connsiteY164" fmla="*/ 560752 h 689544"/>
              <a:gd name="connsiteX165" fmla="*/ 81239 w 293498"/>
              <a:gd name="connsiteY165" fmla="*/ 561076 h 689544"/>
              <a:gd name="connsiteX166" fmla="*/ 92916 w 293498"/>
              <a:gd name="connsiteY166" fmla="*/ 561963 h 689544"/>
              <a:gd name="connsiteX167" fmla="*/ 116295 w 293498"/>
              <a:gd name="connsiteY167" fmla="*/ 566874 h 689544"/>
              <a:gd name="connsiteX168" fmla="*/ 140738 w 293498"/>
              <a:gd name="connsiteY168" fmla="*/ 577513 h 689544"/>
              <a:gd name="connsiteX169" fmla="*/ 146383 w 293498"/>
              <a:gd name="connsiteY169" fmla="*/ 580772 h 689544"/>
              <a:gd name="connsiteX170" fmla="*/ 112398 w 293498"/>
              <a:gd name="connsiteY170" fmla="*/ 533233 h 689544"/>
              <a:gd name="connsiteX171" fmla="*/ 88167 w 293498"/>
              <a:gd name="connsiteY171" fmla="*/ 530694 h 689544"/>
              <a:gd name="connsiteX172" fmla="*/ 63854 w 293498"/>
              <a:gd name="connsiteY172" fmla="*/ 519326 h 689544"/>
              <a:gd name="connsiteX173" fmla="*/ 53786 w 293498"/>
              <a:gd name="connsiteY173" fmla="*/ 510972 h 689544"/>
              <a:gd name="connsiteX174" fmla="*/ 40754 w 293498"/>
              <a:gd name="connsiteY174" fmla="*/ 496051 h 689544"/>
              <a:gd name="connsiteX175" fmla="*/ 30224 w 293498"/>
              <a:gd name="connsiteY175" fmla="*/ 478971 h 689544"/>
              <a:gd name="connsiteX176" fmla="*/ 63547 w 293498"/>
              <a:gd name="connsiteY176" fmla="*/ 488883 h 689544"/>
              <a:gd name="connsiteX177" fmla="*/ 85380 w 293498"/>
              <a:gd name="connsiteY177" fmla="*/ 501038 h 689544"/>
              <a:gd name="connsiteX178" fmla="*/ 90841 w 293498"/>
              <a:gd name="connsiteY178" fmla="*/ 505059 h 689544"/>
              <a:gd name="connsiteX179" fmla="*/ 101750 w 293498"/>
              <a:gd name="connsiteY179" fmla="*/ 514574 h 689544"/>
              <a:gd name="connsiteX180" fmla="*/ 101696 w 293498"/>
              <a:gd name="connsiteY180" fmla="*/ 514446 h 689544"/>
              <a:gd name="connsiteX181" fmla="*/ 98096 w 293498"/>
              <a:gd name="connsiteY181" fmla="*/ 507480 h 689544"/>
              <a:gd name="connsiteX182" fmla="*/ 94500 w 293498"/>
              <a:gd name="connsiteY182" fmla="*/ 500450 h 689544"/>
              <a:gd name="connsiteX183" fmla="*/ 91187 w 293498"/>
              <a:gd name="connsiteY183" fmla="*/ 493263 h 689544"/>
              <a:gd name="connsiteX184" fmla="*/ 84736 w 293498"/>
              <a:gd name="connsiteY184" fmla="*/ 478700 h 689544"/>
              <a:gd name="connsiteX185" fmla="*/ 79023 w 293498"/>
              <a:gd name="connsiteY185" fmla="*/ 463694 h 689544"/>
              <a:gd name="connsiteX186" fmla="*/ 77872 w 293498"/>
              <a:gd name="connsiteY186" fmla="*/ 460617 h 689544"/>
              <a:gd name="connsiteX187" fmla="*/ 54381 w 293498"/>
              <a:gd name="connsiteY187" fmla="*/ 453230 h 689544"/>
              <a:gd name="connsiteX188" fmla="*/ 32741 w 293498"/>
              <a:gd name="connsiteY188" fmla="*/ 437455 h 689544"/>
              <a:gd name="connsiteX189" fmla="*/ 24408 w 293498"/>
              <a:gd name="connsiteY189" fmla="*/ 427434 h 689544"/>
              <a:gd name="connsiteX190" fmla="*/ 20753 w 293498"/>
              <a:gd name="connsiteY190" fmla="*/ 422011 h 689544"/>
              <a:gd name="connsiteX191" fmla="*/ 11962 w 293498"/>
              <a:gd name="connsiteY191" fmla="*/ 404424 h 689544"/>
              <a:gd name="connsiteX192" fmla="*/ 9499 w 293498"/>
              <a:gd name="connsiteY192" fmla="*/ 398273 h 689544"/>
              <a:gd name="connsiteX193" fmla="*/ 7429 w 293498"/>
              <a:gd name="connsiteY193" fmla="*/ 391997 h 689544"/>
              <a:gd name="connsiteX194" fmla="*/ 48005 w 293498"/>
              <a:gd name="connsiteY194" fmla="*/ 414973 h 689544"/>
              <a:gd name="connsiteX195" fmla="*/ 66344 w 293498"/>
              <a:gd name="connsiteY195" fmla="*/ 434181 h 689544"/>
              <a:gd name="connsiteX196" fmla="*/ 71409 w 293498"/>
              <a:gd name="connsiteY196" fmla="*/ 441061 h 689544"/>
              <a:gd name="connsiteX197" fmla="*/ 71338 w 293498"/>
              <a:gd name="connsiteY197" fmla="*/ 440795 h 689544"/>
              <a:gd name="connsiteX198" fmla="*/ 69006 w 293498"/>
              <a:gd name="connsiteY198" fmla="*/ 433080 h 689544"/>
              <a:gd name="connsiteX199" fmla="*/ 64915 w 293498"/>
              <a:gd name="connsiteY199" fmla="*/ 417436 h 689544"/>
              <a:gd name="connsiteX200" fmla="*/ 63927 w 293498"/>
              <a:gd name="connsiteY200" fmla="*/ 413520 h 689544"/>
              <a:gd name="connsiteX201" fmla="*/ 63078 w 293498"/>
              <a:gd name="connsiteY201" fmla="*/ 409588 h 689544"/>
              <a:gd name="connsiteX202" fmla="*/ 61444 w 293498"/>
              <a:gd name="connsiteY202" fmla="*/ 401666 h 689544"/>
              <a:gd name="connsiteX203" fmla="*/ 57939 w 293498"/>
              <a:gd name="connsiteY203" fmla="*/ 382725 h 689544"/>
              <a:gd name="connsiteX204" fmla="*/ 35682 w 293498"/>
              <a:gd name="connsiteY204" fmla="*/ 371194 h 689544"/>
              <a:gd name="connsiteX205" fmla="*/ 10901 w 293498"/>
              <a:gd name="connsiteY205" fmla="*/ 340805 h 689544"/>
              <a:gd name="connsiteX206" fmla="*/ 4017 w 293498"/>
              <a:gd name="connsiteY206" fmla="*/ 322646 h 689544"/>
              <a:gd name="connsiteX207" fmla="*/ 39 w 293498"/>
              <a:gd name="connsiteY207" fmla="*/ 303464 h 689544"/>
              <a:gd name="connsiteX208" fmla="*/ 19088 w 293498"/>
              <a:gd name="connsiteY208" fmla="*/ 316263 h 689544"/>
              <a:gd name="connsiteX209" fmla="*/ 36338 w 293498"/>
              <a:gd name="connsiteY209" fmla="*/ 332623 h 689544"/>
              <a:gd name="connsiteX210" fmla="*/ 43962 w 293498"/>
              <a:gd name="connsiteY210" fmla="*/ 342814 h 689544"/>
              <a:gd name="connsiteX211" fmla="*/ 47578 w 293498"/>
              <a:gd name="connsiteY211" fmla="*/ 348472 h 689544"/>
              <a:gd name="connsiteX212" fmla="*/ 55271 w 293498"/>
              <a:gd name="connsiteY212" fmla="*/ 363559 h 689544"/>
              <a:gd name="connsiteX213" fmla="*/ 51855 w 293498"/>
              <a:gd name="connsiteY213" fmla="*/ 302793 h 689544"/>
              <a:gd name="connsiteX214" fmla="*/ 42442 w 293498"/>
              <a:gd name="connsiteY214" fmla="*/ 297037 h 689544"/>
              <a:gd name="connsiteX215" fmla="*/ 31449 w 293498"/>
              <a:gd name="connsiteY215" fmla="*/ 287667 h 689544"/>
              <a:gd name="connsiteX216" fmla="*/ 16178 w 293498"/>
              <a:gd name="connsiteY216" fmla="*/ 265985 h 689544"/>
              <a:gd name="connsiteX217" fmla="*/ 9805 w 293498"/>
              <a:gd name="connsiteY217" fmla="*/ 247832 h 689544"/>
              <a:gd name="connsiteX218" fmla="*/ 8548 w 293498"/>
              <a:gd name="connsiteY218" fmla="*/ 241542 h 689544"/>
              <a:gd name="connsiteX219" fmla="*/ 6376 w 293498"/>
              <a:gd name="connsiteY219" fmla="*/ 215780 h 689544"/>
              <a:gd name="connsiteX220" fmla="*/ 23337 w 293498"/>
              <a:gd name="connsiteY220" fmla="*/ 231137 h 689544"/>
              <a:gd name="connsiteX221" fmla="*/ 37840 w 293498"/>
              <a:gd name="connsiteY221" fmla="*/ 249802 h 689544"/>
              <a:gd name="connsiteX222" fmla="*/ 49030 w 293498"/>
              <a:gd name="connsiteY222" fmla="*/ 273760 h 689544"/>
              <a:gd name="connsiteX223" fmla="*/ 52176 w 293498"/>
              <a:gd name="connsiteY223" fmla="*/ 284356 h 689544"/>
              <a:gd name="connsiteX224" fmla="*/ 52411 w 293498"/>
              <a:gd name="connsiteY224" fmla="*/ 277319 h 689544"/>
              <a:gd name="connsiteX225" fmla="*/ 57974 w 293498"/>
              <a:gd name="connsiteY225" fmla="*/ 222895 h 689544"/>
              <a:gd name="connsiteX226" fmla="*/ 39643 w 293498"/>
              <a:gd name="connsiteY226" fmla="*/ 204786 h 689544"/>
              <a:gd name="connsiteX227" fmla="*/ 35716 w 293498"/>
              <a:gd name="connsiteY227" fmla="*/ 199109 h 689544"/>
              <a:gd name="connsiteX228" fmla="*/ 24654 w 293498"/>
              <a:gd name="connsiteY228" fmla="*/ 168858 h 689544"/>
              <a:gd name="connsiteX229" fmla="*/ 23466 w 293498"/>
              <a:gd name="connsiteY229" fmla="*/ 156208 h 689544"/>
              <a:gd name="connsiteX230" fmla="*/ 23475 w 293498"/>
              <a:gd name="connsiteY230" fmla="*/ 143380 h 689544"/>
              <a:gd name="connsiteX231" fmla="*/ 24731 w 293498"/>
              <a:gd name="connsiteY231" fmla="*/ 130564 h 689544"/>
              <a:gd name="connsiteX232" fmla="*/ 39375 w 293498"/>
              <a:gd name="connsiteY232" fmla="*/ 147928 h 689544"/>
              <a:gd name="connsiteX233" fmla="*/ 51424 w 293498"/>
              <a:gd name="connsiteY233" fmla="*/ 168393 h 689544"/>
              <a:gd name="connsiteX234" fmla="*/ 60824 w 293498"/>
              <a:gd name="connsiteY234" fmla="*/ 205758 h 689544"/>
              <a:gd name="connsiteX235" fmla="*/ 75171 w 293498"/>
              <a:gd name="connsiteY235" fmla="*/ 144698 h 689544"/>
              <a:gd name="connsiteX236" fmla="*/ 67249 w 293498"/>
              <a:gd name="connsiteY236" fmla="*/ 136137 h 689544"/>
              <a:gd name="connsiteX237" fmla="*/ 59074 w 293498"/>
              <a:gd name="connsiteY237" fmla="*/ 124115 h 689544"/>
              <a:gd name="connsiteX238" fmla="*/ 50156 w 293498"/>
              <a:gd name="connsiteY238" fmla="*/ 99283 h 689544"/>
              <a:gd name="connsiteX239" fmla="*/ 49205 w 293498"/>
              <a:gd name="connsiteY239" fmla="*/ 73969 h 689544"/>
              <a:gd name="connsiteX240" fmla="*/ 50937 w 293498"/>
              <a:gd name="connsiteY240" fmla="*/ 61331 h 689544"/>
              <a:gd name="connsiteX241" fmla="*/ 53687 w 293498"/>
              <a:gd name="connsiteY241" fmla="*/ 48768 h 689544"/>
              <a:gd name="connsiteX242" fmla="*/ 66144 w 293498"/>
              <a:gd name="connsiteY242" fmla="*/ 67860 h 689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Lst>
            <a:rect l="l" t="t" r="r" b="b"/>
            <a:pathLst>
              <a:path w="293498" h="689544">
                <a:moveTo>
                  <a:pt x="66144" y="67860"/>
                </a:moveTo>
                <a:cubicBezTo>
                  <a:pt x="68010" y="71239"/>
                  <a:pt x="69696" y="74714"/>
                  <a:pt x="71197" y="78271"/>
                </a:cubicBezTo>
                <a:cubicBezTo>
                  <a:pt x="74537" y="85842"/>
                  <a:pt x="76935" y="93793"/>
                  <a:pt x="78336" y="101948"/>
                </a:cubicBezTo>
                <a:cubicBezTo>
                  <a:pt x="78707" y="104091"/>
                  <a:pt x="78949" y="106290"/>
                  <a:pt x="79212" y="108565"/>
                </a:cubicBezTo>
                <a:cubicBezTo>
                  <a:pt x="80091" y="115329"/>
                  <a:pt x="80324" y="122163"/>
                  <a:pt x="79909" y="128972"/>
                </a:cubicBezTo>
                <a:cubicBezTo>
                  <a:pt x="83556" y="117474"/>
                  <a:pt x="87087" y="107514"/>
                  <a:pt x="90184" y="99364"/>
                </a:cubicBezTo>
                <a:lnTo>
                  <a:pt x="93687" y="90066"/>
                </a:lnTo>
                <a:cubicBezTo>
                  <a:pt x="93609" y="89088"/>
                  <a:pt x="93530" y="88110"/>
                  <a:pt x="93500" y="87160"/>
                </a:cubicBezTo>
                <a:cubicBezTo>
                  <a:pt x="93412" y="78996"/>
                  <a:pt x="94101" y="70844"/>
                  <a:pt x="95561" y="62812"/>
                </a:cubicBezTo>
                <a:cubicBezTo>
                  <a:pt x="96571" y="57831"/>
                  <a:pt x="98046" y="53215"/>
                  <a:pt x="99658" y="48807"/>
                </a:cubicBezTo>
                <a:cubicBezTo>
                  <a:pt x="101318" y="44427"/>
                  <a:pt x="103130" y="40230"/>
                  <a:pt x="105321" y="36381"/>
                </a:cubicBezTo>
                <a:cubicBezTo>
                  <a:pt x="109624" y="28977"/>
                  <a:pt x="114804" y="22119"/>
                  <a:pt x="120748" y="15955"/>
                </a:cubicBezTo>
                <a:cubicBezTo>
                  <a:pt x="126629" y="10196"/>
                  <a:pt x="132925" y="4876"/>
                  <a:pt x="139586" y="39"/>
                </a:cubicBezTo>
                <a:cubicBezTo>
                  <a:pt x="139006" y="8148"/>
                  <a:pt x="137896" y="16210"/>
                  <a:pt x="136265" y="24174"/>
                </a:cubicBezTo>
                <a:cubicBezTo>
                  <a:pt x="134812" y="32344"/>
                  <a:pt x="132466" y="40330"/>
                  <a:pt x="129270" y="47989"/>
                </a:cubicBezTo>
                <a:cubicBezTo>
                  <a:pt x="127650" y="51910"/>
                  <a:pt x="125863" y="55895"/>
                  <a:pt x="123655" y="59831"/>
                </a:cubicBezTo>
                <a:cubicBezTo>
                  <a:pt x="121509" y="63770"/>
                  <a:pt x="118890" y="67694"/>
                  <a:pt x="116043" y="71679"/>
                </a:cubicBezTo>
                <a:cubicBezTo>
                  <a:pt x="113268" y="75705"/>
                  <a:pt x="110058" y="79705"/>
                  <a:pt x="106381" y="83790"/>
                </a:cubicBezTo>
                <a:cubicBezTo>
                  <a:pt x="104576" y="85803"/>
                  <a:pt x="102593" y="87843"/>
                  <a:pt x="100535" y="89903"/>
                </a:cubicBezTo>
                <a:lnTo>
                  <a:pt x="98571" y="91856"/>
                </a:lnTo>
                <a:lnTo>
                  <a:pt x="95168" y="101149"/>
                </a:lnTo>
                <a:cubicBezTo>
                  <a:pt x="92148" y="109278"/>
                  <a:pt x="88717" y="119230"/>
                  <a:pt x="85198" y="130675"/>
                </a:cubicBezTo>
                <a:cubicBezTo>
                  <a:pt x="88783" y="125000"/>
                  <a:pt x="92969" y="119729"/>
                  <a:pt x="97685" y="114952"/>
                </a:cubicBezTo>
                <a:cubicBezTo>
                  <a:pt x="104970" y="107897"/>
                  <a:pt x="113546" y="102311"/>
                  <a:pt x="122944" y="98498"/>
                </a:cubicBezTo>
                <a:cubicBezTo>
                  <a:pt x="126447" y="97165"/>
                  <a:pt x="130032" y="96055"/>
                  <a:pt x="133675" y="95174"/>
                </a:cubicBezTo>
                <a:cubicBezTo>
                  <a:pt x="140779" y="93512"/>
                  <a:pt x="148015" y="92480"/>
                  <a:pt x="155299" y="92092"/>
                </a:cubicBezTo>
                <a:cubicBezTo>
                  <a:pt x="153345" y="95144"/>
                  <a:pt x="151292" y="98141"/>
                  <a:pt x="149117" y="101130"/>
                </a:cubicBezTo>
                <a:cubicBezTo>
                  <a:pt x="146968" y="104071"/>
                  <a:pt x="144613" y="106925"/>
                  <a:pt x="142359" y="109772"/>
                </a:cubicBezTo>
                <a:cubicBezTo>
                  <a:pt x="137772" y="115486"/>
                  <a:pt x="132463" y="120783"/>
                  <a:pt x="126309" y="125593"/>
                </a:cubicBezTo>
                <a:cubicBezTo>
                  <a:pt x="120338" y="130475"/>
                  <a:pt x="113378" y="134787"/>
                  <a:pt x="105074" y="138420"/>
                </a:cubicBezTo>
                <a:cubicBezTo>
                  <a:pt x="100923" y="140205"/>
                  <a:pt x="96615" y="141929"/>
                  <a:pt x="91847" y="143391"/>
                </a:cubicBezTo>
                <a:cubicBezTo>
                  <a:pt x="88325" y="144477"/>
                  <a:pt x="84562" y="145425"/>
                  <a:pt x="80640" y="146312"/>
                </a:cubicBezTo>
                <a:cubicBezTo>
                  <a:pt x="75115" y="166092"/>
                  <a:pt x="70584" y="186136"/>
                  <a:pt x="67065" y="206370"/>
                </a:cubicBezTo>
                <a:cubicBezTo>
                  <a:pt x="70715" y="198877"/>
                  <a:pt x="75403" y="191937"/>
                  <a:pt x="80993" y="185754"/>
                </a:cubicBezTo>
                <a:cubicBezTo>
                  <a:pt x="83776" y="182737"/>
                  <a:pt x="86823" y="179976"/>
                  <a:pt x="90099" y="177503"/>
                </a:cubicBezTo>
                <a:cubicBezTo>
                  <a:pt x="96110" y="172929"/>
                  <a:pt x="102739" y="169230"/>
                  <a:pt x="109789" y="166518"/>
                </a:cubicBezTo>
                <a:cubicBezTo>
                  <a:pt x="116676" y="163997"/>
                  <a:pt x="123773" y="162089"/>
                  <a:pt x="130996" y="160815"/>
                </a:cubicBezTo>
                <a:cubicBezTo>
                  <a:pt x="129378" y="164063"/>
                  <a:pt x="127689" y="167268"/>
                  <a:pt x="125875" y="170466"/>
                </a:cubicBezTo>
                <a:cubicBezTo>
                  <a:pt x="124160" y="173658"/>
                  <a:pt x="122398" y="176821"/>
                  <a:pt x="120415" y="179922"/>
                </a:cubicBezTo>
                <a:cubicBezTo>
                  <a:pt x="118446" y="182998"/>
                  <a:pt x="116318" y="186015"/>
                  <a:pt x="113969" y="188969"/>
                </a:cubicBezTo>
                <a:cubicBezTo>
                  <a:pt x="111596" y="191909"/>
                  <a:pt x="109289" y="194790"/>
                  <a:pt x="106565" y="197560"/>
                </a:cubicBezTo>
                <a:cubicBezTo>
                  <a:pt x="102319" y="201954"/>
                  <a:pt x="97629" y="205896"/>
                  <a:pt x="92569" y="209323"/>
                </a:cubicBezTo>
                <a:cubicBezTo>
                  <a:pt x="90846" y="210580"/>
                  <a:pt x="89051" y="211795"/>
                  <a:pt x="87160" y="212955"/>
                </a:cubicBezTo>
                <a:cubicBezTo>
                  <a:pt x="80667" y="216958"/>
                  <a:pt x="73099" y="220596"/>
                  <a:pt x="64296" y="223811"/>
                </a:cubicBezTo>
                <a:cubicBezTo>
                  <a:pt x="61905" y="240764"/>
                  <a:pt x="60081" y="258687"/>
                  <a:pt x="59282" y="277395"/>
                </a:cubicBezTo>
                <a:lnTo>
                  <a:pt x="59102" y="284560"/>
                </a:lnTo>
                <a:cubicBezTo>
                  <a:pt x="60251" y="281010"/>
                  <a:pt x="61517" y="277592"/>
                  <a:pt x="62912" y="274505"/>
                </a:cubicBezTo>
                <a:cubicBezTo>
                  <a:pt x="66622" y="266805"/>
                  <a:pt x="71509" y="259731"/>
                  <a:pt x="77399" y="253537"/>
                </a:cubicBezTo>
                <a:cubicBezTo>
                  <a:pt x="82813" y="248214"/>
                  <a:pt x="88950" y="243680"/>
                  <a:pt x="95628" y="240068"/>
                </a:cubicBezTo>
                <a:cubicBezTo>
                  <a:pt x="102030" y="236618"/>
                  <a:pt x="108753" y="233800"/>
                  <a:pt x="115700" y="231652"/>
                </a:cubicBezTo>
                <a:cubicBezTo>
                  <a:pt x="114424" y="235031"/>
                  <a:pt x="113383" y="238451"/>
                  <a:pt x="112083" y="241817"/>
                </a:cubicBezTo>
                <a:cubicBezTo>
                  <a:pt x="110815" y="245220"/>
                  <a:pt x="109398" y="248566"/>
                  <a:pt x="107837" y="251845"/>
                </a:cubicBezTo>
                <a:cubicBezTo>
                  <a:pt x="107053" y="253482"/>
                  <a:pt x="106167" y="255127"/>
                  <a:pt x="105359" y="256750"/>
                </a:cubicBezTo>
                <a:cubicBezTo>
                  <a:pt x="102869" y="261769"/>
                  <a:pt x="99934" y="266555"/>
                  <a:pt x="96588" y="271048"/>
                </a:cubicBezTo>
                <a:cubicBezTo>
                  <a:pt x="88794" y="281483"/>
                  <a:pt x="79124" y="290373"/>
                  <a:pt x="68073" y="297265"/>
                </a:cubicBezTo>
                <a:cubicBezTo>
                  <a:pt x="65176" y="299163"/>
                  <a:pt x="62121" y="301001"/>
                  <a:pt x="58855" y="302814"/>
                </a:cubicBezTo>
                <a:lnTo>
                  <a:pt x="58918" y="307161"/>
                </a:lnTo>
                <a:cubicBezTo>
                  <a:pt x="59041" y="312184"/>
                  <a:pt x="59074" y="317253"/>
                  <a:pt x="59255" y="322343"/>
                </a:cubicBezTo>
                <a:lnTo>
                  <a:pt x="60254" y="337714"/>
                </a:lnTo>
                <a:cubicBezTo>
                  <a:pt x="60464" y="340248"/>
                  <a:pt x="60521" y="342822"/>
                  <a:pt x="60814" y="345435"/>
                </a:cubicBezTo>
                <a:lnTo>
                  <a:pt x="61699" y="353150"/>
                </a:lnTo>
                <a:cubicBezTo>
                  <a:pt x="62089" y="356206"/>
                  <a:pt x="62404" y="359283"/>
                  <a:pt x="62756" y="362348"/>
                </a:cubicBezTo>
                <a:cubicBezTo>
                  <a:pt x="63789" y="357038"/>
                  <a:pt x="65224" y="351814"/>
                  <a:pt x="67051" y="346721"/>
                </a:cubicBezTo>
                <a:cubicBezTo>
                  <a:pt x="67425" y="345683"/>
                  <a:pt x="67848" y="344672"/>
                  <a:pt x="68256" y="343685"/>
                </a:cubicBezTo>
                <a:cubicBezTo>
                  <a:pt x="68665" y="342700"/>
                  <a:pt x="69160" y="341731"/>
                  <a:pt x="69631" y="340748"/>
                </a:cubicBezTo>
                <a:cubicBezTo>
                  <a:pt x="73224" y="333709"/>
                  <a:pt x="77870" y="327260"/>
                  <a:pt x="83408" y="321621"/>
                </a:cubicBezTo>
                <a:cubicBezTo>
                  <a:pt x="86057" y="319010"/>
                  <a:pt x="88892" y="316594"/>
                  <a:pt x="91890" y="314394"/>
                </a:cubicBezTo>
                <a:cubicBezTo>
                  <a:pt x="97754" y="310099"/>
                  <a:pt x="103998" y="306351"/>
                  <a:pt x="110545" y="303196"/>
                </a:cubicBezTo>
                <a:cubicBezTo>
                  <a:pt x="109633" y="308477"/>
                  <a:pt x="108478" y="313712"/>
                  <a:pt x="107082" y="318887"/>
                </a:cubicBezTo>
                <a:cubicBezTo>
                  <a:pt x="106629" y="320619"/>
                  <a:pt x="106238" y="322355"/>
                  <a:pt x="105722" y="324084"/>
                </a:cubicBezTo>
                <a:cubicBezTo>
                  <a:pt x="104746" y="327578"/>
                  <a:pt x="103576" y="331015"/>
                  <a:pt x="102221" y="334381"/>
                </a:cubicBezTo>
                <a:cubicBezTo>
                  <a:pt x="100777" y="337841"/>
                  <a:pt x="99207" y="341247"/>
                  <a:pt x="97516" y="344593"/>
                </a:cubicBezTo>
                <a:cubicBezTo>
                  <a:pt x="94065" y="351350"/>
                  <a:pt x="89419" y="358059"/>
                  <a:pt x="83450" y="364776"/>
                </a:cubicBezTo>
                <a:cubicBezTo>
                  <a:pt x="78638" y="370327"/>
                  <a:pt x="72725" y="375887"/>
                  <a:pt x="65639" y="381477"/>
                </a:cubicBezTo>
                <a:cubicBezTo>
                  <a:pt x="66620" y="387576"/>
                  <a:pt x="67702" y="393669"/>
                  <a:pt x="69161" y="399721"/>
                </a:cubicBezTo>
                <a:cubicBezTo>
                  <a:pt x="71832" y="412810"/>
                  <a:pt x="75312" y="425722"/>
                  <a:pt x="79315" y="438454"/>
                </a:cubicBezTo>
                <a:cubicBezTo>
                  <a:pt x="79321" y="435659"/>
                  <a:pt x="79408" y="432944"/>
                  <a:pt x="79728" y="430330"/>
                </a:cubicBezTo>
                <a:cubicBezTo>
                  <a:pt x="80951" y="420969"/>
                  <a:pt x="83253" y="412971"/>
                  <a:pt x="86718" y="405966"/>
                </a:cubicBezTo>
                <a:cubicBezTo>
                  <a:pt x="94006" y="391840"/>
                  <a:pt x="104352" y="382054"/>
                  <a:pt x="116384" y="373692"/>
                </a:cubicBezTo>
                <a:cubicBezTo>
                  <a:pt x="116325" y="375455"/>
                  <a:pt x="116240" y="377218"/>
                  <a:pt x="116129" y="378979"/>
                </a:cubicBezTo>
                <a:cubicBezTo>
                  <a:pt x="116011" y="380745"/>
                  <a:pt x="116044" y="382469"/>
                  <a:pt x="115964" y="384224"/>
                </a:cubicBezTo>
                <a:cubicBezTo>
                  <a:pt x="115723" y="389554"/>
                  <a:pt x="115129" y="394862"/>
                  <a:pt x="114186" y="400115"/>
                </a:cubicBezTo>
                <a:cubicBezTo>
                  <a:pt x="113868" y="401893"/>
                  <a:pt x="113625" y="403650"/>
                  <a:pt x="113282" y="405414"/>
                </a:cubicBezTo>
                <a:cubicBezTo>
                  <a:pt x="112558" y="408952"/>
                  <a:pt x="111658" y="412517"/>
                  <a:pt x="110429" y="416149"/>
                </a:cubicBezTo>
                <a:cubicBezTo>
                  <a:pt x="106303" y="428384"/>
                  <a:pt x="100112" y="439821"/>
                  <a:pt x="92127" y="449967"/>
                </a:cubicBezTo>
                <a:cubicBezTo>
                  <a:pt x="90138" y="452518"/>
                  <a:pt x="88065" y="455052"/>
                  <a:pt x="85853" y="457602"/>
                </a:cubicBezTo>
                <a:cubicBezTo>
                  <a:pt x="92615" y="475915"/>
                  <a:pt x="100642" y="493544"/>
                  <a:pt x="109599" y="510229"/>
                </a:cubicBezTo>
                <a:cubicBezTo>
                  <a:pt x="108870" y="505649"/>
                  <a:pt x="108456" y="501026"/>
                  <a:pt x="108358" y="496390"/>
                </a:cubicBezTo>
                <a:cubicBezTo>
                  <a:pt x="108287" y="494237"/>
                  <a:pt x="108371" y="492082"/>
                  <a:pt x="108608" y="489941"/>
                </a:cubicBezTo>
                <a:cubicBezTo>
                  <a:pt x="109482" y="482128"/>
                  <a:pt x="111565" y="474498"/>
                  <a:pt x="114782" y="467325"/>
                </a:cubicBezTo>
                <a:cubicBezTo>
                  <a:pt x="116279" y="464008"/>
                  <a:pt x="118273" y="460721"/>
                  <a:pt x="120253" y="457682"/>
                </a:cubicBezTo>
                <a:cubicBezTo>
                  <a:pt x="124303" y="451706"/>
                  <a:pt x="128912" y="446129"/>
                  <a:pt x="134018" y="441026"/>
                </a:cubicBezTo>
                <a:cubicBezTo>
                  <a:pt x="134931" y="446155"/>
                  <a:pt x="135595" y="451326"/>
                  <a:pt x="136008" y="456520"/>
                </a:cubicBezTo>
                <a:cubicBezTo>
                  <a:pt x="136205" y="458241"/>
                  <a:pt x="136401" y="459962"/>
                  <a:pt x="136545" y="461718"/>
                </a:cubicBezTo>
                <a:cubicBezTo>
                  <a:pt x="136967" y="467088"/>
                  <a:pt x="136940" y="472483"/>
                  <a:pt x="136463" y="477848"/>
                </a:cubicBezTo>
                <a:cubicBezTo>
                  <a:pt x="136303" y="479686"/>
                  <a:pt x="136194" y="481488"/>
                  <a:pt x="135982" y="483360"/>
                </a:cubicBezTo>
                <a:cubicBezTo>
                  <a:pt x="135008" y="491453"/>
                  <a:pt x="133056" y="499398"/>
                  <a:pt x="130170" y="507021"/>
                </a:cubicBezTo>
                <a:cubicBezTo>
                  <a:pt x="127807" y="513730"/>
                  <a:pt x="124498" y="520857"/>
                  <a:pt x="120186" y="528435"/>
                </a:cubicBezTo>
                <a:cubicBezTo>
                  <a:pt x="130547" y="545030"/>
                  <a:pt x="141817" y="560381"/>
                  <a:pt x="153536" y="574288"/>
                </a:cubicBezTo>
                <a:cubicBezTo>
                  <a:pt x="152785" y="572459"/>
                  <a:pt x="152122" y="570595"/>
                  <a:pt x="151550" y="568703"/>
                </a:cubicBezTo>
                <a:cubicBezTo>
                  <a:pt x="149013" y="559616"/>
                  <a:pt x="148062" y="551347"/>
                  <a:pt x="148525" y="543638"/>
                </a:cubicBezTo>
                <a:cubicBezTo>
                  <a:pt x="149199" y="535729"/>
                  <a:pt x="151065" y="528541"/>
                  <a:pt x="153700" y="521861"/>
                </a:cubicBezTo>
                <a:cubicBezTo>
                  <a:pt x="155053" y="518461"/>
                  <a:pt x="156542" y="515268"/>
                  <a:pt x="158242" y="512101"/>
                </a:cubicBezTo>
                <a:cubicBezTo>
                  <a:pt x="160002" y="508933"/>
                  <a:pt x="161887" y="505837"/>
                  <a:pt x="163891" y="502818"/>
                </a:cubicBezTo>
                <a:cubicBezTo>
                  <a:pt x="168712" y="515636"/>
                  <a:pt x="173021" y="528674"/>
                  <a:pt x="174281" y="543649"/>
                </a:cubicBezTo>
                <a:cubicBezTo>
                  <a:pt x="174696" y="551286"/>
                  <a:pt x="174789" y="559091"/>
                  <a:pt x="173485" y="567923"/>
                </a:cubicBezTo>
                <a:cubicBezTo>
                  <a:pt x="172871" y="572329"/>
                  <a:pt x="171932" y="576964"/>
                  <a:pt x="170666" y="581830"/>
                </a:cubicBezTo>
                <a:cubicBezTo>
                  <a:pt x="170010" y="584305"/>
                  <a:pt x="169325" y="586772"/>
                  <a:pt x="168612" y="589231"/>
                </a:cubicBezTo>
                <a:lnTo>
                  <a:pt x="168129" y="590625"/>
                </a:lnTo>
                <a:cubicBezTo>
                  <a:pt x="172964" y="595732"/>
                  <a:pt x="177810" y="600653"/>
                  <a:pt x="182651" y="605249"/>
                </a:cubicBezTo>
                <a:cubicBezTo>
                  <a:pt x="189052" y="610874"/>
                  <a:pt x="195169" y="616433"/>
                  <a:pt x="201172" y="621635"/>
                </a:cubicBezTo>
                <a:lnTo>
                  <a:pt x="209800" y="628417"/>
                </a:lnTo>
                <a:cubicBezTo>
                  <a:pt x="208866" y="626914"/>
                  <a:pt x="207909" y="625396"/>
                  <a:pt x="207073" y="623948"/>
                </a:cubicBezTo>
                <a:cubicBezTo>
                  <a:pt x="205935" y="621908"/>
                  <a:pt x="204907" y="619899"/>
                  <a:pt x="204004" y="617899"/>
                </a:cubicBezTo>
                <a:cubicBezTo>
                  <a:pt x="203101" y="615898"/>
                  <a:pt x="202416" y="613798"/>
                  <a:pt x="201751" y="611773"/>
                </a:cubicBezTo>
                <a:cubicBezTo>
                  <a:pt x="199408" y="604302"/>
                  <a:pt x="198242" y="596510"/>
                  <a:pt x="198295" y="588680"/>
                </a:cubicBezTo>
                <a:cubicBezTo>
                  <a:pt x="198447" y="584907"/>
                  <a:pt x="198891" y="581240"/>
                  <a:pt x="199533" y="577623"/>
                </a:cubicBezTo>
                <a:cubicBezTo>
                  <a:pt x="200802" y="570411"/>
                  <a:pt x="202961" y="563553"/>
                  <a:pt x="205529" y="556930"/>
                </a:cubicBezTo>
                <a:cubicBezTo>
                  <a:pt x="207436" y="559784"/>
                  <a:pt x="209250" y="562698"/>
                  <a:pt x="210970" y="565668"/>
                </a:cubicBezTo>
                <a:cubicBezTo>
                  <a:pt x="212740" y="568619"/>
                  <a:pt x="214256" y="571843"/>
                  <a:pt x="215974" y="574829"/>
                </a:cubicBezTo>
                <a:cubicBezTo>
                  <a:pt x="219426" y="581221"/>
                  <a:pt x="222160" y="587977"/>
                  <a:pt x="224124" y="594972"/>
                </a:cubicBezTo>
                <a:cubicBezTo>
                  <a:pt x="226393" y="602072"/>
                  <a:pt x="227892" y="609948"/>
                  <a:pt x="228349" y="618961"/>
                </a:cubicBezTo>
                <a:cubicBezTo>
                  <a:pt x="228702" y="626566"/>
                  <a:pt x="228494" y="634186"/>
                  <a:pt x="227729" y="641760"/>
                </a:cubicBezTo>
                <a:lnTo>
                  <a:pt x="236092" y="647553"/>
                </a:lnTo>
                <a:lnTo>
                  <a:pt x="240032" y="650311"/>
                </a:lnTo>
                <a:cubicBezTo>
                  <a:pt x="241431" y="651119"/>
                  <a:pt x="242778" y="651960"/>
                  <a:pt x="244077" y="652775"/>
                </a:cubicBezTo>
                <a:lnTo>
                  <a:pt x="251781" y="657480"/>
                </a:lnTo>
                <a:lnTo>
                  <a:pt x="258945" y="661841"/>
                </a:lnTo>
                <a:lnTo>
                  <a:pt x="260629" y="662878"/>
                </a:lnTo>
                <a:lnTo>
                  <a:pt x="261522" y="663393"/>
                </a:lnTo>
                <a:lnTo>
                  <a:pt x="261822" y="663598"/>
                </a:lnTo>
                <a:lnTo>
                  <a:pt x="262208" y="663821"/>
                </a:lnTo>
                <a:lnTo>
                  <a:pt x="265430" y="665649"/>
                </a:lnTo>
                <a:cubicBezTo>
                  <a:pt x="274178" y="670559"/>
                  <a:pt x="283091" y="675169"/>
                  <a:pt x="292154" y="679470"/>
                </a:cubicBezTo>
                <a:cubicBezTo>
                  <a:pt x="293743" y="680227"/>
                  <a:pt x="294520" y="682058"/>
                  <a:pt x="293818" y="683551"/>
                </a:cubicBezTo>
                <a:lnTo>
                  <a:pt x="291607" y="688160"/>
                </a:lnTo>
                <a:cubicBezTo>
                  <a:pt x="290882" y="689639"/>
                  <a:pt x="289024" y="690239"/>
                  <a:pt x="287338" y="689427"/>
                </a:cubicBezTo>
                <a:cubicBezTo>
                  <a:pt x="278151" y="684984"/>
                  <a:pt x="269117" y="680229"/>
                  <a:pt x="260254" y="675172"/>
                </a:cubicBezTo>
                <a:lnTo>
                  <a:pt x="256008" y="672721"/>
                </a:lnTo>
                <a:lnTo>
                  <a:pt x="255153" y="672195"/>
                </a:lnTo>
                <a:lnTo>
                  <a:pt x="253493" y="671172"/>
                </a:lnTo>
                <a:lnTo>
                  <a:pt x="246396" y="666753"/>
                </a:lnTo>
                <a:lnTo>
                  <a:pt x="238720" y="661999"/>
                </a:lnTo>
                <a:cubicBezTo>
                  <a:pt x="237434" y="661161"/>
                  <a:pt x="236087" y="660319"/>
                  <a:pt x="234702" y="659487"/>
                </a:cubicBezTo>
                <a:cubicBezTo>
                  <a:pt x="233359" y="658583"/>
                  <a:pt x="232019" y="657616"/>
                  <a:pt x="230655" y="656636"/>
                </a:cubicBezTo>
                <a:lnTo>
                  <a:pt x="221759" y="650374"/>
                </a:lnTo>
                <a:cubicBezTo>
                  <a:pt x="218986" y="651668"/>
                  <a:pt x="216221" y="652837"/>
                  <a:pt x="213442" y="653806"/>
                </a:cubicBezTo>
                <a:cubicBezTo>
                  <a:pt x="208597" y="655512"/>
                  <a:pt x="203720" y="656716"/>
                  <a:pt x="199216" y="657332"/>
                </a:cubicBezTo>
                <a:cubicBezTo>
                  <a:pt x="190027" y="658653"/>
                  <a:pt x="181064" y="658302"/>
                  <a:pt x="172399" y="656708"/>
                </a:cubicBezTo>
                <a:cubicBezTo>
                  <a:pt x="163846" y="654922"/>
                  <a:pt x="155755" y="651666"/>
                  <a:pt x="147806" y="647720"/>
                </a:cubicBezTo>
                <a:cubicBezTo>
                  <a:pt x="143765" y="645805"/>
                  <a:pt x="140131" y="643353"/>
                  <a:pt x="136373" y="640894"/>
                </a:cubicBezTo>
                <a:cubicBezTo>
                  <a:pt x="132680" y="638376"/>
                  <a:pt x="129044" y="635762"/>
                  <a:pt x="125414" y="633023"/>
                </a:cubicBezTo>
                <a:cubicBezTo>
                  <a:pt x="132962" y="631356"/>
                  <a:pt x="140603" y="630139"/>
                  <a:pt x="148295" y="629380"/>
                </a:cubicBezTo>
                <a:cubicBezTo>
                  <a:pt x="152176" y="629025"/>
                  <a:pt x="156071" y="628859"/>
                  <a:pt x="159968" y="628883"/>
                </a:cubicBezTo>
                <a:cubicBezTo>
                  <a:pt x="168347" y="628651"/>
                  <a:pt x="176723" y="629448"/>
                  <a:pt x="184908" y="631253"/>
                </a:cubicBezTo>
                <a:cubicBezTo>
                  <a:pt x="187052" y="631719"/>
                  <a:pt x="189188" y="632308"/>
                  <a:pt x="191438" y="632868"/>
                </a:cubicBezTo>
                <a:cubicBezTo>
                  <a:pt x="193736" y="633418"/>
                  <a:pt x="196017" y="634038"/>
                  <a:pt x="198277" y="634726"/>
                </a:cubicBezTo>
                <a:cubicBezTo>
                  <a:pt x="199968" y="635252"/>
                  <a:pt x="201679" y="635854"/>
                  <a:pt x="203389" y="636456"/>
                </a:cubicBezTo>
                <a:lnTo>
                  <a:pt x="194910" y="629694"/>
                </a:lnTo>
                <a:cubicBezTo>
                  <a:pt x="188767" y="624347"/>
                  <a:pt x="182574" y="618584"/>
                  <a:pt x="176073" y="612741"/>
                </a:cubicBezTo>
                <a:cubicBezTo>
                  <a:pt x="171034" y="607933"/>
                  <a:pt x="166016" y="602753"/>
                  <a:pt x="161020" y="597424"/>
                </a:cubicBezTo>
                <a:lnTo>
                  <a:pt x="159498" y="597832"/>
                </a:lnTo>
                <a:cubicBezTo>
                  <a:pt x="152226" y="599471"/>
                  <a:pt x="144765" y="600119"/>
                  <a:pt x="137320" y="599758"/>
                </a:cubicBezTo>
                <a:cubicBezTo>
                  <a:pt x="127942" y="599232"/>
                  <a:pt x="118975" y="597271"/>
                  <a:pt x="111107" y="593630"/>
                </a:cubicBezTo>
                <a:cubicBezTo>
                  <a:pt x="94900" y="586716"/>
                  <a:pt x="81452" y="574578"/>
                  <a:pt x="69816" y="560752"/>
                </a:cubicBezTo>
                <a:cubicBezTo>
                  <a:pt x="73625" y="560769"/>
                  <a:pt x="77435" y="560877"/>
                  <a:pt x="81239" y="561076"/>
                </a:cubicBezTo>
                <a:cubicBezTo>
                  <a:pt x="85141" y="561245"/>
                  <a:pt x="89035" y="561541"/>
                  <a:pt x="92916" y="561963"/>
                </a:cubicBezTo>
                <a:cubicBezTo>
                  <a:pt x="100861" y="562770"/>
                  <a:pt x="108697" y="564415"/>
                  <a:pt x="116295" y="566874"/>
                </a:cubicBezTo>
                <a:cubicBezTo>
                  <a:pt x="124846" y="569411"/>
                  <a:pt x="133054" y="572984"/>
                  <a:pt x="140738" y="577513"/>
                </a:cubicBezTo>
                <a:lnTo>
                  <a:pt x="146383" y="580772"/>
                </a:lnTo>
                <a:cubicBezTo>
                  <a:pt x="133933" y="565758"/>
                  <a:pt x="122575" y="549872"/>
                  <a:pt x="112398" y="533233"/>
                </a:cubicBezTo>
                <a:cubicBezTo>
                  <a:pt x="103698" y="533485"/>
                  <a:pt x="95642" y="532565"/>
                  <a:pt x="88167" y="530694"/>
                </a:cubicBezTo>
                <a:cubicBezTo>
                  <a:pt x="79088" y="528314"/>
                  <a:pt x="71180" y="524295"/>
                  <a:pt x="63854" y="519326"/>
                </a:cubicBezTo>
                <a:cubicBezTo>
                  <a:pt x="60237" y="516871"/>
                  <a:pt x="56865" y="514074"/>
                  <a:pt x="53786" y="510972"/>
                </a:cubicBezTo>
                <a:cubicBezTo>
                  <a:pt x="49053" y="506352"/>
                  <a:pt x="44696" y="501362"/>
                  <a:pt x="40754" y="496051"/>
                </a:cubicBezTo>
                <a:cubicBezTo>
                  <a:pt x="37017" y="490501"/>
                  <a:pt x="33504" y="484804"/>
                  <a:pt x="30224" y="478971"/>
                </a:cubicBezTo>
                <a:cubicBezTo>
                  <a:pt x="41671" y="481005"/>
                  <a:pt x="52850" y="484329"/>
                  <a:pt x="63547" y="488883"/>
                </a:cubicBezTo>
                <a:cubicBezTo>
                  <a:pt x="71268" y="492080"/>
                  <a:pt x="78594" y="496159"/>
                  <a:pt x="85380" y="501038"/>
                </a:cubicBezTo>
                <a:lnTo>
                  <a:pt x="90841" y="505059"/>
                </a:lnTo>
                <a:cubicBezTo>
                  <a:pt x="94681" y="507990"/>
                  <a:pt x="98325" y="511168"/>
                  <a:pt x="101750" y="514574"/>
                </a:cubicBezTo>
                <a:lnTo>
                  <a:pt x="101696" y="514446"/>
                </a:lnTo>
                <a:lnTo>
                  <a:pt x="98096" y="507480"/>
                </a:lnTo>
                <a:lnTo>
                  <a:pt x="94500" y="500450"/>
                </a:lnTo>
                <a:cubicBezTo>
                  <a:pt x="93267" y="498129"/>
                  <a:pt x="92317" y="495652"/>
                  <a:pt x="91187" y="493263"/>
                </a:cubicBezTo>
                <a:lnTo>
                  <a:pt x="84736" y="478700"/>
                </a:lnTo>
                <a:cubicBezTo>
                  <a:pt x="82813" y="473730"/>
                  <a:pt x="80942" y="468726"/>
                  <a:pt x="79023" y="463694"/>
                </a:cubicBezTo>
                <a:lnTo>
                  <a:pt x="77872" y="460617"/>
                </a:lnTo>
                <a:cubicBezTo>
                  <a:pt x="69721" y="459325"/>
                  <a:pt x="61805" y="456836"/>
                  <a:pt x="54381" y="453230"/>
                </a:cubicBezTo>
                <a:cubicBezTo>
                  <a:pt x="45956" y="449105"/>
                  <a:pt x="38600" y="443797"/>
                  <a:pt x="32741" y="437455"/>
                </a:cubicBezTo>
                <a:cubicBezTo>
                  <a:pt x="29736" y="434305"/>
                  <a:pt x="26966" y="430969"/>
                  <a:pt x="24408" y="427434"/>
                </a:cubicBezTo>
                <a:cubicBezTo>
                  <a:pt x="23165" y="425687"/>
                  <a:pt x="21825" y="423884"/>
                  <a:pt x="20753" y="422011"/>
                </a:cubicBezTo>
                <a:cubicBezTo>
                  <a:pt x="17480" y="416326"/>
                  <a:pt x="14545" y="410453"/>
                  <a:pt x="11962" y="404424"/>
                </a:cubicBezTo>
                <a:cubicBezTo>
                  <a:pt x="11135" y="402403"/>
                  <a:pt x="10197" y="400350"/>
                  <a:pt x="9499" y="398273"/>
                </a:cubicBezTo>
                <a:cubicBezTo>
                  <a:pt x="8775" y="396183"/>
                  <a:pt x="8114" y="394097"/>
                  <a:pt x="7429" y="391997"/>
                </a:cubicBezTo>
                <a:cubicBezTo>
                  <a:pt x="21313" y="397698"/>
                  <a:pt x="35618" y="404284"/>
                  <a:pt x="48005" y="414973"/>
                </a:cubicBezTo>
                <a:cubicBezTo>
                  <a:pt x="54376" y="420260"/>
                  <a:pt x="60678" y="426503"/>
                  <a:pt x="66344" y="434181"/>
                </a:cubicBezTo>
                <a:cubicBezTo>
                  <a:pt x="67972" y="436375"/>
                  <a:pt x="69706" y="438663"/>
                  <a:pt x="71409" y="441061"/>
                </a:cubicBezTo>
                <a:lnTo>
                  <a:pt x="71338" y="440795"/>
                </a:lnTo>
                <a:cubicBezTo>
                  <a:pt x="70568" y="438228"/>
                  <a:pt x="69623" y="435688"/>
                  <a:pt x="69006" y="433080"/>
                </a:cubicBezTo>
                <a:lnTo>
                  <a:pt x="64915" y="417436"/>
                </a:lnTo>
                <a:lnTo>
                  <a:pt x="63927" y="413520"/>
                </a:lnTo>
                <a:cubicBezTo>
                  <a:pt x="63581" y="412227"/>
                  <a:pt x="63349" y="410902"/>
                  <a:pt x="63078" y="409588"/>
                </a:cubicBezTo>
                <a:lnTo>
                  <a:pt x="61444" y="401666"/>
                </a:lnTo>
                <a:cubicBezTo>
                  <a:pt x="60101" y="395358"/>
                  <a:pt x="58982" y="389052"/>
                  <a:pt x="57939" y="382725"/>
                </a:cubicBezTo>
                <a:cubicBezTo>
                  <a:pt x="49489" y="379646"/>
                  <a:pt x="42081" y="375820"/>
                  <a:pt x="35682" y="371194"/>
                </a:cubicBezTo>
                <a:cubicBezTo>
                  <a:pt x="25066" y="363238"/>
                  <a:pt x="16558" y="352805"/>
                  <a:pt x="10901" y="340805"/>
                </a:cubicBezTo>
                <a:cubicBezTo>
                  <a:pt x="8134" y="334941"/>
                  <a:pt x="5833" y="328870"/>
                  <a:pt x="4017" y="322646"/>
                </a:cubicBezTo>
                <a:cubicBezTo>
                  <a:pt x="2432" y="316309"/>
                  <a:pt x="1105" y="309910"/>
                  <a:pt x="39" y="303464"/>
                </a:cubicBezTo>
                <a:cubicBezTo>
                  <a:pt x="6654" y="307322"/>
                  <a:pt x="13016" y="311597"/>
                  <a:pt x="19088" y="316263"/>
                </a:cubicBezTo>
                <a:cubicBezTo>
                  <a:pt x="25302" y="321206"/>
                  <a:pt x="31074" y="326679"/>
                  <a:pt x="36338" y="332623"/>
                </a:cubicBezTo>
                <a:cubicBezTo>
                  <a:pt x="39019" y="335779"/>
                  <a:pt x="41588" y="339127"/>
                  <a:pt x="43962" y="342814"/>
                </a:cubicBezTo>
                <a:lnTo>
                  <a:pt x="47578" y="348472"/>
                </a:lnTo>
                <a:cubicBezTo>
                  <a:pt x="50528" y="353294"/>
                  <a:pt x="53100" y="358339"/>
                  <a:pt x="55271" y="363559"/>
                </a:cubicBezTo>
                <a:cubicBezTo>
                  <a:pt x="52916" y="343390"/>
                  <a:pt x="51775" y="323099"/>
                  <a:pt x="51855" y="302793"/>
                </a:cubicBezTo>
                <a:cubicBezTo>
                  <a:pt x="48495" y="300982"/>
                  <a:pt x="45315" y="299081"/>
                  <a:pt x="42442" y="297037"/>
                </a:cubicBezTo>
                <a:cubicBezTo>
                  <a:pt x="38351" y="294096"/>
                  <a:pt x="34696" y="290957"/>
                  <a:pt x="31449" y="287667"/>
                </a:cubicBezTo>
                <a:cubicBezTo>
                  <a:pt x="24945" y="281049"/>
                  <a:pt x="19671" y="273695"/>
                  <a:pt x="16178" y="265985"/>
                </a:cubicBezTo>
                <a:cubicBezTo>
                  <a:pt x="13464" y="260158"/>
                  <a:pt x="11330" y="254078"/>
                  <a:pt x="9805" y="247832"/>
                </a:cubicBezTo>
                <a:cubicBezTo>
                  <a:pt x="9245" y="245740"/>
                  <a:pt x="8933" y="243662"/>
                  <a:pt x="8548" y="241542"/>
                </a:cubicBezTo>
                <a:cubicBezTo>
                  <a:pt x="7144" y="233026"/>
                  <a:pt x="6417" y="224412"/>
                  <a:pt x="6376" y="215780"/>
                </a:cubicBezTo>
                <a:cubicBezTo>
                  <a:pt x="12317" y="220572"/>
                  <a:pt x="17980" y="225700"/>
                  <a:pt x="23337" y="231137"/>
                </a:cubicBezTo>
                <a:cubicBezTo>
                  <a:pt x="28850" y="236800"/>
                  <a:pt x="33714" y="243061"/>
                  <a:pt x="37840" y="249802"/>
                </a:cubicBezTo>
                <a:cubicBezTo>
                  <a:pt x="42603" y="257264"/>
                  <a:pt x="46365" y="265318"/>
                  <a:pt x="49030" y="273760"/>
                </a:cubicBezTo>
                <a:cubicBezTo>
                  <a:pt x="50219" y="277249"/>
                  <a:pt x="51269" y="280783"/>
                  <a:pt x="52176" y="284356"/>
                </a:cubicBezTo>
                <a:lnTo>
                  <a:pt x="52411" y="277319"/>
                </a:lnTo>
                <a:cubicBezTo>
                  <a:pt x="53376" y="258322"/>
                  <a:pt x="55368" y="240110"/>
                  <a:pt x="57974" y="222895"/>
                </a:cubicBezTo>
                <a:cubicBezTo>
                  <a:pt x="50574" y="217272"/>
                  <a:pt x="44486" y="211216"/>
                  <a:pt x="39643" y="204786"/>
                </a:cubicBezTo>
                <a:cubicBezTo>
                  <a:pt x="38246" y="202918"/>
                  <a:pt x="36924" y="201029"/>
                  <a:pt x="35716" y="199109"/>
                </a:cubicBezTo>
                <a:cubicBezTo>
                  <a:pt x="30137" y="189821"/>
                  <a:pt x="26383" y="179554"/>
                  <a:pt x="24654" y="168858"/>
                </a:cubicBezTo>
                <a:cubicBezTo>
                  <a:pt x="24035" y="164665"/>
                  <a:pt x="23639" y="160443"/>
                  <a:pt x="23466" y="156208"/>
                </a:cubicBezTo>
                <a:cubicBezTo>
                  <a:pt x="23285" y="151954"/>
                  <a:pt x="23255" y="147659"/>
                  <a:pt x="23475" y="143380"/>
                </a:cubicBezTo>
                <a:cubicBezTo>
                  <a:pt x="23778" y="139098"/>
                  <a:pt x="24197" y="134824"/>
                  <a:pt x="24731" y="130564"/>
                </a:cubicBezTo>
                <a:cubicBezTo>
                  <a:pt x="29916" y="136067"/>
                  <a:pt x="34904" y="141745"/>
                  <a:pt x="39375" y="147928"/>
                </a:cubicBezTo>
                <a:cubicBezTo>
                  <a:pt x="44138" y="154282"/>
                  <a:pt x="48179" y="161146"/>
                  <a:pt x="51424" y="168393"/>
                </a:cubicBezTo>
                <a:cubicBezTo>
                  <a:pt x="56571" y="180253"/>
                  <a:pt x="59746" y="192874"/>
                  <a:pt x="60824" y="205758"/>
                </a:cubicBezTo>
                <a:cubicBezTo>
                  <a:pt x="64582" y="185178"/>
                  <a:pt x="69371" y="164799"/>
                  <a:pt x="75171" y="144698"/>
                </a:cubicBezTo>
                <a:cubicBezTo>
                  <a:pt x="72296" y="141880"/>
                  <a:pt x="69596" y="139036"/>
                  <a:pt x="67249" y="136137"/>
                </a:cubicBezTo>
                <a:cubicBezTo>
                  <a:pt x="64068" y="132177"/>
                  <a:pt x="61253" y="128139"/>
                  <a:pt x="59074" y="124115"/>
                </a:cubicBezTo>
                <a:cubicBezTo>
                  <a:pt x="54618" y="116011"/>
                  <a:pt x="51798" y="107693"/>
                  <a:pt x="50156" y="99283"/>
                </a:cubicBezTo>
                <a:cubicBezTo>
                  <a:pt x="48701" y="90885"/>
                  <a:pt x="48607" y="82468"/>
                  <a:pt x="49205" y="73969"/>
                </a:cubicBezTo>
                <a:cubicBezTo>
                  <a:pt x="49449" y="69703"/>
                  <a:pt x="50186" y="65529"/>
                  <a:pt x="50937" y="61331"/>
                </a:cubicBezTo>
                <a:cubicBezTo>
                  <a:pt x="51736" y="57161"/>
                  <a:pt x="52650" y="52961"/>
                  <a:pt x="53687" y="48768"/>
                </a:cubicBezTo>
                <a:cubicBezTo>
                  <a:pt x="58186" y="54903"/>
                  <a:pt x="62453" y="61161"/>
                  <a:pt x="66144" y="67860"/>
                </a:cubicBezTo>
              </a:path>
            </a:pathLst>
          </a:custGeom>
          <a:gradFill>
            <a:gsLst>
              <a:gs pos="26000">
                <a:srgbClr val="37A8D3"/>
              </a:gs>
              <a:gs pos="100000">
                <a:srgbClr val="0F46A0"/>
              </a:gs>
            </a:gsLst>
            <a:lin ang="8100000" scaled="0"/>
          </a:gradFill>
          <a:ln>
            <a:noFill/>
          </a:ln>
          <a:effectLst/>
        </p:spPr>
        <p:txBody>
          <a:bodyPr rot="0" spcFirstLastPara="0" vertOverflow="overflow" horzOverflow="overflow" vert="horz" wrap="square" lIns="84125" tIns="42062" rIns="84125" bIns="42062" numCol="1" spcCol="0" rtlCol="0" fromWordArt="0" anchor="t" anchorCtr="0" forceAA="0" compatLnSpc="1">
            <a:noAutofit/>
          </a:bodyPr>
          <a:lstStyle/>
          <a:p>
            <a:pPr marL="0" marR="0" lvl="0" indent="0" algn="ctr" defTabSz="45720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zh-CN" altLang="en-US" sz="10800" b="0" i="0" u="none" strike="noStrike" kern="1200" cap="none" spc="-300" normalizeH="0" baseline="0" noProof="0">
              <a:ln>
                <a:noFill/>
              </a:ln>
              <a:gradFill>
                <a:gsLst>
                  <a:gs pos="6000">
                    <a:srgbClr val="0B9BF6"/>
                  </a:gs>
                  <a:gs pos="92000">
                    <a:srgbClr val="0F46A0"/>
                  </a:gs>
                </a:gsLst>
                <a:lin ang="8100000" scaled="0"/>
              </a:gradFill>
              <a:effectLst>
                <a:outerShdw blurRad="32715" dist="32715" dir="5400000" algn="ctr" rotWithShape="0">
                  <a:srgbClr val="0F46A0">
                    <a:alpha val="20000"/>
                  </a:srgbClr>
                </a:outerShdw>
              </a:effectLst>
              <a:uLnTx/>
              <a:uFillTx/>
              <a:latin typeface="Arial"/>
              <a:ea typeface="汉仪心海行楷W" panose="00020600040101010101" pitchFamily="18" charset="-122"/>
              <a:cs typeface="演示流云楷" panose="02000600000000000000" pitchFamily="2" charset="-122"/>
            </a:endParaRPr>
          </a:p>
        </p:txBody>
      </p:sp>
      <p:sp>
        <p:nvSpPr>
          <p:cNvPr id="41" name="图形 21">
            <a:extLst>
              <a:ext uri="{FF2B5EF4-FFF2-40B4-BE49-F238E27FC236}">
                <a16:creationId xmlns:a16="http://schemas.microsoft.com/office/drawing/2014/main" id="{4988F9A1-FD09-35AA-29E7-BC06707054E5}"/>
              </a:ext>
            </a:extLst>
          </p:cNvPr>
          <p:cNvSpPr/>
          <p:nvPr/>
        </p:nvSpPr>
        <p:spPr>
          <a:xfrm>
            <a:off x="234384" y="5805581"/>
            <a:ext cx="234315" cy="483235"/>
          </a:xfrm>
          <a:custGeom>
            <a:avLst/>
            <a:gdLst>
              <a:gd name="connsiteX0" fmla="*/ 66144 w 293498"/>
              <a:gd name="connsiteY0" fmla="*/ 67860 h 689544"/>
              <a:gd name="connsiteX1" fmla="*/ 71197 w 293498"/>
              <a:gd name="connsiteY1" fmla="*/ 78271 h 689544"/>
              <a:gd name="connsiteX2" fmla="*/ 78336 w 293498"/>
              <a:gd name="connsiteY2" fmla="*/ 101948 h 689544"/>
              <a:gd name="connsiteX3" fmla="*/ 79212 w 293498"/>
              <a:gd name="connsiteY3" fmla="*/ 108565 h 689544"/>
              <a:gd name="connsiteX4" fmla="*/ 79909 w 293498"/>
              <a:gd name="connsiteY4" fmla="*/ 128972 h 689544"/>
              <a:gd name="connsiteX5" fmla="*/ 90184 w 293498"/>
              <a:gd name="connsiteY5" fmla="*/ 99364 h 689544"/>
              <a:gd name="connsiteX6" fmla="*/ 93687 w 293498"/>
              <a:gd name="connsiteY6" fmla="*/ 90066 h 689544"/>
              <a:gd name="connsiteX7" fmla="*/ 93500 w 293498"/>
              <a:gd name="connsiteY7" fmla="*/ 87160 h 689544"/>
              <a:gd name="connsiteX8" fmla="*/ 95561 w 293498"/>
              <a:gd name="connsiteY8" fmla="*/ 62812 h 689544"/>
              <a:gd name="connsiteX9" fmla="*/ 99658 w 293498"/>
              <a:gd name="connsiteY9" fmla="*/ 48807 h 689544"/>
              <a:gd name="connsiteX10" fmla="*/ 105321 w 293498"/>
              <a:gd name="connsiteY10" fmla="*/ 36381 h 689544"/>
              <a:gd name="connsiteX11" fmla="*/ 120748 w 293498"/>
              <a:gd name="connsiteY11" fmla="*/ 15955 h 689544"/>
              <a:gd name="connsiteX12" fmla="*/ 139586 w 293498"/>
              <a:gd name="connsiteY12" fmla="*/ 39 h 689544"/>
              <a:gd name="connsiteX13" fmla="*/ 136265 w 293498"/>
              <a:gd name="connsiteY13" fmla="*/ 24174 h 689544"/>
              <a:gd name="connsiteX14" fmla="*/ 129270 w 293498"/>
              <a:gd name="connsiteY14" fmla="*/ 47989 h 689544"/>
              <a:gd name="connsiteX15" fmla="*/ 123655 w 293498"/>
              <a:gd name="connsiteY15" fmla="*/ 59831 h 689544"/>
              <a:gd name="connsiteX16" fmla="*/ 116043 w 293498"/>
              <a:gd name="connsiteY16" fmla="*/ 71679 h 689544"/>
              <a:gd name="connsiteX17" fmla="*/ 106381 w 293498"/>
              <a:gd name="connsiteY17" fmla="*/ 83790 h 689544"/>
              <a:gd name="connsiteX18" fmla="*/ 100535 w 293498"/>
              <a:gd name="connsiteY18" fmla="*/ 89903 h 689544"/>
              <a:gd name="connsiteX19" fmla="*/ 98571 w 293498"/>
              <a:gd name="connsiteY19" fmla="*/ 91856 h 689544"/>
              <a:gd name="connsiteX20" fmla="*/ 95168 w 293498"/>
              <a:gd name="connsiteY20" fmla="*/ 101149 h 689544"/>
              <a:gd name="connsiteX21" fmla="*/ 85198 w 293498"/>
              <a:gd name="connsiteY21" fmla="*/ 130675 h 689544"/>
              <a:gd name="connsiteX22" fmla="*/ 97685 w 293498"/>
              <a:gd name="connsiteY22" fmla="*/ 114952 h 689544"/>
              <a:gd name="connsiteX23" fmla="*/ 122944 w 293498"/>
              <a:gd name="connsiteY23" fmla="*/ 98498 h 689544"/>
              <a:gd name="connsiteX24" fmla="*/ 133675 w 293498"/>
              <a:gd name="connsiteY24" fmla="*/ 95174 h 689544"/>
              <a:gd name="connsiteX25" fmla="*/ 155299 w 293498"/>
              <a:gd name="connsiteY25" fmla="*/ 92092 h 689544"/>
              <a:gd name="connsiteX26" fmla="*/ 149117 w 293498"/>
              <a:gd name="connsiteY26" fmla="*/ 101130 h 689544"/>
              <a:gd name="connsiteX27" fmla="*/ 142359 w 293498"/>
              <a:gd name="connsiteY27" fmla="*/ 109772 h 689544"/>
              <a:gd name="connsiteX28" fmla="*/ 126309 w 293498"/>
              <a:gd name="connsiteY28" fmla="*/ 125593 h 689544"/>
              <a:gd name="connsiteX29" fmla="*/ 105074 w 293498"/>
              <a:gd name="connsiteY29" fmla="*/ 138420 h 689544"/>
              <a:gd name="connsiteX30" fmla="*/ 91847 w 293498"/>
              <a:gd name="connsiteY30" fmla="*/ 143391 h 689544"/>
              <a:gd name="connsiteX31" fmla="*/ 80640 w 293498"/>
              <a:gd name="connsiteY31" fmla="*/ 146312 h 689544"/>
              <a:gd name="connsiteX32" fmla="*/ 67065 w 293498"/>
              <a:gd name="connsiteY32" fmla="*/ 206370 h 689544"/>
              <a:gd name="connsiteX33" fmla="*/ 80993 w 293498"/>
              <a:gd name="connsiteY33" fmla="*/ 185754 h 689544"/>
              <a:gd name="connsiteX34" fmla="*/ 90099 w 293498"/>
              <a:gd name="connsiteY34" fmla="*/ 177503 h 689544"/>
              <a:gd name="connsiteX35" fmla="*/ 109789 w 293498"/>
              <a:gd name="connsiteY35" fmla="*/ 166518 h 689544"/>
              <a:gd name="connsiteX36" fmla="*/ 130996 w 293498"/>
              <a:gd name="connsiteY36" fmla="*/ 160815 h 689544"/>
              <a:gd name="connsiteX37" fmla="*/ 125875 w 293498"/>
              <a:gd name="connsiteY37" fmla="*/ 170466 h 689544"/>
              <a:gd name="connsiteX38" fmla="*/ 120415 w 293498"/>
              <a:gd name="connsiteY38" fmla="*/ 179922 h 689544"/>
              <a:gd name="connsiteX39" fmla="*/ 113969 w 293498"/>
              <a:gd name="connsiteY39" fmla="*/ 188969 h 689544"/>
              <a:gd name="connsiteX40" fmla="*/ 106565 w 293498"/>
              <a:gd name="connsiteY40" fmla="*/ 197560 h 689544"/>
              <a:gd name="connsiteX41" fmla="*/ 92569 w 293498"/>
              <a:gd name="connsiteY41" fmla="*/ 209323 h 689544"/>
              <a:gd name="connsiteX42" fmla="*/ 87160 w 293498"/>
              <a:gd name="connsiteY42" fmla="*/ 212955 h 689544"/>
              <a:gd name="connsiteX43" fmla="*/ 64296 w 293498"/>
              <a:gd name="connsiteY43" fmla="*/ 223811 h 689544"/>
              <a:gd name="connsiteX44" fmla="*/ 59282 w 293498"/>
              <a:gd name="connsiteY44" fmla="*/ 277395 h 689544"/>
              <a:gd name="connsiteX45" fmla="*/ 59102 w 293498"/>
              <a:gd name="connsiteY45" fmla="*/ 284560 h 689544"/>
              <a:gd name="connsiteX46" fmla="*/ 62912 w 293498"/>
              <a:gd name="connsiteY46" fmla="*/ 274505 h 689544"/>
              <a:gd name="connsiteX47" fmla="*/ 77399 w 293498"/>
              <a:gd name="connsiteY47" fmla="*/ 253537 h 689544"/>
              <a:gd name="connsiteX48" fmla="*/ 95628 w 293498"/>
              <a:gd name="connsiteY48" fmla="*/ 240068 h 689544"/>
              <a:gd name="connsiteX49" fmla="*/ 115700 w 293498"/>
              <a:gd name="connsiteY49" fmla="*/ 231652 h 689544"/>
              <a:gd name="connsiteX50" fmla="*/ 112083 w 293498"/>
              <a:gd name="connsiteY50" fmla="*/ 241817 h 689544"/>
              <a:gd name="connsiteX51" fmla="*/ 107837 w 293498"/>
              <a:gd name="connsiteY51" fmla="*/ 251845 h 689544"/>
              <a:gd name="connsiteX52" fmla="*/ 105359 w 293498"/>
              <a:gd name="connsiteY52" fmla="*/ 256750 h 689544"/>
              <a:gd name="connsiteX53" fmla="*/ 96588 w 293498"/>
              <a:gd name="connsiteY53" fmla="*/ 271048 h 689544"/>
              <a:gd name="connsiteX54" fmla="*/ 68073 w 293498"/>
              <a:gd name="connsiteY54" fmla="*/ 297265 h 689544"/>
              <a:gd name="connsiteX55" fmla="*/ 58855 w 293498"/>
              <a:gd name="connsiteY55" fmla="*/ 302814 h 689544"/>
              <a:gd name="connsiteX56" fmla="*/ 58918 w 293498"/>
              <a:gd name="connsiteY56" fmla="*/ 307161 h 689544"/>
              <a:gd name="connsiteX57" fmla="*/ 59255 w 293498"/>
              <a:gd name="connsiteY57" fmla="*/ 322343 h 689544"/>
              <a:gd name="connsiteX58" fmla="*/ 60254 w 293498"/>
              <a:gd name="connsiteY58" fmla="*/ 337714 h 689544"/>
              <a:gd name="connsiteX59" fmla="*/ 60814 w 293498"/>
              <a:gd name="connsiteY59" fmla="*/ 345435 h 689544"/>
              <a:gd name="connsiteX60" fmla="*/ 61699 w 293498"/>
              <a:gd name="connsiteY60" fmla="*/ 353150 h 689544"/>
              <a:gd name="connsiteX61" fmla="*/ 62756 w 293498"/>
              <a:gd name="connsiteY61" fmla="*/ 362348 h 689544"/>
              <a:gd name="connsiteX62" fmla="*/ 67051 w 293498"/>
              <a:gd name="connsiteY62" fmla="*/ 346721 h 689544"/>
              <a:gd name="connsiteX63" fmla="*/ 68256 w 293498"/>
              <a:gd name="connsiteY63" fmla="*/ 343685 h 689544"/>
              <a:gd name="connsiteX64" fmla="*/ 69631 w 293498"/>
              <a:gd name="connsiteY64" fmla="*/ 340748 h 689544"/>
              <a:gd name="connsiteX65" fmla="*/ 83408 w 293498"/>
              <a:gd name="connsiteY65" fmla="*/ 321621 h 689544"/>
              <a:gd name="connsiteX66" fmla="*/ 91890 w 293498"/>
              <a:gd name="connsiteY66" fmla="*/ 314394 h 689544"/>
              <a:gd name="connsiteX67" fmla="*/ 110545 w 293498"/>
              <a:gd name="connsiteY67" fmla="*/ 303196 h 689544"/>
              <a:gd name="connsiteX68" fmla="*/ 107082 w 293498"/>
              <a:gd name="connsiteY68" fmla="*/ 318887 h 689544"/>
              <a:gd name="connsiteX69" fmla="*/ 105722 w 293498"/>
              <a:gd name="connsiteY69" fmla="*/ 324084 h 689544"/>
              <a:gd name="connsiteX70" fmla="*/ 102221 w 293498"/>
              <a:gd name="connsiteY70" fmla="*/ 334381 h 689544"/>
              <a:gd name="connsiteX71" fmla="*/ 97516 w 293498"/>
              <a:gd name="connsiteY71" fmla="*/ 344593 h 689544"/>
              <a:gd name="connsiteX72" fmla="*/ 83450 w 293498"/>
              <a:gd name="connsiteY72" fmla="*/ 364776 h 689544"/>
              <a:gd name="connsiteX73" fmla="*/ 65639 w 293498"/>
              <a:gd name="connsiteY73" fmla="*/ 381477 h 689544"/>
              <a:gd name="connsiteX74" fmla="*/ 69161 w 293498"/>
              <a:gd name="connsiteY74" fmla="*/ 399721 h 689544"/>
              <a:gd name="connsiteX75" fmla="*/ 79315 w 293498"/>
              <a:gd name="connsiteY75" fmla="*/ 438454 h 689544"/>
              <a:gd name="connsiteX76" fmla="*/ 79728 w 293498"/>
              <a:gd name="connsiteY76" fmla="*/ 430330 h 689544"/>
              <a:gd name="connsiteX77" fmla="*/ 86718 w 293498"/>
              <a:gd name="connsiteY77" fmla="*/ 405966 h 689544"/>
              <a:gd name="connsiteX78" fmla="*/ 116384 w 293498"/>
              <a:gd name="connsiteY78" fmla="*/ 373692 h 689544"/>
              <a:gd name="connsiteX79" fmla="*/ 116129 w 293498"/>
              <a:gd name="connsiteY79" fmla="*/ 378979 h 689544"/>
              <a:gd name="connsiteX80" fmla="*/ 115964 w 293498"/>
              <a:gd name="connsiteY80" fmla="*/ 384224 h 689544"/>
              <a:gd name="connsiteX81" fmla="*/ 114186 w 293498"/>
              <a:gd name="connsiteY81" fmla="*/ 400115 h 689544"/>
              <a:gd name="connsiteX82" fmla="*/ 113282 w 293498"/>
              <a:gd name="connsiteY82" fmla="*/ 405414 h 689544"/>
              <a:gd name="connsiteX83" fmla="*/ 110429 w 293498"/>
              <a:gd name="connsiteY83" fmla="*/ 416149 h 689544"/>
              <a:gd name="connsiteX84" fmla="*/ 92127 w 293498"/>
              <a:gd name="connsiteY84" fmla="*/ 449967 h 689544"/>
              <a:gd name="connsiteX85" fmla="*/ 85853 w 293498"/>
              <a:gd name="connsiteY85" fmla="*/ 457602 h 689544"/>
              <a:gd name="connsiteX86" fmla="*/ 109599 w 293498"/>
              <a:gd name="connsiteY86" fmla="*/ 510229 h 689544"/>
              <a:gd name="connsiteX87" fmla="*/ 108358 w 293498"/>
              <a:gd name="connsiteY87" fmla="*/ 496390 h 689544"/>
              <a:gd name="connsiteX88" fmla="*/ 108608 w 293498"/>
              <a:gd name="connsiteY88" fmla="*/ 489941 h 689544"/>
              <a:gd name="connsiteX89" fmla="*/ 114782 w 293498"/>
              <a:gd name="connsiteY89" fmla="*/ 467325 h 689544"/>
              <a:gd name="connsiteX90" fmla="*/ 120253 w 293498"/>
              <a:gd name="connsiteY90" fmla="*/ 457682 h 689544"/>
              <a:gd name="connsiteX91" fmla="*/ 134018 w 293498"/>
              <a:gd name="connsiteY91" fmla="*/ 441026 h 689544"/>
              <a:gd name="connsiteX92" fmla="*/ 136008 w 293498"/>
              <a:gd name="connsiteY92" fmla="*/ 456520 h 689544"/>
              <a:gd name="connsiteX93" fmla="*/ 136545 w 293498"/>
              <a:gd name="connsiteY93" fmla="*/ 461718 h 689544"/>
              <a:gd name="connsiteX94" fmla="*/ 136463 w 293498"/>
              <a:gd name="connsiteY94" fmla="*/ 477848 h 689544"/>
              <a:gd name="connsiteX95" fmla="*/ 135982 w 293498"/>
              <a:gd name="connsiteY95" fmla="*/ 483360 h 689544"/>
              <a:gd name="connsiteX96" fmla="*/ 130170 w 293498"/>
              <a:gd name="connsiteY96" fmla="*/ 507021 h 689544"/>
              <a:gd name="connsiteX97" fmla="*/ 120186 w 293498"/>
              <a:gd name="connsiteY97" fmla="*/ 528435 h 689544"/>
              <a:gd name="connsiteX98" fmla="*/ 153536 w 293498"/>
              <a:gd name="connsiteY98" fmla="*/ 574288 h 689544"/>
              <a:gd name="connsiteX99" fmla="*/ 151550 w 293498"/>
              <a:gd name="connsiteY99" fmla="*/ 568703 h 689544"/>
              <a:gd name="connsiteX100" fmla="*/ 148525 w 293498"/>
              <a:gd name="connsiteY100" fmla="*/ 543638 h 689544"/>
              <a:gd name="connsiteX101" fmla="*/ 153700 w 293498"/>
              <a:gd name="connsiteY101" fmla="*/ 521861 h 689544"/>
              <a:gd name="connsiteX102" fmla="*/ 158242 w 293498"/>
              <a:gd name="connsiteY102" fmla="*/ 512101 h 689544"/>
              <a:gd name="connsiteX103" fmla="*/ 163891 w 293498"/>
              <a:gd name="connsiteY103" fmla="*/ 502818 h 689544"/>
              <a:gd name="connsiteX104" fmla="*/ 174281 w 293498"/>
              <a:gd name="connsiteY104" fmla="*/ 543649 h 689544"/>
              <a:gd name="connsiteX105" fmla="*/ 173485 w 293498"/>
              <a:gd name="connsiteY105" fmla="*/ 567923 h 689544"/>
              <a:gd name="connsiteX106" fmla="*/ 170666 w 293498"/>
              <a:gd name="connsiteY106" fmla="*/ 581830 h 689544"/>
              <a:gd name="connsiteX107" fmla="*/ 168612 w 293498"/>
              <a:gd name="connsiteY107" fmla="*/ 589231 h 689544"/>
              <a:gd name="connsiteX108" fmla="*/ 168129 w 293498"/>
              <a:gd name="connsiteY108" fmla="*/ 590625 h 689544"/>
              <a:gd name="connsiteX109" fmla="*/ 182651 w 293498"/>
              <a:gd name="connsiteY109" fmla="*/ 605249 h 689544"/>
              <a:gd name="connsiteX110" fmla="*/ 201172 w 293498"/>
              <a:gd name="connsiteY110" fmla="*/ 621635 h 689544"/>
              <a:gd name="connsiteX111" fmla="*/ 209800 w 293498"/>
              <a:gd name="connsiteY111" fmla="*/ 628417 h 689544"/>
              <a:gd name="connsiteX112" fmla="*/ 207073 w 293498"/>
              <a:gd name="connsiteY112" fmla="*/ 623948 h 689544"/>
              <a:gd name="connsiteX113" fmla="*/ 204004 w 293498"/>
              <a:gd name="connsiteY113" fmla="*/ 617899 h 689544"/>
              <a:gd name="connsiteX114" fmla="*/ 201751 w 293498"/>
              <a:gd name="connsiteY114" fmla="*/ 611773 h 689544"/>
              <a:gd name="connsiteX115" fmla="*/ 198295 w 293498"/>
              <a:gd name="connsiteY115" fmla="*/ 588680 h 689544"/>
              <a:gd name="connsiteX116" fmla="*/ 199533 w 293498"/>
              <a:gd name="connsiteY116" fmla="*/ 577623 h 689544"/>
              <a:gd name="connsiteX117" fmla="*/ 205529 w 293498"/>
              <a:gd name="connsiteY117" fmla="*/ 556930 h 689544"/>
              <a:gd name="connsiteX118" fmla="*/ 210970 w 293498"/>
              <a:gd name="connsiteY118" fmla="*/ 565668 h 689544"/>
              <a:gd name="connsiteX119" fmla="*/ 215974 w 293498"/>
              <a:gd name="connsiteY119" fmla="*/ 574829 h 689544"/>
              <a:gd name="connsiteX120" fmla="*/ 224124 w 293498"/>
              <a:gd name="connsiteY120" fmla="*/ 594972 h 689544"/>
              <a:gd name="connsiteX121" fmla="*/ 228349 w 293498"/>
              <a:gd name="connsiteY121" fmla="*/ 618961 h 689544"/>
              <a:gd name="connsiteX122" fmla="*/ 227729 w 293498"/>
              <a:gd name="connsiteY122" fmla="*/ 641760 h 689544"/>
              <a:gd name="connsiteX123" fmla="*/ 236092 w 293498"/>
              <a:gd name="connsiteY123" fmla="*/ 647553 h 689544"/>
              <a:gd name="connsiteX124" fmla="*/ 240032 w 293498"/>
              <a:gd name="connsiteY124" fmla="*/ 650311 h 689544"/>
              <a:gd name="connsiteX125" fmla="*/ 244077 w 293498"/>
              <a:gd name="connsiteY125" fmla="*/ 652775 h 689544"/>
              <a:gd name="connsiteX126" fmla="*/ 251781 w 293498"/>
              <a:gd name="connsiteY126" fmla="*/ 657480 h 689544"/>
              <a:gd name="connsiteX127" fmla="*/ 258945 w 293498"/>
              <a:gd name="connsiteY127" fmla="*/ 661841 h 689544"/>
              <a:gd name="connsiteX128" fmla="*/ 260629 w 293498"/>
              <a:gd name="connsiteY128" fmla="*/ 662878 h 689544"/>
              <a:gd name="connsiteX129" fmla="*/ 261522 w 293498"/>
              <a:gd name="connsiteY129" fmla="*/ 663393 h 689544"/>
              <a:gd name="connsiteX130" fmla="*/ 261822 w 293498"/>
              <a:gd name="connsiteY130" fmla="*/ 663598 h 689544"/>
              <a:gd name="connsiteX131" fmla="*/ 262208 w 293498"/>
              <a:gd name="connsiteY131" fmla="*/ 663821 h 689544"/>
              <a:gd name="connsiteX132" fmla="*/ 265430 w 293498"/>
              <a:gd name="connsiteY132" fmla="*/ 665649 h 689544"/>
              <a:gd name="connsiteX133" fmla="*/ 292154 w 293498"/>
              <a:gd name="connsiteY133" fmla="*/ 679470 h 689544"/>
              <a:gd name="connsiteX134" fmla="*/ 293818 w 293498"/>
              <a:gd name="connsiteY134" fmla="*/ 683551 h 689544"/>
              <a:gd name="connsiteX135" fmla="*/ 291607 w 293498"/>
              <a:gd name="connsiteY135" fmla="*/ 688160 h 689544"/>
              <a:gd name="connsiteX136" fmla="*/ 287338 w 293498"/>
              <a:gd name="connsiteY136" fmla="*/ 689427 h 689544"/>
              <a:gd name="connsiteX137" fmla="*/ 260254 w 293498"/>
              <a:gd name="connsiteY137" fmla="*/ 675172 h 689544"/>
              <a:gd name="connsiteX138" fmla="*/ 256008 w 293498"/>
              <a:gd name="connsiteY138" fmla="*/ 672721 h 689544"/>
              <a:gd name="connsiteX139" fmla="*/ 255153 w 293498"/>
              <a:gd name="connsiteY139" fmla="*/ 672195 h 689544"/>
              <a:gd name="connsiteX140" fmla="*/ 253493 w 293498"/>
              <a:gd name="connsiteY140" fmla="*/ 671172 h 689544"/>
              <a:gd name="connsiteX141" fmla="*/ 246396 w 293498"/>
              <a:gd name="connsiteY141" fmla="*/ 666753 h 689544"/>
              <a:gd name="connsiteX142" fmla="*/ 238720 w 293498"/>
              <a:gd name="connsiteY142" fmla="*/ 661999 h 689544"/>
              <a:gd name="connsiteX143" fmla="*/ 234702 w 293498"/>
              <a:gd name="connsiteY143" fmla="*/ 659487 h 689544"/>
              <a:gd name="connsiteX144" fmla="*/ 230655 w 293498"/>
              <a:gd name="connsiteY144" fmla="*/ 656636 h 689544"/>
              <a:gd name="connsiteX145" fmla="*/ 221759 w 293498"/>
              <a:gd name="connsiteY145" fmla="*/ 650374 h 689544"/>
              <a:gd name="connsiteX146" fmla="*/ 213442 w 293498"/>
              <a:gd name="connsiteY146" fmla="*/ 653806 h 689544"/>
              <a:gd name="connsiteX147" fmla="*/ 199216 w 293498"/>
              <a:gd name="connsiteY147" fmla="*/ 657332 h 689544"/>
              <a:gd name="connsiteX148" fmla="*/ 172399 w 293498"/>
              <a:gd name="connsiteY148" fmla="*/ 656708 h 689544"/>
              <a:gd name="connsiteX149" fmla="*/ 147806 w 293498"/>
              <a:gd name="connsiteY149" fmla="*/ 647720 h 689544"/>
              <a:gd name="connsiteX150" fmla="*/ 136373 w 293498"/>
              <a:gd name="connsiteY150" fmla="*/ 640894 h 689544"/>
              <a:gd name="connsiteX151" fmla="*/ 125414 w 293498"/>
              <a:gd name="connsiteY151" fmla="*/ 633023 h 689544"/>
              <a:gd name="connsiteX152" fmla="*/ 148295 w 293498"/>
              <a:gd name="connsiteY152" fmla="*/ 629380 h 689544"/>
              <a:gd name="connsiteX153" fmla="*/ 159968 w 293498"/>
              <a:gd name="connsiteY153" fmla="*/ 628883 h 689544"/>
              <a:gd name="connsiteX154" fmla="*/ 184908 w 293498"/>
              <a:gd name="connsiteY154" fmla="*/ 631253 h 689544"/>
              <a:gd name="connsiteX155" fmla="*/ 191438 w 293498"/>
              <a:gd name="connsiteY155" fmla="*/ 632868 h 689544"/>
              <a:gd name="connsiteX156" fmla="*/ 198277 w 293498"/>
              <a:gd name="connsiteY156" fmla="*/ 634726 h 689544"/>
              <a:gd name="connsiteX157" fmla="*/ 203389 w 293498"/>
              <a:gd name="connsiteY157" fmla="*/ 636456 h 689544"/>
              <a:gd name="connsiteX158" fmla="*/ 194910 w 293498"/>
              <a:gd name="connsiteY158" fmla="*/ 629694 h 689544"/>
              <a:gd name="connsiteX159" fmla="*/ 176073 w 293498"/>
              <a:gd name="connsiteY159" fmla="*/ 612741 h 689544"/>
              <a:gd name="connsiteX160" fmla="*/ 161020 w 293498"/>
              <a:gd name="connsiteY160" fmla="*/ 597424 h 689544"/>
              <a:gd name="connsiteX161" fmla="*/ 159498 w 293498"/>
              <a:gd name="connsiteY161" fmla="*/ 597832 h 689544"/>
              <a:gd name="connsiteX162" fmla="*/ 137320 w 293498"/>
              <a:gd name="connsiteY162" fmla="*/ 599758 h 689544"/>
              <a:gd name="connsiteX163" fmla="*/ 111107 w 293498"/>
              <a:gd name="connsiteY163" fmla="*/ 593630 h 689544"/>
              <a:gd name="connsiteX164" fmla="*/ 69816 w 293498"/>
              <a:gd name="connsiteY164" fmla="*/ 560752 h 689544"/>
              <a:gd name="connsiteX165" fmla="*/ 81239 w 293498"/>
              <a:gd name="connsiteY165" fmla="*/ 561076 h 689544"/>
              <a:gd name="connsiteX166" fmla="*/ 92916 w 293498"/>
              <a:gd name="connsiteY166" fmla="*/ 561963 h 689544"/>
              <a:gd name="connsiteX167" fmla="*/ 116295 w 293498"/>
              <a:gd name="connsiteY167" fmla="*/ 566874 h 689544"/>
              <a:gd name="connsiteX168" fmla="*/ 140738 w 293498"/>
              <a:gd name="connsiteY168" fmla="*/ 577513 h 689544"/>
              <a:gd name="connsiteX169" fmla="*/ 146383 w 293498"/>
              <a:gd name="connsiteY169" fmla="*/ 580772 h 689544"/>
              <a:gd name="connsiteX170" fmla="*/ 112398 w 293498"/>
              <a:gd name="connsiteY170" fmla="*/ 533233 h 689544"/>
              <a:gd name="connsiteX171" fmla="*/ 88167 w 293498"/>
              <a:gd name="connsiteY171" fmla="*/ 530694 h 689544"/>
              <a:gd name="connsiteX172" fmla="*/ 63854 w 293498"/>
              <a:gd name="connsiteY172" fmla="*/ 519326 h 689544"/>
              <a:gd name="connsiteX173" fmla="*/ 53786 w 293498"/>
              <a:gd name="connsiteY173" fmla="*/ 510972 h 689544"/>
              <a:gd name="connsiteX174" fmla="*/ 40754 w 293498"/>
              <a:gd name="connsiteY174" fmla="*/ 496051 h 689544"/>
              <a:gd name="connsiteX175" fmla="*/ 30224 w 293498"/>
              <a:gd name="connsiteY175" fmla="*/ 478971 h 689544"/>
              <a:gd name="connsiteX176" fmla="*/ 63547 w 293498"/>
              <a:gd name="connsiteY176" fmla="*/ 488883 h 689544"/>
              <a:gd name="connsiteX177" fmla="*/ 85380 w 293498"/>
              <a:gd name="connsiteY177" fmla="*/ 501038 h 689544"/>
              <a:gd name="connsiteX178" fmla="*/ 90841 w 293498"/>
              <a:gd name="connsiteY178" fmla="*/ 505059 h 689544"/>
              <a:gd name="connsiteX179" fmla="*/ 101750 w 293498"/>
              <a:gd name="connsiteY179" fmla="*/ 514574 h 689544"/>
              <a:gd name="connsiteX180" fmla="*/ 101696 w 293498"/>
              <a:gd name="connsiteY180" fmla="*/ 514446 h 689544"/>
              <a:gd name="connsiteX181" fmla="*/ 98096 w 293498"/>
              <a:gd name="connsiteY181" fmla="*/ 507480 h 689544"/>
              <a:gd name="connsiteX182" fmla="*/ 94500 w 293498"/>
              <a:gd name="connsiteY182" fmla="*/ 500450 h 689544"/>
              <a:gd name="connsiteX183" fmla="*/ 91187 w 293498"/>
              <a:gd name="connsiteY183" fmla="*/ 493263 h 689544"/>
              <a:gd name="connsiteX184" fmla="*/ 84736 w 293498"/>
              <a:gd name="connsiteY184" fmla="*/ 478700 h 689544"/>
              <a:gd name="connsiteX185" fmla="*/ 79023 w 293498"/>
              <a:gd name="connsiteY185" fmla="*/ 463694 h 689544"/>
              <a:gd name="connsiteX186" fmla="*/ 77872 w 293498"/>
              <a:gd name="connsiteY186" fmla="*/ 460617 h 689544"/>
              <a:gd name="connsiteX187" fmla="*/ 54381 w 293498"/>
              <a:gd name="connsiteY187" fmla="*/ 453230 h 689544"/>
              <a:gd name="connsiteX188" fmla="*/ 32741 w 293498"/>
              <a:gd name="connsiteY188" fmla="*/ 437455 h 689544"/>
              <a:gd name="connsiteX189" fmla="*/ 24408 w 293498"/>
              <a:gd name="connsiteY189" fmla="*/ 427434 h 689544"/>
              <a:gd name="connsiteX190" fmla="*/ 20753 w 293498"/>
              <a:gd name="connsiteY190" fmla="*/ 422011 h 689544"/>
              <a:gd name="connsiteX191" fmla="*/ 11962 w 293498"/>
              <a:gd name="connsiteY191" fmla="*/ 404424 h 689544"/>
              <a:gd name="connsiteX192" fmla="*/ 9499 w 293498"/>
              <a:gd name="connsiteY192" fmla="*/ 398273 h 689544"/>
              <a:gd name="connsiteX193" fmla="*/ 7429 w 293498"/>
              <a:gd name="connsiteY193" fmla="*/ 391997 h 689544"/>
              <a:gd name="connsiteX194" fmla="*/ 48005 w 293498"/>
              <a:gd name="connsiteY194" fmla="*/ 414973 h 689544"/>
              <a:gd name="connsiteX195" fmla="*/ 66344 w 293498"/>
              <a:gd name="connsiteY195" fmla="*/ 434181 h 689544"/>
              <a:gd name="connsiteX196" fmla="*/ 71409 w 293498"/>
              <a:gd name="connsiteY196" fmla="*/ 441061 h 689544"/>
              <a:gd name="connsiteX197" fmla="*/ 71338 w 293498"/>
              <a:gd name="connsiteY197" fmla="*/ 440795 h 689544"/>
              <a:gd name="connsiteX198" fmla="*/ 69006 w 293498"/>
              <a:gd name="connsiteY198" fmla="*/ 433080 h 689544"/>
              <a:gd name="connsiteX199" fmla="*/ 64915 w 293498"/>
              <a:gd name="connsiteY199" fmla="*/ 417436 h 689544"/>
              <a:gd name="connsiteX200" fmla="*/ 63927 w 293498"/>
              <a:gd name="connsiteY200" fmla="*/ 413520 h 689544"/>
              <a:gd name="connsiteX201" fmla="*/ 63078 w 293498"/>
              <a:gd name="connsiteY201" fmla="*/ 409588 h 689544"/>
              <a:gd name="connsiteX202" fmla="*/ 61444 w 293498"/>
              <a:gd name="connsiteY202" fmla="*/ 401666 h 689544"/>
              <a:gd name="connsiteX203" fmla="*/ 57939 w 293498"/>
              <a:gd name="connsiteY203" fmla="*/ 382725 h 689544"/>
              <a:gd name="connsiteX204" fmla="*/ 35682 w 293498"/>
              <a:gd name="connsiteY204" fmla="*/ 371194 h 689544"/>
              <a:gd name="connsiteX205" fmla="*/ 10901 w 293498"/>
              <a:gd name="connsiteY205" fmla="*/ 340805 h 689544"/>
              <a:gd name="connsiteX206" fmla="*/ 4017 w 293498"/>
              <a:gd name="connsiteY206" fmla="*/ 322646 h 689544"/>
              <a:gd name="connsiteX207" fmla="*/ 39 w 293498"/>
              <a:gd name="connsiteY207" fmla="*/ 303464 h 689544"/>
              <a:gd name="connsiteX208" fmla="*/ 19088 w 293498"/>
              <a:gd name="connsiteY208" fmla="*/ 316263 h 689544"/>
              <a:gd name="connsiteX209" fmla="*/ 36338 w 293498"/>
              <a:gd name="connsiteY209" fmla="*/ 332623 h 689544"/>
              <a:gd name="connsiteX210" fmla="*/ 43962 w 293498"/>
              <a:gd name="connsiteY210" fmla="*/ 342814 h 689544"/>
              <a:gd name="connsiteX211" fmla="*/ 47578 w 293498"/>
              <a:gd name="connsiteY211" fmla="*/ 348472 h 689544"/>
              <a:gd name="connsiteX212" fmla="*/ 55271 w 293498"/>
              <a:gd name="connsiteY212" fmla="*/ 363559 h 689544"/>
              <a:gd name="connsiteX213" fmla="*/ 51855 w 293498"/>
              <a:gd name="connsiteY213" fmla="*/ 302793 h 689544"/>
              <a:gd name="connsiteX214" fmla="*/ 42442 w 293498"/>
              <a:gd name="connsiteY214" fmla="*/ 297037 h 689544"/>
              <a:gd name="connsiteX215" fmla="*/ 31449 w 293498"/>
              <a:gd name="connsiteY215" fmla="*/ 287667 h 689544"/>
              <a:gd name="connsiteX216" fmla="*/ 16178 w 293498"/>
              <a:gd name="connsiteY216" fmla="*/ 265985 h 689544"/>
              <a:gd name="connsiteX217" fmla="*/ 9805 w 293498"/>
              <a:gd name="connsiteY217" fmla="*/ 247832 h 689544"/>
              <a:gd name="connsiteX218" fmla="*/ 8548 w 293498"/>
              <a:gd name="connsiteY218" fmla="*/ 241542 h 689544"/>
              <a:gd name="connsiteX219" fmla="*/ 6376 w 293498"/>
              <a:gd name="connsiteY219" fmla="*/ 215780 h 689544"/>
              <a:gd name="connsiteX220" fmla="*/ 23337 w 293498"/>
              <a:gd name="connsiteY220" fmla="*/ 231137 h 689544"/>
              <a:gd name="connsiteX221" fmla="*/ 37840 w 293498"/>
              <a:gd name="connsiteY221" fmla="*/ 249802 h 689544"/>
              <a:gd name="connsiteX222" fmla="*/ 49030 w 293498"/>
              <a:gd name="connsiteY222" fmla="*/ 273760 h 689544"/>
              <a:gd name="connsiteX223" fmla="*/ 52176 w 293498"/>
              <a:gd name="connsiteY223" fmla="*/ 284356 h 689544"/>
              <a:gd name="connsiteX224" fmla="*/ 52411 w 293498"/>
              <a:gd name="connsiteY224" fmla="*/ 277319 h 689544"/>
              <a:gd name="connsiteX225" fmla="*/ 57974 w 293498"/>
              <a:gd name="connsiteY225" fmla="*/ 222895 h 689544"/>
              <a:gd name="connsiteX226" fmla="*/ 39643 w 293498"/>
              <a:gd name="connsiteY226" fmla="*/ 204786 h 689544"/>
              <a:gd name="connsiteX227" fmla="*/ 35716 w 293498"/>
              <a:gd name="connsiteY227" fmla="*/ 199109 h 689544"/>
              <a:gd name="connsiteX228" fmla="*/ 24654 w 293498"/>
              <a:gd name="connsiteY228" fmla="*/ 168858 h 689544"/>
              <a:gd name="connsiteX229" fmla="*/ 23466 w 293498"/>
              <a:gd name="connsiteY229" fmla="*/ 156208 h 689544"/>
              <a:gd name="connsiteX230" fmla="*/ 23475 w 293498"/>
              <a:gd name="connsiteY230" fmla="*/ 143380 h 689544"/>
              <a:gd name="connsiteX231" fmla="*/ 24731 w 293498"/>
              <a:gd name="connsiteY231" fmla="*/ 130564 h 689544"/>
              <a:gd name="connsiteX232" fmla="*/ 39375 w 293498"/>
              <a:gd name="connsiteY232" fmla="*/ 147928 h 689544"/>
              <a:gd name="connsiteX233" fmla="*/ 51424 w 293498"/>
              <a:gd name="connsiteY233" fmla="*/ 168393 h 689544"/>
              <a:gd name="connsiteX234" fmla="*/ 60824 w 293498"/>
              <a:gd name="connsiteY234" fmla="*/ 205758 h 689544"/>
              <a:gd name="connsiteX235" fmla="*/ 75171 w 293498"/>
              <a:gd name="connsiteY235" fmla="*/ 144698 h 689544"/>
              <a:gd name="connsiteX236" fmla="*/ 67249 w 293498"/>
              <a:gd name="connsiteY236" fmla="*/ 136137 h 689544"/>
              <a:gd name="connsiteX237" fmla="*/ 59074 w 293498"/>
              <a:gd name="connsiteY237" fmla="*/ 124115 h 689544"/>
              <a:gd name="connsiteX238" fmla="*/ 50156 w 293498"/>
              <a:gd name="connsiteY238" fmla="*/ 99283 h 689544"/>
              <a:gd name="connsiteX239" fmla="*/ 49205 w 293498"/>
              <a:gd name="connsiteY239" fmla="*/ 73969 h 689544"/>
              <a:gd name="connsiteX240" fmla="*/ 50937 w 293498"/>
              <a:gd name="connsiteY240" fmla="*/ 61331 h 689544"/>
              <a:gd name="connsiteX241" fmla="*/ 53687 w 293498"/>
              <a:gd name="connsiteY241" fmla="*/ 48768 h 689544"/>
              <a:gd name="connsiteX242" fmla="*/ 66144 w 293498"/>
              <a:gd name="connsiteY242" fmla="*/ 67860 h 689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Lst>
            <a:rect l="l" t="t" r="r" b="b"/>
            <a:pathLst>
              <a:path w="293498" h="689544">
                <a:moveTo>
                  <a:pt x="66144" y="67860"/>
                </a:moveTo>
                <a:cubicBezTo>
                  <a:pt x="68010" y="71239"/>
                  <a:pt x="69696" y="74714"/>
                  <a:pt x="71197" y="78271"/>
                </a:cubicBezTo>
                <a:cubicBezTo>
                  <a:pt x="74537" y="85842"/>
                  <a:pt x="76935" y="93793"/>
                  <a:pt x="78336" y="101948"/>
                </a:cubicBezTo>
                <a:cubicBezTo>
                  <a:pt x="78707" y="104091"/>
                  <a:pt x="78949" y="106290"/>
                  <a:pt x="79212" y="108565"/>
                </a:cubicBezTo>
                <a:cubicBezTo>
                  <a:pt x="80091" y="115329"/>
                  <a:pt x="80324" y="122163"/>
                  <a:pt x="79909" y="128972"/>
                </a:cubicBezTo>
                <a:cubicBezTo>
                  <a:pt x="83556" y="117474"/>
                  <a:pt x="87087" y="107514"/>
                  <a:pt x="90184" y="99364"/>
                </a:cubicBezTo>
                <a:lnTo>
                  <a:pt x="93687" y="90066"/>
                </a:lnTo>
                <a:cubicBezTo>
                  <a:pt x="93609" y="89088"/>
                  <a:pt x="93530" y="88110"/>
                  <a:pt x="93500" y="87160"/>
                </a:cubicBezTo>
                <a:cubicBezTo>
                  <a:pt x="93412" y="78996"/>
                  <a:pt x="94101" y="70844"/>
                  <a:pt x="95561" y="62812"/>
                </a:cubicBezTo>
                <a:cubicBezTo>
                  <a:pt x="96571" y="57831"/>
                  <a:pt x="98046" y="53215"/>
                  <a:pt x="99658" y="48807"/>
                </a:cubicBezTo>
                <a:cubicBezTo>
                  <a:pt x="101318" y="44427"/>
                  <a:pt x="103130" y="40230"/>
                  <a:pt x="105321" y="36381"/>
                </a:cubicBezTo>
                <a:cubicBezTo>
                  <a:pt x="109624" y="28977"/>
                  <a:pt x="114804" y="22119"/>
                  <a:pt x="120748" y="15955"/>
                </a:cubicBezTo>
                <a:cubicBezTo>
                  <a:pt x="126629" y="10196"/>
                  <a:pt x="132925" y="4876"/>
                  <a:pt x="139586" y="39"/>
                </a:cubicBezTo>
                <a:cubicBezTo>
                  <a:pt x="139006" y="8148"/>
                  <a:pt x="137896" y="16210"/>
                  <a:pt x="136265" y="24174"/>
                </a:cubicBezTo>
                <a:cubicBezTo>
                  <a:pt x="134812" y="32344"/>
                  <a:pt x="132466" y="40330"/>
                  <a:pt x="129270" y="47989"/>
                </a:cubicBezTo>
                <a:cubicBezTo>
                  <a:pt x="127650" y="51910"/>
                  <a:pt x="125863" y="55895"/>
                  <a:pt x="123655" y="59831"/>
                </a:cubicBezTo>
                <a:cubicBezTo>
                  <a:pt x="121509" y="63770"/>
                  <a:pt x="118890" y="67694"/>
                  <a:pt x="116043" y="71679"/>
                </a:cubicBezTo>
                <a:cubicBezTo>
                  <a:pt x="113268" y="75705"/>
                  <a:pt x="110058" y="79705"/>
                  <a:pt x="106381" y="83790"/>
                </a:cubicBezTo>
                <a:cubicBezTo>
                  <a:pt x="104576" y="85803"/>
                  <a:pt x="102593" y="87843"/>
                  <a:pt x="100535" y="89903"/>
                </a:cubicBezTo>
                <a:lnTo>
                  <a:pt x="98571" y="91856"/>
                </a:lnTo>
                <a:lnTo>
                  <a:pt x="95168" y="101149"/>
                </a:lnTo>
                <a:cubicBezTo>
                  <a:pt x="92148" y="109278"/>
                  <a:pt x="88717" y="119230"/>
                  <a:pt x="85198" y="130675"/>
                </a:cubicBezTo>
                <a:cubicBezTo>
                  <a:pt x="88783" y="125000"/>
                  <a:pt x="92969" y="119729"/>
                  <a:pt x="97685" y="114952"/>
                </a:cubicBezTo>
                <a:cubicBezTo>
                  <a:pt x="104970" y="107897"/>
                  <a:pt x="113546" y="102311"/>
                  <a:pt x="122944" y="98498"/>
                </a:cubicBezTo>
                <a:cubicBezTo>
                  <a:pt x="126447" y="97165"/>
                  <a:pt x="130032" y="96055"/>
                  <a:pt x="133675" y="95174"/>
                </a:cubicBezTo>
                <a:cubicBezTo>
                  <a:pt x="140779" y="93512"/>
                  <a:pt x="148015" y="92480"/>
                  <a:pt x="155299" y="92092"/>
                </a:cubicBezTo>
                <a:cubicBezTo>
                  <a:pt x="153345" y="95144"/>
                  <a:pt x="151292" y="98141"/>
                  <a:pt x="149117" y="101130"/>
                </a:cubicBezTo>
                <a:cubicBezTo>
                  <a:pt x="146968" y="104071"/>
                  <a:pt x="144613" y="106925"/>
                  <a:pt x="142359" y="109772"/>
                </a:cubicBezTo>
                <a:cubicBezTo>
                  <a:pt x="137772" y="115486"/>
                  <a:pt x="132463" y="120783"/>
                  <a:pt x="126309" y="125593"/>
                </a:cubicBezTo>
                <a:cubicBezTo>
                  <a:pt x="120338" y="130475"/>
                  <a:pt x="113378" y="134787"/>
                  <a:pt x="105074" y="138420"/>
                </a:cubicBezTo>
                <a:cubicBezTo>
                  <a:pt x="100923" y="140205"/>
                  <a:pt x="96615" y="141929"/>
                  <a:pt x="91847" y="143391"/>
                </a:cubicBezTo>
                <a:cubicBezTo>
                  <a:pt x="88325" y="144477"/>
                  <a:pt x="84562" y="145425"/>
                  <a:pt x="80640" y="146312"/>
                </a:cubicBezTo>
                <a:cubicBezTo>
                  <a:pt x="75115" y="166092"/>
                  <a:pt x="70584" y="186136"/>
                  <a:pt x="67065" y="206370"/>
                </a:cubicBezTo>
                <a:cubicBezTo>
                  <a:pt x="70715" y="198877"/>
                  <a:pt x="75403" y="191937"/>
                  <a:pt x="80993" y="185754"/>
                </a:cubicBezTo>
                <a:cubicBezTo>
                  <a:pt x="83776" y="182737"/>
                  <a:pt x="86823" y="179976"/>
                  <a:pt x="90099" y="177503"/>
                </a:cubicBezTo>
                <a:cubicBezTo>
                  <a:pt x="96110" y="172929"/>
                  <a:pt x="102739" y="169230"/>
                  <a:pt x="109789" y="166518"/>
                </a:cubicBezTo>
                <a:cubicBezTo>
                  <a:pt x="116676" y="163997"/>
                  <a:pt x="123773" y="162089"/>
                  <a:pt x="130996" y="160815"/>
                </a:cubicBezTo>
                <a:cubicBezTo>
                  <a:pt x="129378" y="164063"/>
                  <a:pt x="127689" y="167268"/>
                  <a:pt x="125875" y="170466"/>
                </a:cubicBezTo>
                <a:cubicBezTo>
                  <a:pt x="124160" y="173658"/>
                  <a:pt x="122398" y="176821"/>
                  <a:pt x="120415" y="179922"/>
                </a:cubicBezTo>
                <a:cubicBezTo>
                  <a:pt x="118446" y="182998"/>
                  <a:pt x="116318" y="186015"/>
                  <a:pt x="113969" y="188969"/>
                </a:cubicBezTo>
                <a:cubicBezTo>
                  <a:pt x="111596" y="191909"/>
                  <a:pt x="109289" y="194790"/>
                  <a:pt x="106565" y="197560"/>
                </a:cubicBezTo>
                <a:cubicBezTo>
                  <a:pt x="102319" y="201954"/>
                  <a:pt x="97629" y="205896"/>
                  <a:pt x="92569" y="209323"/>
                </a:cubicBezTo>
                <a:cubicBezTo>
                  <a:pt x="90846" y="210580"/>
                  <a:pt x="89051" y="211795"/>
                  <a:pt x="87160" y="212955"/>
                </a:cubicBezTo>
                <a:cubicBezTo>
                  <a:pt x="80667" y="216958"/>
                  <a:pt x="73099" y="220596"/>
                  <a:pt x="64296" y="223811"/>
                </a:cubicBezTo>
                <a:cubicBezTo>
                  <a:pt x="61905" y="240764"/>
                  <a:pt x="60081" y="258687"/>
                  <a:pt x="59282" y="277395"/>
                </a:cubicBezTo>
                <a:lnTo>
                  <a:pt x="59102" y="284560"/>
                </a:lnTo>
                <a:cubicBezTo>
                  <a:pt x="60251" y="281010"/>
                  <a:pt x="61517" y="277592"/>
                  <a:pt x="62912" y="274505"/>
                </a:cubicBezTo>
                <a:cubicBezTo>
                  <a:pt x="66622" y="266805"/>
                  <a:pt x="71509" y="259731"/>
                  <a:pt x="77399" y="253537"/>
                </a:cubicBezTo>
                <a:cubicBezTo>
                  <a:pt x="82813" y="248214"/>
                  <a:pt x="88950" y="243680"/>
                  <a:pt x="95628" y="240068"/>
                </a:cubicBezTo>
                <a:cubicBezTo>
                  <a:pt x="102030" y="236618"/>
                  <a:pt x="108753" y="233800"/>
                  <a:pt x="115700" y="231652"/>
                </a:cubicBezTo>
                <a:cubicBezTo>
                  <a:pt x="114424" y="235031"/>
                  <a:pt x="113383" y="238451"/>
                  <a:pt x="112083" y="241817"/>
                </a:cubicBezTo>
                <a:cubicBezTo>
                  <a:pt x="110815" y="245220"/>
                  <a:pt x="109398" y="248566"/>
                  <a:pt x="107837" y="251845"/>
                </a:cubicBezTo>
                <a:cubicBezTo>
                  <a:pt x="107053" y="253482"/>
                  <a:pt x="106167" y="255127"/>
                  <a:pt x="105359" y="256750"/>
                </a:cubicBezTo>
                <a:cubicBezTo>
                  <a:pt x="102869" y="261769"/>
                  <a:pt x="99934" y="266555"/>
                  <a:pt x="96588" y="271048"/>
                </a:cubicBezTo>
                <a:cubicBezTo>
                  <a:pt x="88794" y="281483"/>
                  <a:pt x="79124" y="290373"/>
                  <a:pt x="68073" y="297265"/>
                </a:cubicBezTo>
                <a:cubicBezTo>
                  <a:pt x="65176" y="299163"/>
                  <a:pt x="62121" y="301001"/>
                  <a:pt x="58855" y="302814"/>
                </a:cubicBezTo>
                <a:lnTo>
                  <a:pt x="58918" y="307161"/>
                </a:lnTo>
                <a:cubicBezTo>
                  <a:pt x="59041" y="312184"/>
                  <a:pt x="59074" y="317253"/>
                  <a:pt x="59255" y="322343"/>
                </a:cubicBezTo>
                <a:lnTo>
                  <a:pt x="60254" y="337714"/>
                </a:lnTo>
                <a:cubicBezTo>
                  <a:pt x="60464" y="340248"/>
                  <a:pt x="60521" y="342822"/>
                  <a:pt x="60814" y="345435"/>
                </a:cubicBezTo>
                <a:lnTo>
                  <a:pt x="61699" y="353150"/>
                </a:lnTo>
                <a:cubicBezTo>
                  <a:pt x="62089" y="356206"/>
                  <a:pt x="62404" y="359283"/>
                  <a:pt x="62756" y="362348"/>
                </a:cubicBezTo>
                <a:cubicBezTo>
                  <a:pt x="63789" y="357038"/>
                  <a:pt x="65224" y="351814"/>
                  <a:pt x="67051" y="346721"/>
                </a:cubicBezTo>
                <a:cubicBezTo>
                  <a:pt x="67425" y="345683"/>
                  <a:pt x="67848" y="344672"/>
                  <a:pt x="68256" y="343685"/>
                </a:cubicBezTo>
                <a:cubicBezTo>
                  <a:pt x="68665" y="342700"/>
                  <a:pt x="69160" y="341731"/>
                  <a:pt x="69631" y="340748"/>
                </a:cubicBezTo>
                <a:cubicBezTo>
                  <a:pt x="73224" y="333709"/>
                  <a:pt x="77870" y="327260"/>
                  <a:pt x="83408" y="321621"/>
                </a:cubicBezTo>
                <a:cubicBezTo>
                  <a:pt x="86057" y="319010"/>
                  <a:pt x="88892" y="316594"/>
                  <a:pt x="91890" y="314394"/>
                </a:cubicBezTo>
                <a:cubicBezTo>
                  <a:pt x="97754" y="310099"/>
                  <a:pt x="103998" y="306351"/>
                  <a:pt x="110545" y="303196"/>
                </a:cubicBezTo>
                <a:cubicBezTo>
                  <a:pt x="109633" y="308477"/>
                  <a:pt x="108478" y="313712"/>
                  <a:pt x="107082" y="318887"/>
                </a:cubicBezTo>
                <a:cubicBezTo>
                  <a:pt x="106629" y="320619"/>
                  <a:pt x="106238" y="322355"/>
                  <a:pt x="105722" y="324084"/>
                </a:cubicBezTo>
                <a:cubicBezTo>
                  <a:pt x="104746" y="327578"/>
                  <a:pt x="103576" y="331015"/>
                  <a:pt x="102221" y="334381"/>
                </a:cubicBezTo>
                <a:cubicBezTo>
                  <a:pt x="100777" y="337841"/>
                  <a:pt x="99207" y="341247"/>
                  <a:pt x="97516" y="344593"/>
                </a:cubicBezTo>
                <a:cubicBezTo>
                  <a:pt x="94065" y="351350"/>
                  <a:pt x="89419" y="358059"/>
                  <a:pt x="83450" y="364776"/>
                </a:cubicBezTo>
                <a:cubicBezTo>
                  <a:pt x="78638" y="370327"/>
                  <a:pt x="72725" y="375887"/>
                  <a:pt x="65639" y="381477"/>
                </a:cubicBezTo>
                <a:cubicBezTo>
                  <a:pt x="66620" y="387576"/>
                  <a:pt x="67702" y="393669"/>
                  <a:pt x="69161" y="399721"/>
                </a:cubicBezTo>
                <a:cubicBezTo>
                  <a:pt x="71832" y="412810"/>
                  <a:pt x="75312" y="425722"/>
                  <a:pt x="79315" y="438454"/>
                </a:cubicBezTo>
                <a:cubicBezTo>
                  <a:pt x="79321" y="435659"/>
                  <a:pt x="79408" y="432944"/>
                  <a:pt x="79728" y="430330"/>
                </a:cubicBezTo>
                <a:cubicBezTo>
                  <a:pt x="80951" y="420969"/>
                  <a:pt x="83253" y="412971"/>
                  <a:pt x="86718" y="405966"/>
                </a:cubicBezTo>
                <a:cubicBezTo>
                  <a:pt x="94006" y="391840"/>
                  <a:pt x="104352" y="382054"/>
                  <a:pt x="116384" y="373692"/>
                </a:cubicBezTo>
                <a:cubicBezTo>
                  <a:pt x="116325" y="375455"/>
                  <a:pt x="116240" y="377218"/>
                  <a:pt x="116129" y="378979"/>
                </a:cubicBezTo>
                <a:cubicBezTo>
                  <a:pt x="116011" y="380745"/>
                  <a:pt x="116044" y="382469"/>
                  <a:pt x="115964" y="384224"/>
                </a:cubicBezTo>
                <a:cubicBezTo>
                  <a:pt x="115723" y="389554"/>
                  <a:pt x="115129" y="394862"/>
                  <a:pt x="114186" y="400115"/>
                </a:cubicBezTo>
                <a:cubicBezTo>
                  <a:pt x="113868" y="401893"/>
                  <a:pt x="113625" y="403650"/>
                  <a:pt x="113282" y="405414"/>
                </a:cubicBezTo>
                <a:cubicBezTo>
                  <a:pt x="112558" y="408952"/>
                  <a:pt x="111658" y="412517"/>
                  <a:pt x="110429" y="416149"/>
                </a:cubicBezTo>
                <a:cubicBezTo>
                  <a:pt x="106303" y="428384"/>
                  <a:pt x="100112" y="439821"/>
                  <a:pt x="92127" y="449967"/>
                </a:cubicBezTo>
                <a:cubicBezTo>
                  <a:pt x="90138" y="452518"/>
                  <a:pt x="88065" y="455052"/>
                  <a:pt x="85853" y="457602"/>
                </a:cubicBezTo>
                <a:cubicBezTo>
                  <a:pt x="92615" y="475915"/>
                  <a:pt x="100642" y="493544"/>
                  <a:pt x="109599" y="510229"/>
                </a:cubicBezTo>
                <a:cubicBezTo>
                  <a:pt x="108870" y="505649"/>
                  <a:pt x="108456" y="501026"/>
                  <a:pt x="108358" y="496390"/>
                </a:cubicBezTo>
                <a:cubicBezTo>
                  <a:pt x="108287" y="494237"/>
                  <a:pt x="108371" y="492082"/>
                  <a:pt x="108608" y="489941"/>
                </a:cubicBezTo>
                <a:cubicBezTo>
                  <a:pt x="109482" y="482128"/>
                  <a:pt x="111565" y="474498"/>
                  <a:pt x="114782" y="467325"/>
                </a:cubicBezTo>
                <a:cubicBezTo>
                  <a:pt x="116279" y="464008"/>
                  <a:pt x="118273" y="460721"/>
                  <a:pt x="120253" y="457682"/>
                </a:cubicBezTo>
                <a:cubicBezTo>
                  <a:pt x="124303" y="451706"/>
                  <a:pt x="128912" y="446129"/>
                  <a:pt x="134018" y="441026"/>
                </a:cubicBezTo>
                <a:cubicBezTo>
                  <a:pt x="134931" y="446155"/>
                  <a:pt x="135595" y="451326"/>
                  <a:pt x="136008" y="456520"/>
                </a:cubicBezTo>
                <a:cubicBezTo>
                  <a:pt x="136205" y="458241"/>
                  <a:pt x="136401" y="459962"/>
                  <a:pt x="136545" y="461718"/>
                </a:cubicBezTo>
                <a:cubicBezTo>
                  <a:pt x="136967" y="467088"/>
                  <a:pt x="136940" y="472483"/>
                  <a:pt x="136463" y="477848"/>
                </a:cubicBezTo>
                <a:cubicBezTo>
                  <a:pt x="136303" y="479686"/>
                  <a:pt x="136194" y="481488"/>
                  <a:pt x="135982" y="483360"/>
                </a:cubicBezTo>
                <a:cubicBezTo>
                  <a:pt x="135008" y="491453"/>
                  <a:pt x="133056" y="499398"/>
                  <a:pt x="130170" y="507021"/>
                </a:cubicBezTo>
                <a:cubicBezTo>
                  <a:pt x="127807" y="513730"/>
                  <a:pt x="124498" y="520857"/>
                  <a:pt x="120186" y="528435"/>
                </a:cubicBezTo>
                <a:cubicBezTo>
                  <a:pt x="130547" y="545030"/>
                  <a:pt x="141817" y="560381"/>
                  <a:pt x="153536" y="574288"/>
                </a:cubicBezTo>
                <a:cubicBezTo>
                  <a:pt x="152785" y="572459"/>
                  <a:pt x="152122" y="570595"/>
                  <a:pt x="151550" y="568703"/>
                </a:cubicBezTo>
                <a:cubicBezTo>
                  <a:pt x="149013" y="559616"/>
                  <a:pt x="148062" y="551347"/>
                  <a:pt x="148525" y="543638"/>
                </a:cubicBezTo>
                <a:cubicBezTo>
                  <a:pt x="149199" y="535729"/>
                  <a:pt x="151065" y="528541"/>
                  <a:pt x="153700" y="521861"/>
                </a:cubicBezTo>
                <a:cubicBezTo>
                  <a:pt x="155053" y="518461"/>
                  <a:pt x="156542" y="515268"/>
                  <a:pt x="158242" y="512101"/>
                </a:cubicBezTo>
                <a:cubicBezTo>
                  <a:pt x="160002" y="508933"/>
                  <a:pt x="161887" y="505837"/>
                  <a:pt x="163891" y="502818"/>
                </a:cubicBezTo>
                <a:cubicBezTo>
                  <a:pt x="168712" y="515636"/>
                  <a:pt x="173021" y="528674"/>
                  <a:pt x="174281" y="543649"/>
                </a:cubicBezTo>
                <a:cubicBezTo>
                  <a:pt x="174696" y="551286"/>
                  <a:pt x="174789" y="559091"/>
                  <a:pt x="173485" y="567923"/>
                </a:cubicBezTo>
                <a:cubicBezTo>
                  <a:pt x="172871" y="572329"/>
                  <a:pt x="171932" y="576964"/>
                  <a:pt x="170666" y="581830"/>
                </a:cubicBezTo>
                <a:cubicBezTo>
                  <a:pt x="170010" y="584305"/>
                  <a:pt x="169325" y="586772"/>
                  <a:pt x="168612" y="589231"/>
                </a:cubicBezTo>
                <a:lnTo>
                  <a:pt x="168129" y="590625"/>
                </a:lnTo>
                <a:cubicBezTo>
                  <a:pt x="172964" y="595732"/>
                  <a:pt x="177810" y="600653"/>
                  <a:pt x="182651" y="605249"/>
                </a:cubicBezTo>
                <a:cubicBezTo>
                  <a:pt x="189052" y="610874"/>
                  <a:pt x="195169" y="616433"/>
                  <a:pt x="201172" y="621635"/>
                </a:cubicBezTo>
                <a:lnTo>
                  <a:pt x="209800" y="628417"/>
                </a:lnTo>
                <a:cubicBezTo>
                  <a:pt x="208866" y="626914"/>
                  <a:pt x="207909" y="625396"/>
                  <a:pt x="207073" y="623948"/>
                </a:cubicBezTo>
                <a:cubicBezTo>
                  <a:pt x="205935" y="621908"/>
                  <a:pt x="204907" y="619899"/>
                  <a:pt x="204004" y="617899"/>
                </a:cubicBezTo>
                <a:cubicBezTo>
                  <a:pt x="203101" y="615898"/>
                  <a:pt x="202416" y="613798"/>
                  <a:pt x="201751" y="611773"/>
                </a:cubicBezTo>
                <a:cubicBezTo>
                  <a:pt x="199408" y="604302"/>
                  <a:pt x="198242" y="596510"/>
                  <a:pt x="198295" y="588680"/>
                </a:cubicBezTo>
                <a:cubicBezTo>
                  <a:pt x="198447" y="584907"/>
                  <a:pt x="198891" y="581240"/>
                  <a:pt x="199533" y="577623"/>
                </a:cubicBezTo>
                <a:cubicBezTo>
                  <a:pt x="200802" y="570411"/>
                  <a:pt x="202961" y="563553"/>
                  <a:pt x="205529" y="556930"/>
                </a:cubicBezTo>
                <a:cubicBezTo>
                  <a:pt x="207436" y="559784"/>
                  <a:pt x="209250" y="562698"/>
                  <a:pt x="210970" y="565668"/>
                </a:cubicBezTo>
                <a:cubicBezTo>
                  <a:pt x="212740" y="568619"/>
                  <a:pt x="214256" y="571843"/>
                  <a:pt x="215974" y="574829"/>
                </a:cubicBezTo>
                <a:cubicBezTo>
                  <a:pt x="219426" y="581221"/>
                  <a:pt x="222160" y="587977"/>
                  <a:pt x="224124" y="594972"/>
                </a:cubicBezTo>
                <a:cubicBezTo>
                  <a:pt x="226393" y="602072"/>
                  <a:pt x="227892" y="609948"/>
                  <a:pt x="228349" y="618961"/>
                </a:cubicBezTo>
                <a:cubicBezTo>
                  <a:pt x="228702" y="626566"/>
                  <a:pt x="228494" y="634186"/>
                  <a:pt x="227729" y="641760"/>
                </a:cubicBezTo>
                <a:lnTo>
                  <a:pt x="236092" y="647553"/>
                </a:lnTo>
                <a:lnTo>
                  <a:pt x="240032" y="650311"/>
                </a:lnTo>
                <a:cubicBezTo>
                  <a:pt x="241431" y="651119"/>
                  <a:pt x="242778" y="651960"/>
                  <a:pt x="244077" y="652775"/>
                </a:cubicBezTo>
                <a:lnTo>
                  <a:pt x="251781" y="657480"/>
                </a:lnTo>
                <a:lnTo>
                  <a:pt x="258945" y="661841"/>
                </a:lnTo>
                <a:lnTo>
                  <a:pt x="260629" y="662878"/>
                </a:lnTo>
                <a:lnTo>
                  <a:pt x="261522" y="663393"/>
                </a:lnTo>
                <a:lnTo>
                  <a:pt x="261822" y="663598"/>
                </a:lnTo>
                <a:lnTo>
                  <a:pt x="262208" y="663821"/>
                </a:lnTo>
                <a:lnTo>
                  <a:pt x="265430" y="665649"/>
                </a:lnTo>
                <a:cubicBezTo>
                  <a:pt x="274178" y="670559"/>
                  <a:pt x="283091" y="675169"/>
                  <a:pt x="292154" y="679470"/>
                </a:cubicBezTo>
                <a:cubicBezTo>
                  <a:pt x="293743" y="680227"/>
                  <a:pt x="294520" y="682058"/>
                  <a:pt x="293818" y="683551"/>
                </a:cubicBezTo>
                <a:lnTo>
                  <a:pt x="291607" y="688160"/>
                </a:lnTo>
                <a:cubicBezTo>
                  <a:pt x="290882" y="689639"/>
                  <a:pt x="289024" y="690239"/>
                  <a:pt x="287338" y="689427"/>
                </a:cubicBezTo>
                <a:cubicBezTo>
                  <a:pt x="278151" y="684984"/>
                  <a:pt x="269117" y="680229"/>
                  <a:pt x="260254" y="675172"/>
                </a:cubicBezTo>
                <a:lnTo>
                  <a:pt x="256008" y="672721"/>
                </a:lnTo>
                <a:lnTo>
                  <a:pt x="255153" y="672195"/>
                </a:lnTo>
                <a:lnTo>
                  <a:pt x="253493" y="671172"/>
                </a:lnTo>
                <a:lnTo>
                  <a:pt x="246396" y="666753"/>
                </a:lnTo>
                <a:lnTo>
                  <a:pt x="238720" y="661999"/>
                </a:lnTo>
                <a:cubicBezTo>
                  <a:pt x="237434" y="661161"/>
                  <a:pt x="236087" y="660319"/>
                  <a:pt x="234702" y="659487"/>
                </a:cubicBezTo>
                <a:cubicBezTo>
                  <a:pt x="233359" y="658583"/>
                  <a:pt x="232019" y="657616"/>
                  <a:pt x="230655" y="656636"/>
                </a:cubicBezTo>
                <a:lnTo>
                  <a:pt x="221759" y="650374"/>
                </a:lnTo>
                <a:cubicBezTo>
                  <a:pt x="218986" y="651668"/>
                  <a:pt x="216221" y="652837"/>
                  <a:pt x="213442" y="653806"/>
                </a:cubicBezTo>
                <a:cubicBezTo>
                  <a:pt x="208597" y="655512"/>
                  <a:pt x="203720" y="656716"/>
                  <a:pt x="199216" y="657332"/>
                </a:cubicBezTo>
                <a:cubicBezTo>
                  <a:pt x="190027" y="658653"/>
                  <a:pt x="181064" y="658302"/>
                  <a:pt x="172399" y="656708"/>
                </a:cubicBezTo>
                <a:cubicBezTo>
                  <a:pt x="163846" y="654922"/>
                  <a:pt x="155755" y="651666"/>
                  <a:pt x="147806" y="647720"/>
                </a:cubicBezTo>
                <a:cubicBezTo>
                  <a:pt x="143765" y="645805"/>
                  <a:pt x="140131" y="643353"/>
                  <a:pt x="136373" y="640894"/>
                </a:cubicBezTo>
                <a:cubicBezTo>
                  <a:pt x="132680" y="638376"/>
                  <a:pt x="129044" y="635762"/>
                  <a:pt x="125414" y="633023"/>
                </a:cubicBezTo>
                <a:cubicBezTo>
                  <a:pt x="132962" y="631356"/>
                  <a:pt x="140603" y="630139"/>
                  <a:pt x="148295" y="629380"/>
                </a:cubicBezTo>
                <a:cubicBezTo>
                  <a:pt x="152176" y="629025"/>
                  <a:pt x="156071" y="628859"/>
                  <a:pt x="159968" y="628883"/>
                </a:cubicBezTo>
                <a:cubicBezTo>
                  <a:pt x="168347" y="628651"/>
                  <a:pt x="176723" y="629448"/>
                  <a:pt x="184908" y="631253"/>
                </a:cubicBezTo>
                <a:cubicBezTo>
                  <a:pt x="187052" y="631719"/>
                  <a:pt x="189188" y="632308"/>
                  <a:pt x="191438" y="632868"/>
                </a:cubicBezTo>
                <a:cubicBezTo>
                  <a:pt x="193736" y="633418"/>
                  <a:pt x="196017" y="634038"/>
                  <a:pt x="198277" y="634726"/>
                </a:cubicBezTo>
                <a:cubicBezTo>
                  <a:pt x="199968" y="635252"/>
                  <a:pt x="201679" y="635854"/>
                  <a:pt x="203389" y="636456"/>
                </a:cubicBezTo>
                <a:lnTo>
                  <a:pt x="194910" y="629694"/>
                </a:lnTo>
                <a:cubicBezTo>
                  <a:pt x="188767" y="624347"/>
                  <a:pt x="182574" y="618584"/>
                  <a:pt x="176073" y="612741"/>
                </a:cubicBezTo>
                <a:cubicBezTo>
                  <a:pt x="171034" y="607933"/>
                  <a:pt x="166016" y="602753"/>
                  <a:pt x="161020" y="597424"/>
                </a:cubicBezTo>
                <a:lnTo>
                  <a:pt x="159498" y="597832"/>
                </a:lnTo>
                <a:cubicBezTo>
                  <a:pt x="152226" y="599471"/>
                  <a:pt x="144765" y="600119"/>
                  <a:pt x="137320" y="599758"/>
                </a:cubicBezTo>
                <a:cubicBezTo>
                  <a:pt x="127942" y="599232"/>
                  <a:pt x="118975" y="597271"/>
                  <a:pt x="111107" y="593630"/>
                </a:cubicBezTo>
                <a:cubicBezTo>
                  <a:pt x="94900" y="586716"/>
                  <a:pt x="81452" y="574578"/>
                  <a:pt x="69816" y="560752"/>
                </a:cubicBezTo>
                <a:cubicBezTo>
                  <a:pt x="73625" y="560769"/>
                  <a:pt x="77435" y="560877"/>
                  <a:pt x="81239" y="561076"/>
                </a:cubicBezTo>
                <a:cubicBezTo>
                  <a:pt x="85141" y="561245"/>
                  <a:pt x="89035" y="561541"/>
                  <a:pt x="92916" y="561963"/>
                </a:cubicBezTo>
                <a:cubicBezTo>
                  <a:pt x="100861" y="562770"/>
                  <a:pt x="108697" y="564415"/>
                  <a:pt x="116295" y="566874"/>
                </a:cubicBezTo>
                <a:cubicBezTo>
                  <a:pt x="124846" y="569411"/>
                  <a:pt x="133054" y="572984"/>
                  <a:pt x="140738" y="577513"/>
                </a:cubicBezTo>
                <a:lnTo>
                  <a:pt x="146383" y="580772"/>
                </a:lnTo>
                <a:cubicBezTo>
                  <a:pt x="133933" y="565758"/>
                  <a:pt x="122575" y="549872"/>
                  <a:pt x="112398" y="533233"/>
                </a:cubicBezTo>
                <a:cubicBezTo>
                  <a:pt x="103698" y="533485"/>
                  <a:pt x="95642" y="532565"/>
                  <a:pt x="88167" y="530694"/>
                </a:cubicBezTo>
                <a:cubicBezTo>
                  <a:pt x="79088" y="528314"/>
                  <a:pt x="71180" y="524295"/>
                  <a:pt x="63854" y="519326"/>
                </a:cubicBezTo>
                <a:cubicBezTo>
                  <a:pt x="60237" y="516871"/>
                  <a:pt x="56865" y="514074"/>
                  <a:pt x="53786" y="510972"/>
                </a:cubicBezTo>
                <a:cubicBezTo>
                  <a:pt x="49053" y="506352"/>
                  <a:pt x="44696" y="501362"/>
                  <a:pt x="40754" y="496051"/>
                </a:cubicBezTo>
                <a:cubicBezTo>
                  <a:pt x="37017" y="490501"/>
                  <a:pt x="33504" y="484804"/>
                  <a:pt x="30224" y="478971"/>
                </a:cubicBezTo>
                <a:cubicBezTo>
                  <a:pt x="41671" y="481005"/>
                  <a:pt x="52850" y="484329"/>
                  <a:pt x="63547" y="488883"/>
                </a:cubicBezTo>
                <a:cubicBezTo>
                  <a:pt x="71268" y="492080"/>
                  <a:pt x="78594" y="496159"/>
                  <a:pt x="85380" y="501038"/>
                </a:cubicBezTo>
                <a:lnTo>
                  <a:pt x="90841" y="505059"/>
                </a:lnTo>
                <a:cubicBezTo>
                  <a:pt x="94681" y="507990"/>
                  <a:pt x="98325" y="511168"/>
                  <a:pt x="101750" y="514574"/>
                </a:cubicBezTo>
                <a:lnTo>
                  <a:pt x="101696" y="514446"/>
                </a:lnTo>
                <a:lnTo>
                  <a:pt x="98096" y="507480"/>
                </a:lnTo>
                <a:lnTo>
                  <a:pt x="94500" y="500450"/>
                </a:lnTo>
                <a:cubicBezTo>
                  <a:pt x="93267" y="498129"/>
                  <a:pt x="92317" y="495652"/>
                  <a:pt x="91187" y="493263"/>
                </a:cubicBezTo>
                <a:lnTo>
                  <a:pt x="84736" y="478700"/>
                </a:lnTo>
                <a:cubicBezTo>
                  <a:pt x="82813" y="473730"/>
                  <a:pt x="80942" y="468726"/>
                  <a:pt x="79023" y="463694"/>
                </a:cubicBezTo>
                <a:lnTo>
                  <a:pt x="77872" y="460617"/>
                </a:lnTo>
                <a:cubicBezTo>
                  <a:pt x="69721" y="459325"/>
                  <a:pt x="61805" y="456836"/>
                  <a:pt x="54381" y="453230"/>
                </a:cubicBezTo>
                <a:cubicBezTo>
                  <a:pt x="45956" y="449105"/>
                  <a:pt x="38600" y="443797"/>
                  <a:pt x="32741" y="437455"/>
                </a:cubicBezTo>
                <a:cubicBezTo>
                  <a:pt x="29736" y="434305"/>
                  <a:pt x="26966" y="430969"/>
                  <a:pt x="24408" y="427434"/>
                </a:cubicBezTo>
                <a:cubicBezTo>
                  <a:pt x="23165" y="425687"/>
                  <a:pt x="21825" y="423884"/>
                  <a:pt x="20753" y="422011"/>
                </a:cubicBezTo>
                <a:cubicBezTo>
                  <a:pt x="17480" y="416326"/>
                  <a:pt x="14545" y="410453"/>
                  <a:pt x="11962" y="404424"/>
                </a:cubicBezTo>
                <a:cubicBezTo>
                  <a:pt x="11135" y="402403"/>
                  <a:pt x="10197" y="400350"/>
                  <a:pt x="9499" y="398273"/>
                </a:cubicBezTo>
                <a:cubicBezTo>
                  <a:pt x="8775" y="396183"/>
                  <a:pt x="8114" y="394097"/>
                  <a:pt x="7429" y="391997"/>
                </a:cubicBezTo>
                <a:cubicBezTo>
                  <a:pt x="21313" y="397698"/>
                  <a:pt x="35618" y="404284"/>
                  <a:pt x="48005" y="414973"/>
                </a:cubicBezTo>
                <a:cubicBezTo>
                  <a:pt x="54376" y="420260"/>
                  <a:pt x="60678" y="426503"/>
                  <a:pt x="66344" y="434181"/>
                </a:cubicBezTo>
                <a:cubicBezTo>
                  <a:pt x="67972" y="436375"/>
                  <a:pt x="69706" y="438663"/>
                  <a:pt x="71409" y="441061"/>
                </a:cubicBezTo>
                <a:lnTo>
                  <a:pt x="71338" y="440795"/>
                </a:lnTo>
                <a:cubicBezTo>
                  <a:pt x="70568" y="438228"/>
                  <a:pt x="69623" y="435688"/>
                  <a:pt x="69006" y="433080"/>
                </a:cubicBezTo>
                <a:lnTo>
                  <a:pt x="64915" y="417436"/>
                </a:lnTo>
                <a:lnTo>
                  <a:pt x="63927" y="413520"/>
                </a:lnTo>
                <a:cubicBezTo>
                  <a:pt x="63581" y="412227"/>
                  <a:pt x="63349" y="410902"/>
                  <a:pt x="63078" y="409588"/>
                </a:cubicBezTo>
                <a:lnTo>
                  <a:pt x="61444" y="401666"/>
                </a:lnTo>
                <a:cubicBezTo>
                  <a:pt x="60101" y="395358"/>
                  <a:pt x="58982" y="389052"/>
                  <a:pt x="57939" y="382725"/>
                </a:cubicBezTo>
                <a:cubicBezTo>
                  <a:pt x="49489" y="379646"/>
                  <a:pt x="42081" y="375820"/>
                  <a:pt x="35682" y="371194"/>
                </a:cubicBezTo>
                <a:cubicBezTo>
                  <a:pt x="25066" y="363238"/>
                  <a:pt x="16558" y="352805"/>
                  <a:pt x="10901" y="340805"/>
                </a:cubicBezTo>
                <a:cubicBezTo>
                  <a:pt x="8134" y="334941"/>
                  <a:pt x="5833" y="328870"/>
                  <a:pt x="4017" y="322646"/>
                </a:cubicBezTo>
                <a:cubicBezTo>
                  <a:pt x="2432" y="316309"/>
                  <a:pt x="1105" y="309910"/>
                  <a:pt x="39" y="303464"/>
                </a:cubicBezTo>
                <a:cubicBezTo>
                  <a:pt x="6654" y="307322"/>
                  <a:pt x="13016" y="311597"/>
                  <a:pt x="19088" y="316263"/>
                </a:cubicBezTo>
                <a:cubicBezTo>
                  <a:pt x="25302" y="321206"/>
                  <a:pt x="31074" y="326679"/>
                  <a:pt x="36338" y="332623"/>
                </a:cubicBezTo>
                <a:cubicBezTo>
                  <a:pt x="39019" y="335779"/>
                  <a:pt x="41588" y="339127"/>
                  <a:pt x="43962" y="342814"/>
                </a:cubicBezTo>
                <a:lnTo>
                  <a:pt x="47578" y="348472"/>
                </a:lnTo>
                <a:cubicBezTo>
                  <a:pt x="50528" y="353294"/>
                  <a:pt x="53100" y="358339"/>
                  <a:pt x="55271" y="363559"/>
                </a:cubicBezTo>
                <a:cubicBezTo>
                  <a:pt x="52916" y="343390"/>
                  <a:pt x="51775" y="323099"/>
                  <a:pt x="51855" y="302793"/>
                </a:cubicBezTo>
                <a:cubicBezTo>
                  <a:pt x="48495" y="300982"/>
                  <a:pt x="45315" y="299081"/>
                  <a:pt x="42442" y="297037"/>
                </a:cubicBezTo>
                <a:cubicBezTo>
                  <a:pt x="38351" y="294096"/>
                  <a:pt x="34696" y="290957"/>
                  <a:pt x="31449" y="287667"/>
                </a:cubicBezTo>
                <a:cubicBezTo>
                  <a:pt x="24945" y="281049"/>
                  <a:pt x="19671" y="273695"/>
                  <a:pt x="16178" y="265985"/>
                </a:cubicBezTo>
                <a:cubicBezTo>
                  <a:pt x="13464" y="260158"/>
                  <a:pt x="11330" y="254078"/>
                  <a:pt x="9805" y="247832"/>
                </a:cubicBezTo>
                <a:cubicBezTo>
                  <a:pt x="9245" y="245740"/>
                  <a:pt x="8933" y="243662"/>
                  <a:pt x="8548" y="241542"/>
                </a:cubicBezTo>
                <a:cubicBezTo>
                  <a:pt x="7144" y="233026"/>
                  <a:pt x="6417" y="224412"/>
                  <a:pt x="6376" y="215780"/>
                </a:cubicBezTo>
                <a:cubicBezTo>
                  <a:pt x="12317" y="220572"/>
                  <a:pt x="17980" y="225700"/>
                  <a:pt x="23337" y="231137"/>
                </a:cubicBezTo>
                <a:cubicBezTo>
                  <a:pt x="28850" y="236800"/>
                  <a:pt x="33714" y="243061"/>
                  <a:pt x="37840" y="249802"/>
                </a:cubicBezTo>
                <a:cubicBezTo>
                  <a:pt x="42603" y="257264"/>
                  <a:pt x="46365" y="265318"/>
                  <a:pt x="49030" y="273760"/>
                </a:cubicBezTo>
                <a:cubicBezTo>
                  <a:pt x="50219" y="277249"/>
                  <a:pt x="51269" y="280783"/>
                  <a:pt x="52176" y="284356"/>
                </a:cubicBezTo>
                <a:lnTo>
                  <a:pt x="52411" y="277319"/>
                </a:lnTo>
                <a:cubicBezTo>
                  <a:pt x="53376" y="258322"/>
                  <a:pt x="55368" y="240110"/>
                  <a:pt x="57974" y="222895"/>
                </a:cubicBezTo>
                <a:cubicBezTo>
                  <a:pt x="50574" y="217272"/>
                  <a:pt x="44486" y="211216"/>
                  <a:pt x="39643" y="204786"/>
                </a:cubicBezTo>
                <a:cubicBezTo>
                  <a:pt x="38246" y="202918"/>
                  <a:pt x="36924" y="201029"/>
                  <a:pt x="35716" y="199109"/>
                </a:cubicBezTo>
                <a:cubicBezTo>
                  <a:pt x="30137" y="189821"/>
                  <a:pt x="26383" y="179554"/>
                  <a:pt x="24654" y="168858"/>
                </a:cubicBezTo>
                <a:cubicBezTo>
                  <a:pt x="24035" y="164665"/>
                  <a:pt x="23639" y="160443"/>
                  <a:pt x="23466" y="156208"/>
                </a:cubicBezTo>
                <a:cubicBezTo>
                  <a:pt x="23285" y="151954"/>
                  <a:pt x="23255" y="147659"/>
                  <a:pt x="23475" y="143380"/>
                </a:cubicBezTo>
                <a:cubicBezTo>
                  <a:pt x="23778" y="139098"/>
                  <a:pt x="24197" y="134824"/>
                  <a:pt x="24731" y="130564"/>
                </a:cubicBezTo>
                <a:cubicBezTo>
                  <a:pt x="29916" y="136067"/>
                  <a:pt x="34904" y="141745"/>
                  <a:pt x="39375" y="147928"/>
                </a:cubicBezTo>
                <a:cubicBezTo>
                  <a:pt x="44138" y="154282"/>
                  <a:pt x="48179" y="161146"/>
                  <a:pt x="51424" y="168393"/>
                </a:cubicBezTo>
                <a:cubicBezTo>
                  <a:pt x="56571" y="180253"/>
                  <a:pt x="59746" y="192874"/>
                  <a:pt x="60824" y="205758"/>
                </a:cubicBezTo>
                <a:cubicBezTo>
                  <a:pt x="64582" y="185178"/>
                  <a:pt x="69371" y="164799"/>
                  <a:pt x="75171" y="144698"/>
                </a:cubicBezTo>
                <a:cubicBezTo>
                  <a:pt x="72296" y="141880"/>
                  <a:pt x="69596" y="139036"/>
                  <a:pt x="67249" y="136137"/>
                </a:cubicBezTo>
                <a:cubicBezTo>
                  <a:pt x="64068" y="132177"/>
                  <a:pt x="61253" y="128139"/>
                  <a:pt x="59074" y="124115"/>
                </a:cubicBezTo>
                <a:cubicBezTo>
                  <a:pt x="54618" y="116011"/>
                  <a:pt x="51798" y="107693"/>
                  <a:pt x="50156" y="99283"/>
                </a:cubicBezTo>
                <a:cubicBezTo>
                  <a:pt x="48701" y="90885"/>
                  <a:pt x="48607" y="82468"/>
                  <a:pt x="49205" y="73969"/>
                </a:cubicBezTo>
                <a:cubicBezTo>
                  <a:pt x="49449" y="69703"/>
                  <a:pt x="50186" y="65529"/>
                  <a:pt x="50937" y="61331"/>
                </a:cubicBezTo>
                <a:cubicBezTo>
                  <a:pt x="51736" y="57161"/>
                  <a:pt x="52650" y="52961"/>
                  <a:pt x="53687" y="48768"/>
                </a:cubicBezTo>
                <a:cubicBezTo>
                  <a:pt x="58186" y="54903"/>
                  <a:pt x="62453" y="61161"/>
                  <a:pt x="66144" y="67860"/>
                </a:cubicBezTo>
              </a:path>
            </a:pathLst>
          </a:custGeom>
          <a:gradFill>
            <a:gsLst>
              <a:gs pos="26000">
                <a:srgbClr val="37A8D3"/>
              </a:gs>
              <a:gs pos="100000">
                <a:srgbClr val="0F46A0"/>
              </a:gs>
            </a:gsLst>
            <a:lin ang="8100000" scaled="0"/>
          </a:gradFill>
          <a:ln>
            <a:noFill/>
          </a:ln>
          <a:effectLst/>
        </p:spPr>
        <p:txBody>
          <a:bodyPr rot="0" spcFirstLastPara="0" vertOverflow="overflow" horzOverflow="overflow" vert="horz" wrap="square" lIns="84125" tIns="42062" rIns="84125" bIns="42062" numCol="1" spcCol="0" rtlCol="0" fromWordArt="0" anchor="t" anchorCtr="0" forceAA="0" compatLnSpc="1">
            <a:noAutofit/>
          </a:bodyPr>
          <a:lstStyle/>
          <a:p>
            <a:pPr marL="0" marR="0" lvl="0" indent="0" algn="ctr" defTabSz="45720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zh-CN" altLang="en-US" sz="10800" b="0" i="0" u="none" strike="noStrike" kern="1200" cap="none" spc="-300" normalizeH="0" baseline="0" noProof="0">
              <a:ln>
                <a:noFill/>
              </a:ln>
              <a:gradFill>
                <a:gsLst>
                  <a:gs pos="6000">
                    <a:srgbClr val="0B9BF6"/>
                  </a:gs>
                  <a:gs pos="92000">
                    <a:srgbClr val="0F46A0"/>
                  </a:gs>
                </a:gsLst>
                <a:lin ang="8100000" scaled="0"/>
              </a:gradFill>
              <a:effectLst>
                <a:outerShdw blurRad="32715" dist="32715" dir="5400000" algn="ctr" rotWithShape="0">
                  <a:srgbClr val="0F46A0">
                    <a:alpha val="20000"/>
                  </a:srgbClr>
                </a:outerShdw>
              </a:effectLst>
              <a:uLnTx/>
              <a:uFillTx/>
              <a:latin typeface="Arial"/>
              <a:ea typeface="汉仪心海行楷W" panose="00020600040101010101" pitchFamily="18" charset="-122"/>
              <a:cs typeface="演示流云楷" panose="02000600000000000000" pitchFamily="2" charset="-122"/>
              <a:sym typeface="+mn-ea"/>
            </a:endParaRPr>
          </a:p>
        </p:txBody>
      </p:sp>
      <p:cxnSp>
        <p:nvCxnSpPr>
          <p:cNvPr id="43" name="直接连接符 169">
            <a:extLst>
              <a:ext uri="{FF2B5EF4-FFF2-40B4-BE49-F238E27FC236}">
                <a16:creationId xmlns:a16="http://schemas.microsoft.com/office/drawing/2014/main" id="{9714AD3D-3DC0-14AC-169D-D4E755FC5F56}"/>
              </a:ext>
            </a:extLst>
          </p:cNvPr>
          <p:cNvCxnSpPr/>
          <p:nvPr/>
        </p:nvCxnSpPr>
        <p:spPr>
          <a:xfrm>
            <a:off x="6373391" y="1654537"/>
            <a:ext cx="1451610" cy="0"/>
          </a:xfrm>
          <a:prstGeom prst="line">
            <a:avLst/>
          </a:prstGeom>
          <a:ln w="15875">
            <a:gradFill>
              <a:gsLst>
                <a:gs pos="0">
                  <a:srgbClr val="2C87B1"/>
                </a:gs>
                <a:gs pos="28000">
                  <a:srgbClr val="2A7FA8"/>
                </a:gs>
                <a:gs pos="100000">
                  <a:srgbClr val="9BD3EF"/>
                </a:gs>
              </a:gsLst>
              <a:lin ang="0" scaled="0"/>
            </a:gradFill>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BA1E28DA-D0E9-612A-EE54-E792BE3E04AB}"/>
              </a:ext>
            </a:extLst>
          </p:cNvPr>
          <p:cNvSpPr txBox="1"/>
          <p:nvPr/>
        </p:nvSpPr>
        <p:spPr>
          <a:xfrm>
            <a:off x="6692132" y="1167998"/>
            <a:ext cx="1080770" cy="461665"/>
          </a:xfrm>
          <a:prstGeom prst="rect">
            <a:avLst/>
          </a:prstGeom>
          <a:noFill/>
        </p:spPr>
        <p:txBody>
          <a:bodyPr wrap="square" rtlCol="0" anchor="t">
            <a:spAutoFit/>
          </a:body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25 +</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sp>
        <p:nvSpPr>
          <p:cNvPr id="50" name="文本框 49">
            <a:extLst>
              <a:ext uri="{FF2B5EF4-FFF2-40B4-BE49-F238E27FC236}">
                <a16:creationId xmlns:a16="http://schemas.microsoft.com/office/drawing/2014/main" id="{8DBF129D-C13D-CEEC-56D0-38B9F962624E}"/>
              </a:ext>
            </a:extLst>
          </p:cNvPr>
          <p:cNvSpPr txBox="1"/>
          <p:nvPr/>
        </p:nvSpPr>
        <p:spPr>
          <a:xfrm>
            <a:off x="6154547" y="1701026"/>
            <a:ext cx="1746761" cy="523220"/>
          </a:xfrm>
          <a:prstGeom prst="rect">
            <a:avLst/>
          </a:prstGeom>
          <a:noFill/>
        </p:spPr>
        <p:txBody>
          <a:bodyPr wrap="square" rtlCol="0" anchor="t">
            <a:spAutoFit/>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Peer Review Publications</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cxnSp>
        <p:nvCxnSpPr>
          <p:cNvPr id="56" name="直接连接符 65">
            <a:extLst>
              <a:ext uri="{FF2B5EF4-FFF2-40B4-BE49-F238E27FC236}">
                <a16:creationId xmlns:a16="http://schemas.microsoft.com/office/drawing/2014/main" id="{A44C784D-448C-7A25-F0AE-3E93E4E86AA2}"/>
              </a:ext>
            </a:extLst>
          </p:cNvPr>
          <p:cNvCxnSpPr>
            <a:cxnSpLocks/>
          </p:cNvCxnSpPr>
          <p:nvPr/>
        </p:nvCxnSpPr>
        <p:spPr>
          <a:xfrm>
            <a:off x="661854" y="6054633"/>
            <a:ext cx="1451610" cy="0"/>
          </a:xfrm>
          <a:prstGeom prst="line">
            <a:avLst/>
          </a:prstGeom>
          <a:ln w="15875">
            <a:gradFill>
              <a:gsLst>
                <a:gs pos="0">
                  <a:srgbClr val="2C87B1"/>
                </a:gs>
                <a:gs pos="28000">
                  <a:srgbClr val="2A7FA8"/>
                </a:gs>
                <a:gs pos="100000">
                  <a:srgbClr val="9BD3EF"/>
                </a:gs>
              </a:gsLst>
              <a:lin ang="0" scaled="0"/>
            </a:gradFill>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B2A46FF6-F402-9AE5-A1D9-E76DE432307B}"/>
              </a:ext>
            </a:extLst>
          </p:cNvPr>
          <p:cNvSpPr txBox="1"/>
          <p:nvPr/>
        </p:nvSpPr>
        <p:spPr>
          <a:xfrm>
            <a:off x="1032694" y="5502621"/>
            <a:ext cx="1080770" cy="461665"/>
          </a:xfrm>
          <a:prstGeom prst="rect">
            <a:avLst/>
          </a:prstGeom>
          <a:noFill/>
        </p:spPr>
        <p:txBody>
          <a:bodyPr wrap="square" rtlCol="0" anchor="t">
            <a:spAutoFit/>
          </a:body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30 +</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sp>
        <p:nvSpPr>
          <p:cNvPr id="63" name="文本框 62">
            <a:extLst>
              <a:ext uri="{FF2B5EF4-FFF2-40B4-BE49-F238E27FC236}">
                <a16:creationId xmlns:a16="http://schemas.microsoft.com/office/drawing/2014/main" id="{81131640-FF77-02F1-50F2-810D3A4090DA}"/>
              </a:ext>
            </a:extLst>
          </p:cNvPr>
          <p:cNvSpPr txBox="1"/>
          <p:nvPr/>
        </p:nvSpPr>
        <p:spPr>
          <a:xfrm>
            <a:off x="301972" y="6085127"/>
            <a:ext cx="2135772" cy="523220"/>
          </a:xfrm>
          <a:prstGeom prst="rect">
            <a:avLst/>
          </a:prstGeom>
          <a:noFill/>
        </p:spPr>
        <p:txBody>
          <a:bodyPr wrap="square" rtlCol="0" anchor="t">
            <a:spAutoFit/>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Oral Presentations /Poster</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pic>
        <p:nvPicPr>
          <p:cNvPr id="69" name="Picture 2" descr="Jama oncology logo | EGFR Lung Cancer Resisters">
            <a:extLst>
              <a:ext uri="{FF2B5EF4-FFF2-40B4-BE49-F238E27FC236}">
                <a16:creationId xmlns:a16="http://schemas.microsoft.com/office/drawing/2014/main" id="{45C2E50D-81DC-7B76-0B9A-807E20B9966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4463" b="23512"/>
          <a:stretch/>
        </p:blipFill>
        <p:spPr bwMode="auto">
          <a:xfrm>
            <a:off x="4012712" y="1836304"/>
            <a:ext cx="1512228" cy="786723"/>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4" descr="New paper on early adoption of healthcare technologies in hospitals | UCLIC  - UCL Interaction Centre - UCL – University College London">
            <a:extLst>
              <a:ext uri="{FF2B5EF4-FFF2-40B4-BE49-F238E27FC236}">
                <a16:creationId xmlns:a16="http://schemas.microsoft.com/office/drawing/2014/main" id="{D69C966A-2BD9-3F3A-73E6-05AC6D7884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2256" y="774000"/>
            <a:ext cx="1784830" cy="78448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16" descr="Over 40% of Cell Press papers now include an inclusion and diversity  statement | STM Publishing News">
            <a:extLst>
              <a:ext uri="{FF2B5EF4-FFF2-40B4-BE49-F238E27FC236}">
                <a16:creationId xmlns:a16="http://schemas.microsoft.com/office/drawing/2014/main" id="{F4E095CD-42C2-BFDF-8A0E-32391EB44BB5}"/>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637" t="37219" r="1905" b="36187"/>
          <a:stretch/>
        </p:blipFill>
        <p:spPr bwMode="auto">
          <a:xfrm>
            <a:off x="389030" y="990018"/>
            <a:ext cx="1800491" cy="341552"/>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6" descr="ASH Annual Meeting &amp; Exposition - Hematology.org">
            <a:extLst>
              <a:ext uri="{FF2B5EF4-FFF2-40B4-BE49-F238E27FC236}">
                <a16:creationId xmlns:a16="http://schemas.microsoft.com/office/drawing/2014/main" id="{134C6921-3F4A-875D-DFF7-0BB1E13D6D5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4289" y="3197266"/>
            <a:ext cx="1115538" cy="1115538"/>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10" descr="10th EAN Congress, Helsinki, Finland, from 29 June – 2 July 2024.">
            <a:extLst>
              <a:ext uri="{FF2B5EF4-FFF2-40B4-BE49-F238E27FC236}">
                <a16:creationId xmlns:a16="http://schemas.microsoft.com/office/drawing/2014/main" id="{6448D6FE-270A-F332-4FD3-7250007645C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308444" y="4562466"/>
            <a:ext cx="1557836" cy="584298"/>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0" descr="American Society of Clinical Oncology (ASCO) | UICC">
            <a:extLst>
              <a:ext uri="{FF2B5EF4-FFF2-40B4-BE49-F238E27FC236}">
                <a16:creationId xmlns:a16="http://schemas.microsoft.com/office/drawing/2014/main" id="{CDEABE70-48C3-52A3-5525-F94FFEC379B4}"/>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793983" y="3462569"/>
            <a:ext cx="1710137" cy="584297"/>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2" descr="European Hematology Association – Interplan">
            <a:extLst>
              <a:ext uri="{FF2B5EF4-FFF2-40B4-BE49-F238E27FC236}">
                <a16:creationId xmlns:a16="http://schemas.microsoft.com/office/drawing/2014/main" id="{CB335501-F991-1797-4C1D-E75040AF01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78909" y="3201863"/>
            <a:ext cx="1915074" cy="957537"/>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4" descr="iGroup Taiwan - AAAS – Science Immunology">
            <a:extLst>
              <a:ext uri="{FF2B5EF4-FFF2-40B4-BE49-F238E27FC236}">
                <a16:creationId xmlns:a16="http://schemas.microsoft.com/office/drawing/2014/main" id="{89C70DC1-5AF7-E657-5EFB-02CDDBD2705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44289" y="1862747"/>
            <a:ext cx="1287957" cy="635392"/>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6" descr="Blood Editors Announce Top 10 Manuscripts of 2018">
            <a:extLst>
              <a:ext uri="{FF2B5EF4-FFF2-40B4-BE49-F238E27FC236}">
                <a16:creationId xmlns:a16="http://schemas.microsoft.com/office/drawing/2014/main" id="{9B612904-AA58-66B4-0930-1CD88CEA9322}"/>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976380" y="978204"/>
            <a:ext cx="1512229" cy="404190"/>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8" descr="22nd IMS Annual Meeting - International Myeloma Society">
            <a:extLst>
              <a:ext uri="{FF2B5EF4-FFF2-40B4-BE49-F238E27FC236}">
                <a16:creationId xmlns:a16="http://schemas.microsoft.com/office/drawing/2014/main" id="{8F4015CE-46CA-D278-990B-34DBFBB71E1D}"/>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23414" b="35372"/>
          <a:stretch/>
        </p:blipFill>
        <p:spPr bwMode="auto">
          <a:xfrm>
            <a:off x="4175144" y="4484486"/>
            <a:ext cx="1458878" cy="692379"/>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0" descr="Home - AACR Annual Meeting News">
            <a:extLst>
              <a:ext uri="{FF2B5EF4-FFF2-40B4-BE49-F238E27FC236}">
                <a16:creationId xmlns:a16="http://schemas.microsoft.com/office/drawing/2014/main" id="{5B232971-871F-A8C2-213A-64F054B53517}"/>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r="58716" b="7838"/>
          <a:stretch/>
        </p:blipFill>
        <p:spPr bwMode="auto">
          <a:xfrm>
            <a:off x="661226" y="4551371"/>
            <a:ext cx="1269452" cy="695930"/>
          </a:xfrm>
          <a:prstGeom prst="rect">
            <a:avLst/>
          </a:prstGeom>
          <a:noFill/>
          <a:extLst>
            <a:ext uri="{909E8E84-426E-40DD-AFC4-6F175D3DCCD1}">
              <a14:hiddenFill xmlns:a14="http://schemas.microsoft.com/office/drawing/2010/main">
                <a:solidFill>
                  <a:srgbClr val="FFFFFF"/>
                </a:solidFill>
              </a14:hiddenFill>
            </a:ext>
          </a:extLst>
        </p:spPr>
      </p:pic>
      <p:sp>
        <p:nvSpPr>
          <p:cNvPr id="81" name="图形 30">
            <a:extLst>
              <a:ext uri="{FF2B5EF4-FFF2-40B4-BE49-F238E27FC236}">
                <a16:creationId xmlns:a16="http://schemas.microsoft.com/office/drawing/2014/main" id="{37959ECC-7EAD-1A60-7BEB-0F62AB7F4EC1}"/>
              </a:ext>
            </a:extLst>
          </p:cNvPr>
          <p:cNvSpPr/>
          <p:nvPr/>
        </p:nvSpPr>
        <p:spPr>
          <a:xfrm flipH="1">
            <a:off x="11099867" y="1439667"/>
            <a:ext cx="234000" cy="482400"/>
          </a:xfrm>
          <a:custGeom>
            <a:avLst/>
            <a:gdLst>
              <a:gd name="connsiteX0" fmla="*/ 66144 w 293498"/>
              <a:gd name="connsiteY0" fmla="*/ 67860 h 689544"/>
              <a:gd name="connsiteX1" fmla="*/ 71197 w 293498"/>
              <a:gd name="connsiteY1" fmla="*/ 78271 h 689544"/>
              <a:gd name="connsiteX2" fmla="*/ 78336 w 293498"/>
              <a:gd name="connsiteY2" fmla="*/ 101948 h 689544"/>
              <a:gd name="connsiteX3" fmla="*/ 79212 w 293498"/>
              <a:gd name="connsiteY3" fmla="*/ 108565 h 689544"/>
              <a:gd name="connsiteX4" fmla="*/ 79909 w 293498"/>
              <a:gd name="connsiteY4" fmla="*/ 128972 h 689544"/>
              <a:gd name="connsiteX5" fmla="*/ 90184 w 293498"/>
              <a:gd name="connsiteY5" fmla="*/ 99364 h 689544"/>
              <a:gd name="connsiteX6" fmla="*/ 93687 w 293498"/>
              <a:gd name="connsiteY6" fmla="*/ 90066 h 689544"/>
              <a:gd name="connsiteX7" fmla="*/ 93500 w 293498"/>
              <a:gd name="connsiteY7" fmla="*/ 87160 h 689544"/>
              <a:gd name="connsiteX8" fmla="*/ 95561 w 293498"/>
              <a:gd name="connsiteY8" fmla="*/ 62812 h 689544"/>
              <a:gd name="connsiteX9" fmla="*/ 99658 w 293498"/>
              <a:gd name="connsiteY9" fmla="*/ 48807 h 689544"/>
              <a:gd name="connsiteX10" fmla="*/ 105321 w 293498"/>
              <a:gd name="connsiteY10" fmla="*/ 36381 h 689544"/>
              <a:gd name="connsiteX11" fmla="*/ 120748 w 293498"/>
              <a:gd name="connsiteY11" fmla="*/ 15955 h 689544"/>
              <a:gd name="connsiteX12" fmla="*/ 139586 w 293498"/>
              <a:gd name="connsiteY12" fmla="*/ 39 h 689544"/>
              <a:gd name="connsiteX13" fmla="*/ 136265 w 293498"/>
              <a:gd name="connsiteY13" fmla="*/ 24174 h 689544"/>
              <a:gd name="connsiteX14" fmla="*/ 129270 w 293498"/>
              <a:gd name="connsiteY14" fmla="*/ 47989 h 689544"/>
              <a:gd name="connsiteX15" fmla="*/ 123655 w 293498"/>
              <a:gd name="connsiteY15" fmla="*/ 59831 h 689544"/>
              <a:gd name="connsiteX16" fmla="*/ 116043 w 293498"/>
              <a:gd name="connsiteY16" fmla="*/ 71679 h 689544"/>
              <a:gd name="connsiteX17" fmla="*/ 106381 w 293498"/>
              <a:gd name="connsiteY17" fmla="*/ 83790 h 689544"/>
              <a:gd name="connsiteX18" fmla="*/ 100535 w 293498"/>
              <a:gd name="connsiteY18" fmla="*/ 89903 h 689544"/>
              <a:gd name="connsiteX19" fmla="*/ 98571 w 293498"/>
              <a:gd name="connsiteY19" fmla="*/ 91856 h 689544"/>
              <a:gd name="connsiteX20" fmla="*/ 95168 w 293498"/>
              <a:gd name="connsiteY20" fmla="*/ 101149 h 689544"/>
              <a:gd name="connsiteX21" fmla="*/ 85198 w 293498"/>
              <a:gd name="connsiteY21" fmla="*/ 130675 h 689544"/>
              <a:gd name="connsiteX22" fmla="*/ 97685 w 293498"/>
              <a:gd name="connsiteY22" fmla="*/ 114952 h 689544"/>
              <a:gd name="connsiteX23" fmla="*/ 122944 w 293498"/>
              <a:gd name="connsiteY23" fmla="*/ 98498 h 689544"/>
              <a:gd name="connsiteX24" fmla="*/ 133675 w 293498"/>
              <a:gd name="connsiteY24" fmla="*/ 95174 h 689544"/>
              <a:gd name="connsiteX25" fmla="*/ 155299 w 293498"/>
              <a:gd name="connsiteY25" fmla="*/ 92092 h 689544"/>
              <a:gd name="connsiteX26" fmla="*/ 149117 w 293498"/>
              <a:gd name="connsiteY26" fmla="*/ 101130 h 689544"/>
              <a:gd name="connsiteX27" fmla="*/ 142359 w 293498"/>
              <a:gd name="connsiteY27" fmla="*/ 109772 h 689544"/>
              <a:gd name="connsiteX28" fmla="*/ 126309 w 293498"/>
              <a:gd name="connsiteY28" fmla="*/ 125593 h 689544"/>
              <a:gd name="connsiteX29" fmla="*/ 105074 w 293498"/>
              <a:gd name="connsiteY29" fmla="*/ 138420 h 689544"/>
              <a:gd name="connsiteX30" fmla="*/ 91847 w 293498"/>
              <a:gd name="connsiteY30" fmla="*/ 143391 h 689544"/>
              <a:gd name="connsiteX31" fmla="*/ 80640 w 293498"/>
              <a:gd name="connsiteY31" fmla="*/ 146312 h 689544"/>
              <a:gd name="connsiteX32" fmla="*/ 67065 w 293498"/>
              <a:gd name="connsiteY32" fmla="*/ 206370 h 689544"/>
              <a:gd name="connsiteX33" fmla="*/ 80993 w 293498"/>
              <a:gd name="connsiteY33" fmla="*/ 185754 h 689544"/>
              <a:gd name="connsiteX34" fmla="*/ 90099 w 293498"/>
              <a:gd name="connsiteY34" fmla="*/ 177503 h 689544"/>
              <a:gd name="connsiteX35" fmla="*/ 109789 w 293498"/>
              <a:gd name="connsiteY35" fmla="*/ 166518 h 689544"/>
              <a:gd name="connsiteX36" fmla="*/ 130996 w 293498"/>
              <a:gd name="connsiteY36" fmla="*/ 160815 h 689544"/>
              <a:gd name="connsiteX37" fmla="*/ 125875 w 293498"/>
              <a:gd name="connsiteY37" fmla="*/ 170466 h 689544"/>
              <a:gd name="connsiteX38" fmla="*/ 120415 w 293498"/>
              <a:gd name="connsiteY38" fmla="*/ 179922 h 689544"/>
              <a:gd name="connsiteX39" fmla="*/ 113969 w 293498"/>
              <a:gd name="connsiteY39" fmla="*/ 188969 h 689544"/>
              <a:gd name="connsiteX40" fmla="*/ 106565 w 293498"/>
              <a:gd name="connsiteY40" fmla="*/ 197560 h 689544"/>
              <a:gd name="connsiteX41" fmla="*/ 92569 w 293498"/>
              <a:gd name="connsiteY41" fmla="*/ 209323 h 689544"/>
              <a:gd name="connsiteX42" fmla="*/ 87160 w 293498"/>
              <a:gd name="connsiteY42" fmla="*/ 212955 h 689544"/>
              <a:gd name="connsiteX43" fmla="*/ 64296 w 293498"/>
              <a:gd name="connsiteY43" fmla="*/ 223811 h 689544"/>
              <a:gd name="connsiteX44" fmla="*/ 59282 w 293498"/>
              <a:gd name="connsiteY44" fmla="*/ 277395 h 689544"/>
              <a:gd name="connsiteX45" fmla="*/ 59102 w 293498"/>
              <a:gd name="connsiteY45" fmla="*/ 284560 h 689544"/>
              <a:gd name="connsiteX46" fmla="*/ 62912 w 293498"/>
              <a:gd name="connsiteY46" fmla="*/ 274505 h 689544"/>
              <a:gd name="connsiteX47" fmla="*/ 77399 w 293498"/>
              <a:gd name="connsiteY47" fmla="*/ 253537 h 689544"/>
              <a:gd name="connsiteX48" fmla="*/ 95628 w 293498"/>
              <a:gd name="connsiteY48" fmla="*/ 240068 h 689544"/>
              <a:gd name="connsiteX49" fmla="*/ 115700 w 293498"/>
              <a:gd name="connsiteY49" fmla="*/ 231652 h 689544"/>
              <a:gd name="connsiteX50" fmla="*/ 112083 w 293498"/>
              <a:gd name="connsiteY50" fmla="*/ 241817 h 689544"/>
              <a:gd name="connsiteX51" fmla="*/ 107837 w 293498"/>
              <a:gd name="connsiteY51" fmla="*/ 251845 h 689544"/>
              <a:gd name="connsiteX52" fmla="*/ 105359 w 293498"/>
              <a:gd name="connsiteY52" fmla="*/ 256750 h 689544"/>
              <a:gd name="connsiteX53" fmla="*/ 96588 w 293498"/>
              <a:gd name="connsiteY53" fmla="*/ 271048 h 689544"/>
              <a:gd name="connsiteX54" fmla="*/ 68073 w 293498"/>
              <a:gd name="connsiteY54" fmla="*/ 297265 h 689544"/>
              <a:gd name="connsiteX55" fmla="*/ 58855 w 293498"/>
              <a:gd name="connsiteY55" fmla="*/ 302814 h 689544"/>
              <a:gd name="connsiteX56" fmla="*/ 58918 w 293498"/>
              <a:gd name="connsiteY56" fmla="*/ 307161 h 689544"/>
              <a:gd name="connsiteX57" fmla="*/ 59255 w 293498"/>
              <a:gd name="connsiteY57" fmla="*/ 322343 h 689544"/>
              <a:gd name="connsiteX58" fmla="*/ 60254 w 293498"/>
              <a:gd name="connsiteY58" fmla="*/ 337714 h 689544"/>
              <a:gd name="connsiteX59" fmla="*/ 60814 w 293498"/>
              <a:gd name="connsiteY59" fmla="*/ 345435 h 689544"/>
              <a:gd name="connsiteX60" fmla="*/ 61699 w 293498"/>
              <a:gd name="connsiteY60" fmla="*/ 353150 h 689544"/>
              <a:gd name="connsiteX61" fmla="*/ 62756 w 293498"/>
              <a:gd name="connsiteY61" fmla="*/ 362348 h 689544"/>
              <a:gd name="connsiteX62" fmla="*/ 67051 w 293498"/>
              <a:gd name="connsiteY62" fmla="*/ 346721 h 689544"/>
              <a:gd name="connsiteX63" fmla="*/ 68256 w 293498"/>
              <a:gd name="connsiteY63" fmla="*/ 343685 h 689544"/>
              <a:gd name="connsiteX64" fmla="*/ 69631 w 293498"/>
              <a:gd name="connsiteY64" fmla="*/ 340748 h 689544"/>
              <a:gd name="connsiteX65" fmla="*/ 83408 w 293498"/>
              <a:gd name="connsiteY65" fmla="*/ 321621 h 689544"/>
              <a:gd name="connsiteX66" fmla="*/ 91890 w 293498"/>
              <a:gd name="connsiteY66" fmla="*/ 314394 h 689544"/>
              <a:gd name="connsiteX67" fmla="*/ 110545 w 293498"/>
              <a:gd name="connsiteY67" fmla="*/ 303196 h 689544"/>
              <a:gd name="connsiteX68" fmla="*/ 107082 w 293498"/>
              <a:gd name="connsiteY68" fmla="*/ 318887 h 689544"/>
              <a:gd name="connsiteX69" fmla="*/ 105722 w 293498"/>
              <a:gd name="connsiteY69" fmla="*/ 324084 h 689544"/>
              <a:gd name="connsiteX70" fmla="*/ 102221 w 293498"/>
              <a:gd name="connsiteY70" fmla="*/ 334381 h 689544"/>
              <a:gd name="connsiteX71" fmla="*/ 97516 w 293498"/>
              <a:gd name="connsiteY71" fmla="*/ 344593 h 689544"/>
              <a:gd name="connsiteX72" fmla="*/ 83450 w 293498"/>
              <a:gd name="connsiteY72" fmla="*/ 364776 h 689544"/>
              <a:gd name="connsiteX73" fmla="*/ 65639 w 293498"/>
              <a:gd name="connsiteY73" fmla="*/ 381477 h 689544"/>
              <a:gd name="connsiteX74" fmla="*/ 69161 w 293498"/>
              <a:gd name="connsiteY74" fmla="*/ 399721 h 689544"/>
              <a:gd name="connsiteX75" fmla="*/ 79315 w 293498"/>
              <a:gd name="connsiteY75" fmla="*/ 438454 h 689544"/>
              <a:gd name="connsiteX76" fmla="*/ 79728 w 293498"/>
              <a:gd name="connsiteY76" fmla="*/ 430330 h 689544"/>
              <a:gd name="connsiteX77" fmla="*/ 86718 w 293498"/>
              <a:gd name="connsiteY77" fmla="*/ 405966 h 689544"/>
              <a:gd name="connsiteX78" fmla="*/ 116384 w 293498"/>
              <a:gd name="connsiteY78" fmla="*/ 373692 h 689544"/>
              <a:gd name="connsiteX79" fmla="*/ 116129 w 293498"/>
              <a:gd name="connsiteY79" fmla="*/ 378979 h 689544"/>
              <a:gd name="connsiteX80" fmla="*/ 115964 w 293498"/>
              <a:gd name="connsiteY80" fmla="*/ 384224 h 689544"/>
              <a:gd name="connsiteX81" fmla="*/ 114186 w 293498"/>
              <a:gd name="connsiteY81" fmla="*/ 400115 h 689544"/>
              <a:gd name="connsiteX82" fmla="*/ 113282 w 293498"/>
              <a:gd name="connsiteY82" fmla="*/ 405414 h 689544"/>
              <a:gd name="connsiteX83" fmla="*/ 110429 w 293498"/>
              <a:gd name="connsiteY83" fmla="*/ 416149 h 689544"/>
              <a:gd name="connsiteX84" fmla="*/ 92127 w 293498"/>
              <a:gd name="connsiteY84" fmla="*/ 449967 h 689544"/>
              <a:gd name="connsiteX85" fmla="*/ 85853 w 293498"/>
              <a:gd name="connsiteY85" fmla="*/ 457602 h 689544"/>
              <a:gd name="connsiteX86" fmla="*/ 109599 w 293498"/>
              <a:gd name="connsiteY86" fmla="*/ 510229 h 689544"/>
              <a:gd name="connsiteX87" fmla="*/ 108358 w 293498"/>
              <a:gd name="connsiteY87" fmla="*/ 496390 h 689544"/>
              <a:gd name="connsiteX88" fmla="*/ 108608 w 293498"/>
              <a:gd name="connsiteY88" fmla="*/ 489941 h 689544"/>
              <a:gd name="connsiteX89" fmla="*/ 114782 w 293498"/>
              <a:gd name="connsiteY89" fmla="*/ 467325 h 689544"/>
              <a:gd name="connsiteX90" fmla="*/ 120253 w 293498"/>
              <a:gd name="connsiteY90" fmla="*/ 457682 h 689544"/>
              <a:gd name="connsiteX91" fmla="*/ 134018 w 293498"/>
              <a:gd name="connsiteY91" fmla="*/ 441026 h 689544"/>
              <a:gd name="connsiteX92" fmla="*/ 136008 w 293498"/>
              <a:gd name="connsiteY92" fmla="*/ 456520 h 689544"/>
              <a:gd name="connsiteX93" fmla="*/ 136545 w 293498"/>
              <a:gd name="connsiteY93" fmla="*/ 461718 h 689544"/>
              <a:gd name="connsiteX94" fmla="*/ 136463 w 293498"/>
              <a:gd name="connsiteY94" fmla="*/ 477848 h 689544"/>
              <a:gd name="connsiteX95" fmla="*/ 135982 w 293498"/>
              <a:gd name="connsiteY95" fmla="*/ 483360 h 689544"/>
              <a:gd name="connsiteX96" fmla="*/ 130170 w 293498"/>
              <a:gd name="connsiteY96" fmla="*/ 507021 h 689544"/>
              <a:gd name="connsiteX97" fmla="*/ 120186 w 293498"/>
              <a:gd name="connsiteY97" fmla="*/ 528435 h 689544"/>
              <a:gd name="connsiteX98" fmla="*/ 153536 w 293498"/>
              <a:gd name="connsiteY98" fmla="*/ 574288 h 689544"/>
              <a:gd name="connsiteX99" fmla="*/ 151550 w 293498"/>
              <a:gd name="connsiteY99" fmla="*/ 568703 h 689544"/>
              <a:gd name="connsiteX100" fmla="*/ 148525 w 293498"/>
              <a:gd name="connsiteY100" fmla="*/ 543638 h 689544"/>
              <a:gd name="connsiteX101" fmla="*/ 153700 w 293498"/>
              <a:gd name="connsiteY101" fmla="*/ 521861 h 689544"/>
              <a:gd name="connsiteX102" fmla="*/ 158242 w 293498"/>
              <a:gd name="connsiteY102" fmla="*/ 512101 h 689544"/>
              <a:gd name="connsiteX103" fmla="*/ 163891 w 293498"/>
              <a:gd name="connsiteY103" fmla="*/ 502818 h 689544"/>
              <a:gd name="connsiteX104" fmla="*/ 174281 w 293498"/>
              <a:gd name="connsiteY104" fmla="*/ 543649 h 689544"/>
              <a:gd name="connsiteX105" fmla="*/ 173485 w 293498"/>
              <a:gd name="connsiteY105" fmla="*/ 567923 h 689544"/>
              <a:gd name="connsiteX106" fmla="*/ 170666 w 293498"/>
              <a:gd name="connsiteY106" fmla="*/ 581830 h 689544"/>
              <a:gd name="connsiteX107" fmla="*/ 168612 w 293498"/>
              <a:gd name="connsiteY107" fmla="*/ 589231 h 689544"/>
              <a:gd name="connsiteX108" fmla="*/ 168129 w 293498"/>
              <a:gd name="connsiteY108" fmla="*/ 590625 h 689544"/>
              <a:gd name="connsiteX109" fmla="*/ 182651 w 293498"/>
              <a:gd name="connsiteY109" fmla="*/ 605249 h 689544"/>
              <a:gd name="connsiteX110" fmla="*/ 201172 w 293498"/>
              <a:gd name="connsiteY110" fmla="*/ 621635 h 689544"/>
              <a:gd name="connsiteX111" fmla="*/ 209800 w 293498"/>
              <a:gd name="connsiteY111" fmla="*/ 628417 h 689544"/>
              <a:gd name="connsiteX112" fmla="*/ 207073 w 293498"/>
              <a:gd name="connsiteY112" fmla="*/ 623948 h 689544"/>
              <a:gd name="connsiteX113" fmla="*/ 204004 w 293498"/>
              <a:gd name="connsiteY113" fmla="*/ 617899 h 689544"/>
              <a:gd name="connsiteX114" fmla="*/ 201751 w 293498"/>
              <a:gd name="connsiteY114" fmla="*/ 611773 h 689544"/>
              <a:gd name="connsiteX115" fmla="*/ 198295 w 293498"/>
              <a:gd name="connsiteY115" fmla="*/ 588680 h 689544"/>
              <a:gd name="connsiteX116" fmla="*/ 199533 w 293498"/>
              <a:gd name="connsiteY116" fmla="*/ 577623 h 689544"/>
              <a:gd name="connsiteX117" fmla="*/ 205529 w 293498"/>
              <a:gd name="connsiteY117" fmla="*/ 556930 h 689544"/>
              <a:gd name="connsiteX118" fmla="*/ 210970 w 293498"/>
              <a:gd name="connsiteY118" fmla="*/ 565668 h 689544"/>
              <a:gd name="connsiteX119" fmla="*/ 215974 w 293498"/>
              <a:gd name="connsiteY119" fmla="*/ 574829 h 689544"/>
              <a:gd name="connsiteX120" fmla="*/ 224124 w 293498"/>
              <a:gd name="connsiteY120" fmla="*/ 594972 h 689544"/>
              <a:gd name="connsiteX121" fmla="*/ 228349 w 293498"/>
              <a:gd name="connsiteY121" fmla="*/ 618961 h 689544"/>
              <a:gd name="connsiteX122" fmla="*/ 227729 w 293498"/>
              <a:gd name="connsiteY122" fmla="*/ 641760 h 689544"/>
              <a:gd name="connsiteX123" fmla="*/ 236092 w 293498"/>
              <a:gd name="connsiteY123" fmla="*/ 647553 h 689544"/>
              <a:gd name="connsiteX124" fmla="*/ 240032 w 293498"/>
              <a:gd name="connsiteY124" fmla="*/ 650311 h 689544"/>
              <a:gd name="connsiteX125" fmla="*/ 244077 w 293498"/>
              <a:gd name="connsiteY125" fmla="*/ 652775 h 689544"/>
              <a:gd name="connsiteX126" fmla="*/ 251781 w 293498"/>
              <a:gd name="connsiteY126" fmla="*/ 657480 h 689544"/>
              <a:gd name="connsiteX127" fmla="*/ 258945 w 293498"/>
              <a:gd name="connsiteY127" fmla="*/ 661841 h 689544"/>
              <a:gd name="connsiteX128" fmla="*/ 260629 w 293498"/>
              <a:gd name="connsiteY128" fmla="*/ 662878 h 689544"/>
              <a:gd name="connsiteX129" fmla="*/ 261522 w 293498"/>
              <a:gd name="connsiteY129" fmla="*/ 663393 h 689544"/>
              <a:gd name="connsiteX130" fmla="*/ 261822 w 293498"/>
              <a:gd name="connsiteY130" fmla="*/ 663598 h 689544"/>
              <a:gd name="connsiteX131" fmla="*/ 262208 w 293498"/>
              <a:gd name="connsiteY131" fmla="*/ 663821 h 689544"/>
              <a:gd name="connsiteX132" fmla="*/ 265430 w 293498"/>
              <a:gd name="connsiteY132" fmla="*/ 665649 h 689544"/>
              <a:gd name="connsiteX133" fmla="*/ 292154 w 293498"/>
              <a:gd name="connsiteY133" fmla="*/ 679470 h 689544"/>
              <a:gd name="connsiteX134" fmla="*/ 293818 w 293498"/>
              <a:gd name="connsiteY134" fmla="*/ 683551 h 689544"/>
              <a:gd name="connsiteX135" fmla="*/ 291607 w 293498"/>
              <a:gd name="connsiteY135" fmla="*/ 688160 h 689544"/>
              <a:gd name="connsiteX136" fmla="*/ 287338 w 293498"/>
              <a:gd name="connsiteY136" fmla="*/ 689427 h 689544"/>
              <a:gd name="connsiteX137" fmla="*/ 260254 w 293498"/>
              <a:gd name="connsiteY137" fmla="*/ 675172 h 689544"/>
              <a:gd name="connsiteX138" fmla="*/ 256008 w 293498"/>
              <a:gd name="connsiteY138" fmla="*/ 672721 h 689544"/>
              <a:gd name="connsiteX139" fmla="*/ 255153 w 293498"/>
              <a:gd name="connsiteY139" fmla="*/ 672195 h 689544"/>
              <a:gd name="connsiteX140" fmla="*/ 253493 w 293498"/>
              <a:gd name="connsiteY140" fmla="*/ 671172 h 689544"/>
              <a:gd name="connsiteX141" fmla="*/ 246396 w 293498"/>
              <a:gd name="connsiteY141" fmla="*/ 666753 h 689544"/>
              <a:gd name="connsiteX142" fmla="*/ 238720 w 293498"/>
              <a:gd name="connsiteY142" fmla="*/ 661999 h 689544"/>
              <a:gd name="connsiteX143" fmla="*/ 234702 w 293498"/>
              <a:gd name="connsiteY143" fmla="*/ 659487 h 689544"/>
              <a:gd name="connsiteX144" fmla="*/ 230655 w 293498"/>
              <a:gd name="connsiteY144" fmla="*/ 656636 h 689544"/>
              <a:gd name="connsiteX145" fmla="*/ 221759 w 293498"/>
              <a:gd name="connsiteY145" fmla="*/ 650374 h 689544"/>
              <a:gd name="connsiteX146" fmla="*/ 213442 w 293498"/>
              <a:gd name="connsiteY146" fmla="*/ 653806 h 689544"/>
              <a:gd name="connsiteX147" fmla="*/ 199216 w 293498"/>
              <a:gd name="connsiteY147" fmla="*/ 657332 h 689544"/>
              <a:gd name="connsiteX148" fmla="*/ 172399 w 293498"/>
              <a:gd name="connsiteY148" fmla="*/ 656708 h 689544"/>
              <a:gd name="connsiteX149" fmla="*/ 147806 w 293498"/>
              <a:gd name="connsiteY149" fmla="*/ 647720 h 689544"/>
              <a:gd name="connsiteX150" fmla="*/ 136373 w 293498"/>
              <a:gd name="connsiteY150" fmla="*/ 640894 h 689544"/>
              <a:gd name="connsiteX151" fmla="*/ 125414 w 293498"/>
              <a:gd name="connsiteY151" fmla="*/ 633023 h 689544"/>
              <a:gd name="connsiteX152" fmla="*/ 148295 w 293498"/>
              <a:gd name="connsiteY152" fmla="*/ 629380 h 689544"/>
              <a:gd name="connsiteX153" fmla="*/ 159968 w 293498"/>
              <a:gd name="connsiteY153" fmla="*/ 628883 h 689544"/>
              <a:gd name="connsiteX154" fmla="*/ 184908 w 293498"/>
              <a:gd name="connsiteY154" fmla="*/ 631253 h 689544"/>
              <a:gd name="connsiteX155" fmla="*/ 191438 w 293498"/>
              <a:gd name="connsiteY155" fmla="*/ 632868 h 689544"/>
              <a:gd name="connsiteX156" fmla="*/ 198277 w 293498"/>
              <a:gd name="connsiteY156" fmla="*/ 634726 h 689544"/>
              <a:gd name="connsiteX157" fmla="*/ 203389 w 293498"/>
              <a:gd name="connsiteY157" fmla="*/ 636456 h 689544"/>
              <a:gd name="connsiteX158" fmla="*/ 194910 w 293498"/>
              <a:gd name="connsiteY158" fmla="*/ 629694 h 689544"/>
              <a:gd name="connsiteX159" fmla="*/ 176073 w 293498"/>
              <a:gd name="connsiteY159" fmla="*/ 612741 h 689544"/>
              <a:gd name="connsiteX160" fmla="*/ 161020 w 293498"/>
              <a:gd name="connsiteY160" fmla="*/ 597424 h 689544"/>
              <a:gd name="connsiteX161" fmla="*/ 159498 w 293498"/>
              <a:gd name="connsiteY161" fmla="*/ 597832 h 689544"/>
              <a:gd name="connsiteX162" fmla="*/ 137320 w 293498"/>
              <a:gd name="connsiteY162" fmla="*/ 599758 h 689544"/>
              <a:gd name="connsiteX163" fmla="*/ 111107 w 293498"/>
              <a:gd name="connsiteY163" fmla="*/ 593630 h 689544"/>
              <a:gd name="connsiteX164" fmla="*/ 69816 w 293498"/>
              <a:gd name="connsiteY164" fmla="*/ 560752 h 689544"/>
              <a:gd name="connsiteX165" fmla="*/ 81239 w 293498"/>
              <a:gd name="connsiteY165" fmla="*/ 561076 h 689544"/>
              <a:gd name="connsiteX166" fmla="*/ 92916 w 293498"/>
              <a:gd name="connsiteY166" fmla="*/ 561963 h 689544"/>
              <a:gd name="connsiteX167" fmla="*/ 116295 w 293498"/>
              <a:gd name="connsiteY167" fmla="*/ 566874 h 689544"/>
              <a:gd name="connsiteX168" fmla="*/ 140738 w 293498"/>
              <a:gd name="connsiteY168" fmla="*/ 577513 h 689544"/>
              <a:gd name="connsiteX169" fmla="*/ 146383 w 293498"/>
              <a:gd name="connsiteY169" fmla="*/ 580772 h 689544"/>
              <a:gd name="connsiteX170" fmla="*/ 112398 w 293498"/>
              <a:gd name="connsiteY170" fmla="*/ 533233 h 689544"/>
              <a:gd name="connsiteX171" fmla="*/ 88167 w 293498"/>
              <a:gd name="connsiteY171" fmla="*/ 530694 h 689544"/>
              <a:gd name="connsiteX172" fmla="*/ 63854 w 293498"/>
              <a:gd name="connsiteY172" fmla="*/ 519326 h 689544"/>
              <a:gd name="connsiteX173" fmla="*/ 53786 w 293498"/>
              <a:gd name="connsiteY173" fmla="*/ 510972 h 689544"/>
              <a:gd name="connsiteX174" fmla="*/ 40754 w 293498"/>
              <a:gd name="connsiteY174" fmla="*/ 496051 h 689544"/>
              <a:gd name="connsiteX175" fmla="*/ 30224 w 293498"/>
              <a:gd name="connsiteY175" fmla="*/ 478971 h 689544"/>
              <a:gd name="connsiteX176" fmla="*/ 63547 w 293498"/>
              <a:gd name="connsiteY176" fmla="*/ 488883 h 689544"/>
              <a:gd name="connsiteX177" fmla="*/ 85380 w 293498"/>
              <a:gd name="connsiteY177" fmla="*/ 501038 h 689544"/>
              <a:gd name="connsiteX178" fmla="*/ 90841 w 293498"/>
              <a:gd name="connsiteY178" fmla="*/ 505059 h 689544"/>
              <a:gd name="connsiteX179" fmla="*/ 101750 w 293498"/>
              <a:gd name="connsiteY179" fmla="*/ 514574 h 689544"/>
              <a:gd name="connsiteX180" fmla="*/ 101696 w 293498"/>
              <a:gd name="connsiteY180" fmla="*/ 514446 h 689544"/>
              <a:gd name="connsiteX181" fmla="*/ 98096 w 293498"/>
              <a:gd name="connsiteY181" fmla="*/ 507480 h 689544"/>
              <a:gd name="connsiteX182" fmla="*/ 94500 w 293498"/>
              <a:gd name="connsiteY182" fmla="*/ 500450 h 689544"/>
              <a:gd name="connsiteX183" fmla="*/ 91187 w 293498"/>
              <a:gd name="connsiteY183" fmla="*/ 493263 h 689544"/>
              <a:gd name="connsiteX184" fmla="*/ 84736 w 293498"/>
              <a:gd name="connsiteY184" fmla="*/ 478700 h 689544"/>
              <a:gd name="connsiteX185" fmla="*/ 79023 w 293498"/>
              <a:gd name="connsiteY185" fmla="*/ 463694 h 689544"/>
              <a:gd name="connsiteX186" fmla="*/ 77872 w 293498"/>
              <a:gd name="connsiteY186" fmla="*/ 460617 h 689544"/>
              <a:gd name="connsiteX187" fmla="*/ 54381 w 293498"/>
              <a:gd name="connsiteY187" fmla="*/ 453230 h 689544"/>
              <a:gd name="connsiteX188" fmla="*/ 32741 w 293498"/>
              <a:gd name="connsiteY188" fmla="*/ 437455 h 689544"/>
              <a:gd name="connsiteX189" fmla="*/ 24408 w 293498"/>
              <a:gd name="connsiteY189" fmla="*/ 427434 h 689544"/>
              <a:gd name="connsiteX190" fmla="*/ 20753 w 293498"/>
              <a:gd name="connsiteY190" fmla="*/ 422011 h 689544"/>
              <a:gd name="connsiteX191" fmla="*/ 11962 w 293498"/>
              <a:gd name="connsiteY191" fmla="*/ 404424 h 689544"/>
              <a:gd name="connsiteX192" fmla="*/ 9499 w 293498"/>
              <a:gd name="connsiteY192" fmla="*/ 398273 h 689544"/>
              <a:gd name="connsiteX193" fmla="*/ 7429 w 293498"/>
              <a:gd name="connsiteY193" fmla="*/ 391997 h 689544"/>
              <a:gd name="connsiteX194" fmla="*/ 48005 w 293498"/>
              <a:gd name="connsiteY194" fmla="*/ 414973 h 689544"/>
              <a:gd name="connsiteX195" fmla="*/ 66344 w 293498"/>
              <a:gd name="connsiteY195" fmla="*/ 434181 h 689544"/>
              <a:gd name="connsiteX196" fmla="*/ 71409 w 293498"/>
              <a:gd name="connsiteY196" fmla="*/ 441061 h 689544"/>
              <a:gd name="connsiteX197" fmla="*/ 71338 w 293498"/>
              <a:gd name="connsiteY197" fmla="*/ 440795 h 689544"/>
              <a:gd name="connsiteX198" fmla="*/ 69006 w 293498"/>
              <a:gd name="connsiteY198" fmla="*/ 433080 h 689544"/>
              <a:gd name="connsiteX199" fmla="*/ 64915 w 293498"/>
              <a:gd name="connsiteY199" fmla="*/ 417436 h 689544"/>
              <a:gd name="connsiteX200" fmla="*/ 63927 w 293498"/>
              <a:gd name="connsiteY200" fmla="*/ 413520 h 689544"/>
              <a:gd name="connsiteX201" fmla="*/ 63078 w 293498"/>
              <a:gd name="connsiteY201" fmla="*/ 409588 h 689544"/>
              <a:gd name="connsiteX202" fmla="*/ 61444 w 293498"/>
              <a:gd name="connsiteY202" fmla="*/ 401666 h 689544"/>
              <a:gd name="connsiteX203" fmla="*/ 57939 w 293498"/>
              <a:gd name="connsiteY203" fmla="*/ 382725 h 689544"/>
              <a:gd name="connsiteX204" fmla="*/ 35682 w 293498"/>
              <a:gd name="connsiteY204" fmla="*/ 371194 h 689544"/>
              <a:gd name="connsiteX205" fmla="*/ 10901 w 293498"/>
              <a:gd name="connsiteY205" fmla="*/ 340805 h 689544"/>
              <a:gd name="connsiteX206" fmla="*/ 4017 w 293498"/>
              <a:gd name="connsiteY206" fmla="*/ 322646 h 689544"/>
              <a:gd name="connsiteX207" fmla="*/ 39 w 293498"/>
              <a:gd name="connsiteY207" fmla="*/ 303464 h 689544"/>
              <a:gd name="connsiteX208" fmla="*/ 19088 w 293498"/>
              <a:gd name="connsiteY208" fmla="*/ 316263 h 689544"/>
              <a:gd name="connsiteX209" fmla="*/ 36338 w 293498"/>
              <a:gd name="connsiteY209" fmla="*/ 332623 h 689544"/>
              <a:gd name="connsiteX210" fmla="*/ 43962 w 293498"/>
              <a:gd name="connsiteY210" fmla="*/ 342814 h 689544"/>
              <a:gd name="connsiteX211" fmla="*/ 47578 w 293498"/>
              <a:gd name="connsiteY211" fmla="*/ 348472 h 689544"/>
              <a:gd name="connsiteX212" fmla="*/ 55271 w 293498"/>
              <a:gd name="connsiteY212" fmla="*/ 363559 h 689544"/>
              <a:gd name="connsiteX213" fmla="*/ 51855 w 293498"/>
              <a:gd name="connsiteY213" fmla="*/ 302793 h 689544"/>
              <a:gd name="connsiteX214" fmla="*/ 42442 w 293498"/>
              <a:gd name="connsiteY214" fmla="*/ 297037 h 689544"/>
              <a:gd name="connsiteX215" fmla="*/ 31449 w 293498"/>
              <a:gd name="connsiteY215" fmla="*/ 287667 h 689544"/>
              <a:gd name="connsiteX216" fmla="*/ 16178 w 293498"/>
              <a:gd name="connsiteY216" fmla="*/ 265985 h 689544"/>
              <a:gd name="connsiteX217" fmla="*/ 9805 w 293498"/>
              <a:gd name="connsiteY217" fmla="*/ 247832 h 689544"/>
              <a:gd name="connsiteX218" fmla="*/ 8548 w 293498"/>
              <a:gd name="connsiteY218" fmla="*/ 241542 h 689544"/>
              <a:gd name="connsiteX219" fmla="*/ 6376 w 293498"/>
              <a:gd name="connsiteY219" fmla="*/ 215780 h 689544"/>
              <a:gd name="connsiteX220" fmla="*/ 23337 w 293498"/>
              <a:gd name="connsiteY220" fmla="*/ 231137 h 689544"/>
              <a:gd name="connsiteX221" fmla="*/ 37840 w 293498"/>
              <a:gd name="connsiteY221" fmla="*/ 249802 h 689544"/>
              <a:gd name="connsiteX222" fmla="*/ 49030 w 293498"/>
              <a:gd name="connsiteY222" fmla="*/ 273760 h 689544"/>
              <a:gd name="connsiteX223" fmla="*/ 52176 w 293498"/>
              <a:gd name="connsiteY223" fmla="*/ 284356 h 689544"/>
              <a:gd name="connsiteX224" fmla="*/ 52411 w 293498"/>
              <a:gd name="connsiteY224" fmla="*/ 277319 h 689544"/>
              <a:gd name="connsiteX225" fmla="*/ 57974 w 293498"/>
              <a:gd name="connsiteY225" fmla="*/ 222895 h 689544"/>
              <a:gd name="connsiteX226" fmla="*/ 39643 w 293498"/>
              <a:gd name="connsiteY226" fmla="*/ 204786 h 689544"/>
              <a:gd name="connsiteX227" fmla="*/ 35716 w 293498"/>
              <a:gd name="connsiteY227" fmla="*/ 199109 h 689544"/>
              <a:gd name="connsiteX228" fmla="*/ 24654 w 293498"/>
              <a:gd name="connsiteY228" fmla="*/ 168858 h 689544"/>
              <a:gd name="connsiteX229" fmla="*/ 23466 w 293498"/>
              <a:gd name="connsiteY229" fmla="*/ 156208 h 689544"/>
              <a:gd name="connsiteX230" fmla="*/ 23475 w 293498"/>
              <a:gd name="connsiteY230" fmla="*/ 143380 h 689544"/>
              <a:gd name="connsiteX231" fmla="*/ 24731 w 293498"/>
              <a:gd name="connsiteY231" fmla="*/ 130564 h 689544"/>
              <a:gd name="connsiteX232" fmla="*/ 39375 w 293498"/>
              <a:gd name="connsiteY232" fmla="*/ 147928 h 689544"/>
              <a:gd name="connsiteX233" fmla="*/ 51424 w 293498"/>
              <a:gd name="connsiteY233" fmla="*/ 168393 h 689544"/>
              <a:gd name="connsiteX234" fmla="*/ 60824 w 293498"/>
              <a:gd name="connsiteY234" fmla="*/ 205758 h 689544"/>
              <a:gd name="connsiteX235" fmla="*/ 75171 w 293498"/>
              <a:gd name="connsiteY235" fmla="*/ 144698 h 689544"/>
              <a:gd name="connsiteX236" fmla="*/ 67249 w 293498"/>
              <a:gd name="connsiteY236" fmla="*/ 136137 h 689544"/>
              <a:gd name="connsiteX237" fmla="*/ 59074 w 293498"/>
              <a:gd name="connsiteY237" fmla="*/ 124115 h 689544"/>
              <a:gd name="connsiteX238" fmla="*/ 50156 w 293498"/>
              <a:gd name="connsiteY238" fmla="*/ 99283 h 689544"/>
              <a:gd name="connsiteX239" fmla="*/ 49205 w 293498"/>
              <a:gd name="connsiteY239" fmla="*/ 73969 h 689544"/>
              <a:gd name="connsiteX240" fmla="*/ 50937 w 293498"/>
              <a:gd name="connsiteY240" fmla="*/ 61331 h 689544"/>
              <a:gd name="connsiteX241" fmla="*/ 53687 w 293498"/>
              <a:gd name="connsiteY241" fmla="*/ 48768 h 689544"/>
              <a:gd name="connsiteX242" fmla="*/ 66144 w 293498"/>
              <a:gd name="connsiteY242" fmla="*/ 67860 h 689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Lst>
            <a:rect l="l" t="t" r="r" b="b"/>
            <a:pathLst>
              <a:path w="293498" h="689544">
                <a:moveTo>
                  <a:pt x="66144" y="67860"/>
                </a:moveTo>
                <a:cubicBezTo>
                  <a:pt x="68010" y="71239"/>
                  <a:pt x="69696" y="74714"/>
                  <a:pt x="71197" y="78271"/>
                </a:cubicBezTo>
                <a:cubicBezTo>
                  <a:pt x="74537" y="85842"/>
                  <a:pt x="76935" y="93793"/>
                  <a:pt x="78336" y="101948"/>
                </a:cubicBezTo>
                <a:cubicBezTo>
                  <a:pt x="78707" y="104091"/>
                  <a:pt x="78949" y="106290"/>
                  <a:pt x="79212" y="108565"/>
                </a:cubicBezTo>
                <a:cubicBezTo>
                  <a:pt x="80091" y="115329"/>
                  <a:pt x="80324" y="122163"/>
                  <a:pt x="79909" y="128972"/>
                </a:cubicBezTo>
                <a:cubicBezTo>
                  <a:pt x="83556" y="117474"/>
                  <a:pt x="87087" y="107514"/>
                  <a:pt x="90184" y="99364"/>
                </a:cubicBezTo>
                <a:lnTo>
                  <a:pt x="93687" y="90066"/>
                </a:lnTo>
                <a:cubicBezTo>
                  <a:pt x="93609" y="89088"/>
                  <a:pt x="93530" y="88110"/>
                  <a:pt x="93500" y="87160"/>
                </a:cubicBezTo>
                <a:cubicBezTo>
                  <a:pt x="93412" y="78996"/>
                  <a:pt x="94101" y="70844"/>
                  <a:pt x="95561" y="62812"/>
                </a:cubicBezTo>
                <a:cubicBezTo>
                  <a:pt x="96571" y="57831"/>
                  <a:pt x="98046" y="53215"/>
                  <a:pt x="99658" y="48807"/>
                </a:cubicBezTo>
                <a:cubicBezTo>
                  <a:pt x="101318" y="44427"/>
                  <a:pt x="103130" y="40230"/>
                  <a:pt x="105321" y="36381"/>
                </a:cubicBezTo>
                <a:cubicBezTo>
                  <a:pt x="109624" y="28977"/>
                  <a:pt x="114804" y="22119"/>
                  <a:pt x="120748" y="15955"/>
                </a:cubicBezTo>
                <a:cubicBezTo>
                  <a:pt x="126629" y="10196"/>
                  <a:pt x="132925" y="4876"/>
                  <a:pt x="139586" y="39"/>
                </a:cubicBezTo>
                <a:cubicBezTo>
                  <a:pt x="139006" y="8148"/>
                  <a:pt x="137896" y="16210"/>
                  <a:pt x="136265" y="24174"/>
                </a:cubicBezTo>
                <a:cubicBezTo>
                  <a:pt x="134812" y="32344"/>
                  <a:pt x="132466" y="40330"/>
                  <a:pt x="129270" y="47989"/>
                </a:cubicBezTo>
                <a:cubicBezTo>
                  <a:pt x="127650" y="51910"/>
                  <a:pt x="125863" y="55895"/>
                  <a:pt x="123655" y="59831"/>
                </a:cubicBezTo>
                <a:cubicBezTo>
                  <a:pt x="121509" y="63770"/>
                  <a:pt x="118890" y="67694"/>
                  <a:pt x="116043" y="71679"/>
                </a:cubicBezTo>
                <a:cubicBezTo>
                  <a:pt x="113268" y="75705"/>
                  <a:pt x="110058" y="79705"/>
                  <a:pt x="106381" y="83790"/>
                </a:cubicBezTo>
                <a:cubicBezTo>
                  <a:pt x="104576" y="85803"/>
                  <a:pt x="102593" y="87843"/>
                  <a:pt x="100535" y="89903"/>
                </a:cubicBezTo>
                <a:lnTo>
                  <a:pt x="98571" y="91856"/>
                </a:lnTo>
                <a:lnTo>
                  <a:pt x="95168" y="101149"/>
                </a:lnTo>
                <a:cubicBezTo>
                  <a:pt x="92148" y="109278"/>
                  <a:pt x="88717" y="119230"/>
                  <a:pt x="85198" y="130675"/>
                </a:cubicBezTo>
                <a:cubicBezTo>
                  <a:pt x="88783" y="125000"/>
                  <a:pt x="92969" y="119729"/>
                  <a:pt x="97685" y="114952"/>
                </a:cubicBezTo>
                <a:cubicBezTo>
                  <a:pt x="104970" y="107897"/>
                  <a:pt x="113546" y="102311"/>
                  <a:pt x="122944" y="98498"/>
                </a:cubicBezTo>
                <a:cubicBezTo>
                  <a:pt x="126447" y="97165"/>
                  <a:pt x="130032" y="96055"/>
                  <a:pt x="133675" y="95174"/>
                </a:cubicBezTo>
                <a:cubicBezTo>
                  <a:pt x="140779" y="93512"/>
                  <a:pt x="148015" y="92480"/>
                  <a:pt x="155299" y="92092"/>
                </a:cubicBezTo>
                <a:cubicBezTo>
                  <a:pt x="153345" y="95144"/>
                  <a:pt x="151292" y="98141"/>
                  <a:pt x="149117" y="101130"/>
                </a:cubicBezTo>
                <a:cubicBezTo>
                  <a:pt x="146968" y="104071"/>
                  <a:pt x="144613" y="106925"/>
                  <a:pt x="142359" y="109772"/>
                </a:cubicBezTo>
                <a:cubicBezTo>
                  <a:pt x="137772" y="115486"/>
                  <a:pt x="132463" y="120783"/>
                  <a:pt x="126309" y="125593"/>
                </a:cubicBezTo>
                <a:cubicBezTo>
                  <a:pt x="120338" y="130475"/>
                  <a:pt x="113378" y="134787"/>
                  <a:pt x="105074" y="138420"/>
                </a:cubicBezTo>
                <a:cubicBezTo>
                  <a:pt x="100923" y="140205"/>
                  <a:pt x="96615" y="141929"/>
                  <a:pt x="91847" y="143391"/>
                </a:cubicBezTo>
                <a:cubicBezTo>
                  <a:pt x="88325" y="144477"/>
                  <a:pt x="84562" y="145425"/>
                  <a:pt x="80640" y="146312"/>
                </a:cubicBezTo>
                <a:cubicBezTo>
                  <a:pt x="75115" y="166092"/>
                  <a:pt x="70584" y="186136"/>
                  <a:pt x="67065" y="206370"/>
                </a:cubicBezTo>
                <a:cubicBezTo>
                  <a:pt x="70715" y="198877"/>
                  <a:pt x="75403" y="191937"/>
                  <a:pt x="80993" y="185754"/>
                </a:cubicBezTo>
                <a:cubicBezTo>
                  <a:pt x="83776" y="182737"/>
                  <a:pt x="86823" y="179976"/>
                  <a:pt x="90099" y="177503"/>
                </a:cubicBezTo>
                <a:cubicBezTo>
                  <a:pt x="96110" y="172929"/>
                  <a:pt x="102739" y="169230"/>
                  <a:pt x="109789" y="166518"/>
                </a:cubicBezTo>
                <a:cubicBezTo>
                  <a:pt x="116676" y="163997"/>
                  <a:pt x="123773" y="162089"/>
                  <a:pt x="130996" y="160815"/>
                </a:cubicBezTo>
                <a:cubicBezTo>
                  <a:pt x="129378" y="164063"/>
                  <a:pt x="127689" y="167268"/>
                  <a:pt x="125875" y="170466"/>
                </a:cubicBezTo>
                <a:cubicBezTo>
                  <a:pt x="124160" y="173658"/>
                  <a:pt x="122398" y="176821"/>
                  <a:pt x="120415" y="179922"/>
                </a:cubicBezTo>
                <a:cubicBezTo>
                  <a:pt x="118446" y="182998"/>
                  <a:pt x="116318" y="186015"/>
                  <a:pt x="113969" y="188969"/>
                </a:cubicBezTo>
                <a:cubicBezTo>
                  <a:pt x="111596" y="191909"/>
                  <a:pt x="109289" y="194790"/>
                  <a:pt x="106565" y="197560"/>
                </a:cubicBezTo>
                <a:cubicBezTo>
                  <a:pt x="102319" y="201954"/>
                  <a:pt x="97629" y="205896"/>
                  <a:pt x="92569" y="209323"/>
                </a:cubicBezTo>
                <a:cubicBezTo>
                  <a:pt x="90846" y="210580"/>
                  <a:pt x="89051" y="211795"/>
                  <a:pt x="87160" y="212955"/>
                </a:cubicBezTo>
                <a:cubicBezTo>
                  <a:pt x="80667" y="216958"/>
                  <a:pt x="73099" y="220596"/>
                  <a:pt x="64296" y="223811"/>
                </a:cubicBezTo>
                <a:cubicBezTo>
                  <a:pt x="61905" y="240764"/>
                  <a:pt x="60081" y="258687"/>
                  <a:pt x="59282" y="277395"/>
                </a:cubicBezTo>
                <a:lnTo>
                  <a:pt x="59102" y="284560"/>
                </a:lnTo>
                <a:cubicBezTo>
                  <a:pt x="60251" y="281010"/>
                  <a:pt x="61517" y="277592"/>
                  <a:pt x="62912" y="274505"/>
                </a:cubicBezTo>
                <a:cubicBezTo>
                  <a:pt x="66622" y="266805"/>
                  <a:pt x="71509" y="259731"/>
                  <a:pt x="77399" y="253537"/>
                </a:cubicBezTo>
                <a:cubicBezTo>
                  <a:pt x="82813" y="248214"/>
                  <a:pt x="88950" y="243680"/>
                  <a:pt x="95628" y="240068"/>
                </a:cubicBezTo>
                <a:cubicBezTo>
                  <a:pt x="102030" y="236618"/>
                  <a:pt x="108753" y="233800"/>
                  <a:pt x="115700" y="231652"/>
                </a:cubicBezTo>
                <a:cubicBezTo>
                  <a:pt x="114424" y="235031"/>
                  <a:pt x="113383" y="238451"/>
                  <a:pt x="112083" y="241817"/>
                </a:cubicBezTo>
                <a:cubicBezTo>
                  <a:pt x="110815" y="245220"/>
                  <a:pt x="109398" y="248566"/>
                  <a:pt x="107837" y="251845"/>
                </a:cubicBezTo>
                <a:cubicBezTo>
                  <a:pt x="107053" y="253482"/>
                  <a:pt x="106167" y="255127"/>
                  <a:pt x="105359" y="256750"/>
                </a:cubicBezTo>
                <a:cubicBezTo>
                  <a:pt x="102869" y="261769"/>
                  <a:pt x="99934" y="266555"/>
                  <a:pt x="96588" y="271048"/>
                </a:cubicBezTo>
                <a:cubicBezTo>
                  <a:pt x="88794" y="281483"/>
                  <a:pt x="79124" y="290373"/>
                  <a:pt x="68073" y="297265"/>
                </a:cubicBezTo>
                <a:cubicBezTo>
                  <a:pt x="65176" y="299163"/>
                  <a:pt x="62121" y="301001"/>
                  <a:pt x="58855" y="302814"/>
                </a:cubicBezTo>
                <a:lnTo>
                  <a:pt x="58918" y="307161"/>
                </a:lnTo>
                <a:cubicBezTo>
                  <a:pt x="59041" y="312184"/>
                  <a:pt x="59074" y="317253"/>
                  <a:pt x="59255" y="322343"/>
                </a:cubicBezTo>
                <a:lnTo>
                  <a:pt x="60254" y="337714"/>
                </a:lnTo>
                <a:cubicBezTo>
                  <a:pt x="60464" y="340248"/>
                  <a:pt x="60521" y="342822"/>
                  <a:pt x="60814" y="345435"/>
                </a:cubicBezTo>
                <a:lnTo>
                  <a:pt x="61699" y="353150"/>
                </a:lnTo>
                <a:cubicBezTo>
                  <a:pt x="62089" y="356206"/>
                  <a:pt x="62404" y="359283"/>
                  <a:pt x="62756" y="362348"/>
                </a:cubicBezTo>
                <a:cubicBezTo>
                  <a:pt x="63789" y="357038"/>
                  <a:pt x="65224" y="351814"/>
                  <a:pt x="67051" y="346721"/>
                </a:cubicBezTo>
                <a:cubicBezTo>
                  <a:pt x="67425" y="345683"/>
                  <a:pt x="67848" y="344672"/>
                  <a:pt x="68256" y="343685"/>
                </a:cubicBezTo>
                <a:cubicBezTo>
                  <a:pt x="68665" y="342700"/>
                  <a:pt x="69160" y="341731"/>
                  <a:pt x="69631" y="340748"/>
                </a:cubicBezTo>
                <a:cubicBezTo>
                  <a:pt x="73224" y="333709"/>
                  <a:pt x="77870" y="327260"/>
                  <a:pt x="83408" y="321621"/>
                </a:cubicBezTo>
                <a:cubicBezTo>
                  <a:pt x="86057" y="319010"/>
                  <a:pt x="88892" y="316594"/>
                  <a:pt x="91890" y="314394"/>
                </a:cubicBezTo>
                <a:cubicBezTo>
                  <a:pt x="97754" y="310099"/>
                  <a:pt x="103998" y="306351"/>
                  <a:pt x="110545" y="303196"/>
                </a:cubicBezTo>
                <a:cubicBezTo>
                  <a:pt x="109633" y="308477"/>
                  <a:pt x="108478" y="313712"/>
                  <a:pt x="107082" y="318887"/>
                </a:cubicBezTo>
                <a:cubicBezTo>
                  <a:pt x="106629" y="320619"/>
                  <a:pt x="106238" y="322355"/>
                  <a:pt x="105722" y="324084"/>
                </a:cubicBezTo>
                <a:cubicBezTo>
                  <a:pt x="104746" y="327578"/>
                  <a:pt x="103576" y="331015"/>
                  <a:pt x="102221" y="334381"/>
                </a:cubicBezTo>
                <a:cubicBezTo>
                  <a:pt x="100777" y="337841"/>
                  <a:pt x="99207" y="341247"/>
                  <a:pt x="97516" y="344593"/>
                </a:cubicBezTo>
                <a:cubicBezTo>
                  <a:pt x="94065" y="351350"/>
                  <a:pt x="89419" y="358059"/>
                  <a:pt x="83450" y="364776"/>
                </a:cubicBezTo>
                <a:cubicBezTo>
                  <a:pt x="78638" y="370327"/>
                  <a:pt x="72725" y="375887"/>
                  <a:pt x="65639" y="381477"/>
                </a:cubicBezTo>
                <a:cubicBezTo>
                  <a:pt x="66620" y="387576"/>
                  <a:pt x="67702" y="393669"/>
                  <a:pt x="69161" y="399721"/>
                </a:cubicBezTo>
                <a:cubicBezTo>
                  <a:pt x="71832" y="412810"/>
                  <a:pt x="75312" y="425722"/>
                  <a:pt x="79315" y="438454"/>
                </a:cubicBezTo>
                <a:cubicBezTo>
                  <a:pt x="79321" y="435659"/>
                  <a:pt x="79408" y="432944"/>
                  <a:pt x="79728" y="430330"/>
                </a:cubicBezTo>
                <a:cubicBezTo>
                  <a:pt x="80951" y="420969"/>
                  <a:pt x="83253" y="412971"/>
                  <a:pt x="86718" y="405966"/>
                </a:cubicBezTo>
                <a:cubicBezTo>
                  <a:pt x="94006" y="391840"/>
                  <a:pt x="104352" y="382054"/>
                  <a:pt x="116384" y="373692"/>
                </a:cubicBezTo>
                <a:cubicBezTo>
                  <a:pt x="116325" y="375455"/>
                  <a:pt x="116240" y="377218"/>
                  <a:pt x="116129" y="378979"/>
                </a:cubicBezTo>
                <a:cubicBezTo>
                  <a:pt x="116011" y="380745"/>
                  <a:pt x="116044" y="382469"/>
                  <a:pt x="115964" y="384224"/>
                </a:cubicBezTo>
                <a:cubicBezTo>
                  <a:pt x="115723" y="389554"/>
                  <a:pt x="115129" y="394862"/>
                  <a:pt x="114186" y="400115"/>
                </a:cubicBezTo>
                <a:cubicBezTo>
                  <a:pt x="113868" y="401893"/>
                  <a:pt x="113625" y="403650"/>
                  <a:pt x="113282" y="405414"/>
                </a:cubicBezTo>
                <a:cubicBezTo>
                  <a:pt x="112558" y="408952"/>
                  <a:pt x="111658" y="412517"/>
                  <a:pt x="110429" y="416149"/>
                </a:cubicBezTo>
                <a:cubicBezTo>
                  <a:pt x="106303" y="428384"/>
                  <a:pt x="100112" y="439821"/>
                  <a:pt x="92127" y="449967"/>
                </a:cubicBezTo>
                <a:cubicBezTo>
                  <a:pt x="90138" y="452518"/>
                  <a:pt x="88065" y="455052"/>
                  <a:pt x="85853" y="457602"/>
                </a:cubicBezTo>
                <a:cubicBezTo>
                  <a:pt x="92615" y="475915"/>
                  <a:pt x="100642" y="493544"/>
                  <a:pt x="109599" y="510229"/>
                </a:cubicBezTo>
                <a:cubicBezTo>
                  <a:pt x="108870" y="505649"/>
                  <a:pt x="108456" y="501026"/>
                  <a:pt x="108358" y="496390"/>
                </a:cubicBezTo>
                <a:cubicBezTo>
                  <a:pt x="108287" y="494237"/>
                  <a:pt x="108371" y="492082"/>
                  <a:pt x="108608" y="489941"/>
                </a:cubicBezTo>
                <a:cubicBezTo>
                  <a:pt x="109482" y="482128"/>
                  <a:pt x="111565" y="474498"/>
                  <a:pt x="114782" y="467325"/>
                </a:cubicBezTo>
                <a:cubicBezTo>
                  <a:pt x="116279" y="464008"/>
                  <a:pt x="118273" y="460721"/>
                  <a:pt x="120253" y="457682"/>
                </a:cubicBezTo>
                <a:cubicBezTo>
                  <a:pt x="124303" y="451706"/>
                  <a:pt x="128912" y="446129"/>
                  <a:pt x="134018" y="441026"/>
                </a:cubicBezTo>
                <a:cubicBezTo>
                  <a:pt x="134931" y="446155"/>
                  <a:pt x="135595" y="451326"/>
                  <a:pt x="136008" y="456520"/>
                </a:cubicBezTo>
                <a:cubicBezTo>
                  <a:pt x="136205" y="458241"/>
                  <a:pt x="136401" y="459962"/>
                  <a:pt x="136545" y="461718"/>
                </a:cubicBezTo>
                <a:cubicBezTo>
                  <a:pt x="136967" y="467088"/>
                  <a:pt x="136940" y="472483"/>
                  <a:pt x="136463" y="477848"/>
                </a:cubicBezTo>
                <a:cubicBezTo>
                  <a:pt x="136303" y="479686"/>
                  <a:pt x="136194" y="481488"/>
                  <a:pt x="135982" y="483360"/>
                </a:cubicBezTo>
                <a:cubicBezTo>
                  <a:pt x="135008" y="491453"/>
                  <a:pt x="133056" y="499398"/>
                  <a:pt x="130170" y="507021"/>
                </a:cubicBezTo>
                <a:cubicBezTo>
                  <a:pt x="127807" y="513730"/>
                  <a:pt x="124498" y="520857"/>
                  <a:pt x="120186" y="528435"/>
                </a:cubicBezTo>
                <a:cubicBezTo>
                  <a:pt x="130547" y="545030"/>
                  <a:pt x="141817" y="560381"/>
                  <a:pt x="153536" y="574288"/>
                </a:cubicBezTo>
                <a:cubicBezTo>
                  <a:pt x="152785" y="572459"/>
                  <a:pt x="152122" y="570595"/>
                  <a:pt x="151550" y="568703"/>
                </a:cubicBezTo>
                <a:cubicBezTo>
                  <a:pt x="149013" y="559616"/>
                  <a:pt x="148062" y="551347"/>
                  <a:pt x="148525" y="543638"/>
                </a:cubicBezTo>
                <a:cubicBezTo>
                  <a:pt x="149199" y="535729"/>
                  <a:pt x="151065" y="528541"/>
                  <a:pt x="153700" y="521861"/>
                </a:cubicBezTo>
                <a:cubicBezTo>
                  <a:pt x="155053" y="518461"/>
                  <a:pt x="156542" y="515268"/>
                  <a:pt x="158242" y="512101"/>
                </a:cubicBezTo>
                <a:cubicBezTo>
                  <a:pt x="160002" y="508933"/>
                  <a:pt x="161887" y="505837"/>
                  <a:pt x="163891" y="502818"/>
                </a:cubicBezTo>
                <a:cubicBezTo>
                  <a:pt x="168712" y="515636"/>
                  <a:pt x="173021" y="528674"/>
                  <a:pt x="174281" y="543649"/>
                </a:cubicBezTo>
                <a:cubicBezTo>
                  <a:pt x="174696" y="551286"/>
                  <a:pt x="174789" y="559091"/>
                  <a:pt x="173485" y="567923"/>
                </a:cubicBezTo>
                <a:cubicBezTo>
                  <a:pt x="172871" y="572329"/>
                  <a:pt x="171932" y="576964"/>
                  <a:pt x="170666" y="581830"/>
                </a:cubicBezTo>
                <a:cubicBezTo>
                  <a:pt x="170010" y="584305"/>
                  <a:pt x="169325" y="586772"/>
                  <a:pt x="168612" y="589231"/>
                </a:cubicBezTo>
                <a:lnTo>
                  <a:pt x="168129" y="590625"/>
                </a:lnTo>
                <a:cubicBezTo>
                  <a:pt x="172964" y="595732"/>
                  <a:pt x="177810" y="600653"/>
                  <a:pt x="182651" y="605249"/>
                </a:cubicBezTo>
                <a:cubicBezTo>
                  <a:pt x="189052" y="610874"/>
                  <a:pt x="195169" y="616433"/>
                  <a:pt x="201172" y="621635"/>
                </a:cubicBezTo>
                <a:lnTo>
                  <a:pt x="209800" y="628417"/>
                </a:lnTo>
                <a:cubicBezTo>
                  <a:pt x="208866" y="626914"/>
                  <a:pt x="207909" y="625396"/>
                  <a:pt x="207073" y="623948"/>
                </a:cubicBezTo>
                <a:cubicBezTo>
                  <a:pt x="205935" y="621908"/>
                  <a:pt x="204907" y="619899"/>
                  <a:pt x="204004" y="617899"/>
                </a:cubicBezTo>
                <a:cubicBezTo>
                  <a:pt x="203101" y="615898"/>
                  <a:pt x="202416" y="613798"/>
                  <a:pt x="201751" y="611773"/>
                </a:cubicBezTo>
                <a:cubicBezTo>
                  <a:pt x="199408" y="604302"/>
                  <a:pt x="198242" y="596510"/>
                  <a:pt x="198295" y="588680"/>
                </a:cubicBezTo>
                <a:cubicBezTo>
                  <a:pt x="198447" y="584907"/>
                  <a:pt x="198891" y="581240"/>
                  <a:pt x="199533" y="577623"/>
                </a:cubicBezTo>
                <a:cubicBezTo>
                  <a:pt x="200802" y="570411"/>
                  <a:pt x="202961" y="563553"/>
                  <a:pt x="205529" y="556930"/>
                </a:cubicBezTo>
                <a:cubicBezTo>
                  <a:pt x="207436" y="559784"/>
                  <a:pt x="209250" y="562698"/>
                  <a:pt x="210970" y="565668"/>
                </a:cubicBezTo>
                <a:cubicBezTo>
                  <a:pt x="212740" y="568619"/>
                  <a:pt x="214256" y="571843"/>
                  <a:pt x="215974" y="574829"/>
                </a:cubicBezTo>
                <a:cubicBezTo>
                  <a:pt x="219426" y="581221"/>
                  <a:pt x="222160" y="587977"/>
                  <a:pt x="224124" y="594972"/>
                </a:cubicBezTo>
                <a:cubicBezTo>
                  <a:pt x="226393" y="602072"/>
                  <a:pt x="227892" y="609948"/>
                  <a:pt x="228349" y="618961"/>
                </a:cubicBezTo>
                <a:cubicBezTo>
                  <a:pt x="228702" y="626566"/>
                  <a:pt x="228494" y="634186"/>
                  <a:pt x="227729" y="641760"/>
                </a:cubicBezTo>
                <a:lnTo>
                  <a:pt x="236092" y="647553"/>
                </a:lnTo>
                <a:lnTo>
                  <a:pt x="240032" y="650311"/>
                </a:lnTo>
                <a:cubicBezTo>
                  <a:pt x="241431" y="651119"/>
                  <a:pt x="242778" y="651960"/>
                  <a:pt x="244077" y="652775"/>
                </a:cubicBezTo>
                <a:lnTo>
                  <a:pt x="251781" y="657480"/>
                </a:lnTo>
                <a:lnTo>
                  <a:pt x="258945" y="661841"/>
                </a:lnTo>
                <a:lnTo>
                  <a:pt x="260629" y="662878"/>
                </a:lnTo>
                <a:lnTo>
                  <a:pt x="261522" y="663393"/>
                </a:lnTo>
                <a:lnTo>
                  <a:pt x="261822" y="663598"/>
                </a:lnTo>
                <a:lnTo>
                  <a:pt x="262208" y="663821"/>
                </a:lnTo>
                <a:lnTo>
                  <a:pt x="265430" y="665649"/>
                </a:lnTo>
                <a:cubicBezTo>
                  <a:pt x="274178" y="670559"/>
                  <a:pt x="283091" y="675169"/>
                  <a:pt x="292154" y="679470"/>
                </a:cubicBezTo>
                <a:cubicBezTo>
                  <a:pt x="293743" y="680227"/>
                  <a:pt x="294520" y="682058"/>
                  <a:pt x="293818" y="683551"/>
                </a:cubicBezTo>
                <a:lnTo>
                  <a:pt x="291607" y="688160"/>
                </a:lnTo>
                <a:cubicBezTo>
                  <a:pt x="290882" y="689639"/>
                  <a:pt x="289024" y="690239"/>
                  <a:pt x="287338" y="689427"/>
                </a:cubicBezTo>
                <a:cubicBezTo>
                  <a:pt x="278151" y="684984"/>
                  <a:pt x="269117" y="680229"/>
                  <a:pt x="260254" y="675172"/>
                </a:cubicBezTo>
                <a:lnTo>
                  <a:pt x="256008" y="672721"/>
                </a:lnTo>
                <a:lnTo>
                  <a:pt x="255153" y="672195"/>
                </a:lnTo>
                <a:lnTo>
                  <a:pt x="253493" y="671172"/>
                </a:lnTo>
                <a:lnTo>
                  <a:pt x="246396" y="666753"/>
                </a:lnTo>
                <a:lnTo>
                  <a:pt x="238720" y="661999"/>
                </a:lnTo>
                <a:cubicBezTo>
                  <a:pt x="237434" y="661161"/>
                  <a:pt x="236087" y="660319"/>
                  <a:pt x="234702" y="659487"/>
                </a:cubicBezTo>
                <a:cubicBezTo>
                  <a:pt x="233359" y="658583"/>
                  <a:pt x="232019" y="657616"/>
                  <a:pt x="230655" y="656636"/>
                </a:cubicBezTo>
                <a:lnTo>
                  <a:pt x="221759" y="650374"/>
                </a:lnTo>
                <a:cubicBezTo>
                  <a:pt x="218986" y="651668"/>
                  <a:pt x="216221" y="652837"/>
                  <a:pt x="213442" y="653806"/>
                </a:cubicBezTo>
                <a:cubicBezTo>
                  <a:pt x="208597" y="655512"/>
                  <a:pt x="203720" y="656716"/>
                  <a:pt x="199216" y="657332"/>
                </a:cubicBezTo>
                <a:cubicBezTo>
                  <a:pt x="190027" y="658653"/>
                  <a:pt x="181064" y="658302"/>
                  <a:pt x="172399" y="656708"/>
                </a:cubicBezTo>
                <a:cubicBezTo>
                  <a:pt x="163846" y="654922"/>
                  <a:pt x="155755" y="651666"/>
                  <a:pt x="147806" y="647720"/>
                </a:cubicBezTo>
                <a:cubicBezTo>
                  <a:pt x="143765" y="645805"/>
                  <a:pt x="140131" y="643353"/>
                  <a:pt x="136373" y="640894"/>
                </a:cubicBezTo>
                <a:cubicBezTo>
                  <a:pt x="132680" y="638376"/>
                  <a:pt x="129044" y="635762"/>
                  <a:pt x="125414" y="633023"/>
                </a:cubicBezTo>
                <a:cubicBezTo>
                  <a:pt x="132962" y="631356"/>
                  <a:pt x="140603" y="630139"/>
                  <a:pt x="148295" y="629380"/>
                </a:cubicBezTo>
                <a:cubicBezTo>
                  <a:pt x="152176" y="629025"/>
                  <a:pt x="156071" y="628859"/>
                  <a:pt x="159968" y="628883"/>
                </a:cubicBezTo>
                <a:cubicBezTo>
                  <a:pt x="168347" y="628651"/>
                  <a:pt x="176723" y="629448"/>
                  <a:pt x="184908" y="631253"/>
                </a:cubicBezTo>
                <a:cubicBezTo>
                  <a:pt x="187052" y="631719"/>
                  <a:pt x="189188" y="632308"/>
                  <a:pt x="191438" y="632868"/>
                </a:cubicBezTo>
                <a:cubicBezTo>
                  <a:pt x="193736" y="633418"/>
                  <a:pt x="196017" y="634038"/>
                  <a:pt x="198277" y="634726"/>
                </a:cubicBezTo>
                <a:cubicBezTo>
                  <a:pt x="199968" y="635252"/>
                  <a:pt x="201679" y="635854"/>
                  <a:pt x="203389" y="636456"/>
                </a:cubicBezTo>
                <a:lnTo>
                  <a:pt x="194910" y="629694"/>
                </a:lnTo>
                <a:cubicBezTo>
                  <a:pt x="188767" y="624347"/>
                  <a:pt x="182574" y="618584"/>
                  <a:pt x="176073" y="612741"/>
                </a:cubicBezTo>
                <a:cubicBezTo>
                  <a:pt x="171034" y="607933"/>
                  <a:pt x="166016" y="602753"/>
                  <a:pt x="161020" y="597424"/>
                </a:cubicBezTo>
                <a:lnTo>
                  <a:pt x="159498" y="597832"/>
                </a:lnTo>
                <a:cubicBezTo>
                  <a:pt x="152226" y="599471"/>
                  <a:pt x="144765" y="600119"/>
                  <a:pt x="137320" y="599758"/>
                </a:cubicBezTo>
                <a:cubicBezTo>
                  <a:pt x="127942" y="599232"/>
                  <a:pt x="118975" y="597271"/>
                  <a:pt x="111107" y="593630"/>
                </a:cubicBezTo>
                <a:cubicBezTo>
                  <a:pt x="94900" y="586716"/>
                  <a:pt x="81452" y="574578"/>
                  <a:pt x="69816" y="560752"/>
                </a:cubicBezTo>
                <a:cubicBezTo>
                  <a:pt x="73625" y="560769"/>
                  <a:pt x="77435" y="560877"/>
                  <a:pt x="81239" y="561076"/>
                </a:cubicBezTo>
                <a:cubicBezTo>
                  <a:pt x="85141" y="561245"/>
                  <a:pt x="89035" y="561541"/>
                  <a:pt x="92916" y="561963"/>
                </a:cubicBezTo>
                <a:cubicBezTo>
                  <a:pt x="100861" y="562770"/>
                  <a:pt x="108697" y="564415"/>
                  <a:pt x="116295" y="566874"/>
                </a:cubicBezTo>
                <a:cubicBezTo>
                  <a:pt x="124846" y="569411"/>
                  <a:pt x="133054" y="572984"/>
                  <a:pt x="140738" y="577513"/>
                </a:cubicBezTo>
                <a:lnTo>
                  <a:pt x="146383" y="580772"/>
                </a:lnTo>
                <a:cubicBezTo>
                  <a:pt x="133933" y="565758"/>
                  <a:pt x="122575" y="549872"/>
                  <a:pt x="112398" y="533233"/>
                </a:cubicBezTo>
                <a:cubicBezTo>
                  <a:pt x="103698" y="533485"/>
                  <a:pt x="95642" y="532565"/>
                  <a:pt x="88167" y="530694"/>
                </a:cubicBezTo>
                <a:cubicBezTo>
                  <a:pt x="79088" y="528314"/>
                  <a:pt x="71180" y="524295"/>
                  <a:pt x="63854" y="519326"/>
                </a:cubicBezTo>
                <a:cubicBezTo>
                  <a:pt x="60237" y="516871"/>
                  <a:pt x="56865" y="514074"/>
                  <a:pt x="53786" y="510972"/>
                </a:cubicBezTo>
                <a:cubicBezTo>
                  <a:pt x="49053" y="506352"/>
                  <a:pt x="44696" y="501362"/>
                  <a:pt x="40754" y="496051"/>
                </a:cubicBezTo>
                <a:cubicBezTo>
                  <a:pt x="37017" y="490501"/>
                  <a:pt x="33504" y="484804"/>
                  <a:pt x="30224" y="478971"/>
                </a:cubicBezTo>
                <a:cubicBezTo>
                  <a:pt x="41671" y="481005"/>
                  <a:pt x="52850" y="484329"/>
                  <a:pt x="63547" y="488883"/>
                </a:cubicBezTo>
                <a:cubicBezTo>
                  <a:pt x="71268" y="492080"/>
                  <a:pt x="78594" y="496159"/>
                  <a:pt x="85380" y="501038"/>
                </a:cubicBezTo>
                <a:lnTo>
                  <a:pt x="90841" y="505059"/>
                </a:lnTo>
                <a:cubicBezTo>
                  <a:pt x="94681" y="507990"/>
                  <a:pt x="98325" y="511168"/>
                  <a:pt x="101750" y="514574"/>
                </a:cubicBezTo>
                <a:lnTo>
                  <a:pt x="101696" y="514446"/>
                </a:lnTo>
                <a:lnTo>
                  <a:pt x="98096" y="507480"/>
                </a:lnTo>
                <a:lnTo>
                  <a:pt x="94500" y="500450"/>
                </a:lnTo>
                <a:cubicBezTo>
                  <a:pt x="93267" y="498129"/>
                  <a:pt x="92317" y="495652"/>
                  <a:pt x="91187" y="493263"/>
                </a:cubicBezTo>
                <a:lnTo>
                  <a:pt x="84736" y="478700"/>
                </a:lnTo>
                <a:cubicBezTo>
                  <a:pt x="82813" y="473730"/>
                  <a:pt x="80942" y="468726"/>
                  <a:pt x="79023" y="463694"/>
                </a:cubicBezTo>
                <a:lnTo>
                  <a:pt x="77872" y="460617"/>
                </a:lnTo>
                <a:cubicBezTo>
                  <a:pt x="69721" y="459325"/>
                  <a:pt x="61805" y="456836"/>
                  <a:pt x="54381" y="453230"/>
                </a:cubicBezTo>
                <a:cubicBezTo>
                  <a:pt x="45956" y="449105"/>
                  <a:pt x="38600" y="443797"/>
                  <a:pt x="32741" y="437455"/>
                </a:cubicBezTo>
                <a:cubicBezTo>
                  <a:pt x="29736" y="434305"/>
                  <a:pt x="26966" y="430969"/>
                  <a:pt x="24408" y="427434"/>
                </a:cubicBezTo>
                <a:cubicBezTo>
                  <a:pt x="23165" y="425687"/>
                  <a:pt x="21825" y="423884"/>
                  <a:pt x="20753" y="422011"/>
                </a:cubicBezTo>
                <a:cubicBezTo>
                  <a:pt x="17480" y="416326"/>
                  <a:pt x="14545" y="410453"/>
                  <a:pt x="11962" y="404424"/>
                </a:cubicBezTo>
                <a:cubicBezTo>
                  <a:pt x="11135" y="402403"/>
                  <a:pt x="10197" y="400350"/>
                  <a:pt x="9499" y="398273"/>
                </a:cubicBezTo>
                <a:cubicBezTo>
                  <a:pt x="8775" y="396183"/>
                  <a:pt x="8114" y="394097"/>
                  <a:pt x="7429" y="391997"/>
                </a:cubicBezTo>
                <a:cubicBezTo>
                  <a:pt x="21313" y="397698"/>
                  <a:pt x="35618" y="404284"/>
                  <a:pt x="48005" y="414973"/>
                </a:cubicBezTo>
                <a:cubicBezTo>
                  <a:pt x="54376" y="420260"/>
                  <a:pt x="60678" y="426503"/>
                  <a:pt x="66344" y="434181"/>
                </a:cubicBezTo>
                <a:cubicBezTo>
                  <a:pt x="67972" y="436375"/>
                  <a:pt x="69706" y="438663"/>
                  <a:pt x="71409" y="441061"/>
                </a:cubicBezTo>
                <a:lnTo>
                  <a:pt x="71338" y="440795"/>
                </a:lnTo>
                <a:cubicBezTo>
                  <a:pt x="70568" y="438228"/>
                  <a:pt x="69623" y="435688"/>
                  <a:pt x="69006" y="433080"/>
                </a:cubicBezTo>
                <a:lnTo>
                  <a:pt x="64915" y="417436"/>
                </a:lnTo>
                <a:lnTo>
                  <a:pt x="63927" y="413520"/>
                </a:lnTo>
                <a:cubicBezTo>
                  <a:pt x="63581" y="412227"/>
                  <a:pt x="63349" y="410902"/>
                  <a:pt x="63078" y="409588"/>
                </a:cubicBezTo>
                <a:lnTo>
                  <a:pt x="61444" y="401666"/>
                </a:lnTo>
                <a:cubicBezTo>
                  <a:pt x="60101" y="395358"/>
                  <a:pt x="58982" y="389052"/>
                  <a:pt x="57939" y="382725"/>
                </a:cubicBezTo>
                <a:cubicBezTo>
                  <a:pt x="49489" y="379646"/>
                  <a:pt x="42081" y="375820"/>
                  <a:pt x="35682" y="371194"/>
                </a:cubicBezTo>
                <a:cubicBezTo>
                  <a:pt x="25066" y="363238"/>
                  <a:pt x="16558" y="352805"/>
                  <a:pt x="10901" y="340805"/>
                </a:cubicBezTo>
                <a:cubicBezTo>
                  <a:pt x="8134" y="334941"/>
                  <a:pt x="5833" y="328870"/>
                  <a:pt x="4017" y="322646"/>
                </a:cubicBezTo>
                <a:cubicBezTo>
                  <a:pt x="2432" y="316309"/>
                  <a:pt x="1105" y="309910"/>
                  <a:pt x="39" y="303464"/>
                </a:cubicBezTo>
                <a:cubicBezTo>
                  <a:pt x="6654" y="307322"/>
                  <a:pt x="13016" y="311597"/>
                  <a:pt x="19088" y="316263"/>
                </a:cubicBezTo>
                <a:cubicBezTo>
                  <a:pt x="25302" y="321206"/>
                  <a:pt x="31074" y="326679"/>
                  <a:pt x="36338" y="332623"/>
                </a:cubicBezTo>
                <a:cubicBezTo>
                  <a:pt x="39019" y="335779"/>
                  <a:pt x="41588" y="339127"/>
                  <a:pt x="43962" y="342814"/>
                </a:cubicBezTo>
                <a:lnTo>
                  <a:pt x="47578" y="348472"/>
                </a:lnTo>
                <a:cubicBezTo>
                  <a:pt x="50528" y="353294"/>
                  <a:pt x="53100" y="358339"/>
                  <a:pt x="55271" y="363559"/>
                </a:cubicBezTo>
                <a:cubicBezTo>
                  <a:pt x="52916" y="343390"/>
                  <a:pt x="51775" y="323099"/>
                  <a:pt x="51855" y="302793"/>
                </a:cubicBezTo>
                <a:cubicBezTo>
                  <a:pt x="48495" y="300982"/>
                  <a:pt x="45315" y="299081"/>
                  <a:pt x="42442" y="297037"/>
                </a:cubicBezTo>
                <a:cubicBezTo>
                  <a:pt x="38351" y="294096"/>
                  <a:pt x="34696" y="290957"/>
                  <a:pt x="31449" y="287667"/>
                </a:cubicBezTo>
                <a:cubicBezTo>
                  <a:pt x="24945" y="281049"/>
                  <a:pt x="19671" y="273695"/>
                  <a:pt x="16178" y="265985"/>
                </a:cubicBezTo>
                <a:cubicBezTo>
                  <a:pt x="13464" y="260158"/>
                  <a:pt x="11330" y="254078"/>
                  <a:pt x="9805" y="247832"/>
                </a:cubicBezTo>
                <a:cubicBezTo>
                  <a:pt x="9245" y="245740"/>
                  <a:pt x="8933" y="243662"/>
                  <a:pt x="8548" y="241542"/>
                </a:cubicBezTo>
                <a:cubicBezTo>
                  <a:pt x="7144" y="233026"/>
                  <a:pt x="6417" y="224412"/>
                  <a:pt x="6376" y="215780"/>
                </a:cubicBezTo>
                <a:cubicBezTo>
                  <a:pt x="12317" y="220572"/>
                  <a:pt x="17980" y="225700"/>
                  <a:pt x="23337" y="231137"/>
                </a:cubicBezTo>
                <a:cubicBezTo>
                  <a:pt x="28850" y="236800"/>
                  <a:pt x="33714" y="243061"/>
                  <a:pt x="37840" y="249802"/>
                </a:cubicBezTo>
                <a:cubicBezTo>
                  <a:pt x="42603" y="257264"/>
                  <a:pt x="46365" y="265318"/>
                  <a:pt x="49030" y="273760"/>
                </a:cubicBezTo>
                <a:cubicBezTo>
                  <a:pt x="50219" y="277249"/>
                  <a:pt x="51269" y="280783"/>
                  <a:pt x="52176" y="284356"/>
                </a:cubicBezTo>
                <a:lnTo>
                  <a:pt x="52411" y="277319"/>
                </a:lnTo>
                <a:cubicBezTo>
                  <a:pt x="53376" y="258322"/>
                  <a:pt x="55368" y="240110"/>
                  <a:pt x="57974" y="222895"/>
                </a:cubicBezTo>
                <a:cubicBezTo>
                  <a:pt x="50574" y="217272"/>
                  <a:pt x="44486" y="211216"/>
                  <a:pt x="39643" y="204786"/>
                </a:cubicBezTo>
                <a:cubicBezTo>
                  <a:pt x="38246" y="202918"/>
                  <a:pt x="36924" y="201029"/>
                  <a:pt x="35716" y="199109"/>
                </a:cubicBezTo>
                <a:cubicBezTo>
                  <a:pt x="30137" y="189821"/>
                  <a:pt x="26383" y="179554"/>
                  <a:pt x="24654" y="168858"/>
                </a:cubicBezTo>
                <a:cubicBezTo>
                  <a:pt x="24035" y="164665"/>
                  <a:pt x="23639" y="160443"/>
                  <a:pt x="23466" y="156208"/>
                </a:cubicBezTo>
                <a:cubicBezTo>
                  <a:pt x="23285" y="151954"/>
                  <a:pt x="23255" y="147659"/>
                  <a:pt x="23475" y="143380"/>
                </a:cubicBezTo>
                <a:cubicBezTo>
                  <a:pt x="23778" y="139098"/>
                  <a:pt x="24197" y="134824"/>
                  <a:pt x="24731" y="130564"/>
                </a:cubicBezTo>
                <a:cubicBezTo>
                  <a:pt x="29916" y="136067"/>
                  <a:pt x="34904" y="141745"/>
                  <a:pt x="39375" y="147928"/>
                </a:cubicBezTo>
                <a:cubicBezTo>
                  <a:pt x="44138" y="154282"/>
                  <a:pt x="48179" y="161146"/>
                  <a:pt x="51424" y="168393"/>
                </a:cubicBezTo>
                <a:cubicBezTo>
                  <a:pt x="56571" y="180253"/>
                  <a:pt x="59746" y="192874"/>
                  <a:pt x="60824" y="205758"/>
                </a:cubicBezTo>
                <a:cubicBezTo>
                  <a:pt x="64582" y="185178"/>
                  <a:pt x="69371" y="164799"/>
                  <a:pt x="75171" y="144698"/>
                </a:cubicBezTo>
                <a:cubicBezTo>
                  <a:pt x="72296" y="141880"/>
                  <a:pt x="69596" y="139036"/>
                  <a:pt x="67249" y="136137"/>
                </a:cubicBezTo>
                <a:cubicBezTo>
                  <a:pt x="64068" y="132177"/>
                  <a:pt x="61253" y="128139"/>
                  <a:pt x="59074" y="124115"/>
                </a:cubicBezTo>
                <a:cubicBezTo>
                  <a:pt x="54618" y="116011"/>
                  <a:pt x="51798" y="107693"/>
                  <a:pt x="50156" y="99283"/>
                </a:cubicBezTo>
                <a:cubicBezTo>
                  <a:pt x="48701" y="90885"/>
                  <a:pt x="48607" y="82468"/>
                  <a:pt x="49205" y="73969"/>
                </a:cubicBezTo>
                <a:cubicBezTo>
                  <a:pt x="49449" y="69703"/>
                  <a:pt x="50186" y="65529"/>
                  <a:pt x="50937" y="61331"/>
                </a:cubicBezTo>
                <a:cubicBezTo>
                  <a:pt x="51736" y="57161"/>
                  <a:pt x="52650" y="52961"/>
                  <a:pt x="53687" y="48768"/>
                </a:cubicBezTo>
                <a:cubicBezTo>
                  <a:pt x="58186" y="54903"/>
                  <a:pt x="62453" y="61161"/>
                  <a:pt x="66144" y="67860"/>
                </a:cubicBezTo>
              </a:path>
            </a:pathLst>
          </a:custGeom>
          <a:gradFill>
            <a:gsLst>
              <a:gs pos="26000">
                <a:srgbClr val="37A8D3"/>
              </a:gs>
              <a:gs pos="100000">
                <a:srgbClr val="0F46A0"/>
              </a:gs>
            </a:gsLst>
            <a:lin ang="8100000" scaled="0"/>
          </a:gradFill>
          <a:ln>
            <a:noFill/>
          </a:ln>
          <a:effectLst/>
        </p:spPr>
        <p:txBody>
          <a:bodyPr rot="0" spcFirstLastPara="0" vertOverflow="overflow" horzOverflow="overflow" vert="horz" wrap="square" lIns="84125" tIns="42062" rIns="84125" bIns="42062" numCol="1" spcCol="0" rtlCol="0" fromWordArt="0" anchor="t" anchorCtr="0" forceAA="0" compatLnSpc="1">
            <a:noAutofit/>
          </a:bodyPr>
          <a:lstStyle/>
          <a:p>
            <a:pPr marL="0" marR="0" lvl="0" indent="0" algn="ctr" defTabSz="45720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zh-CN" altLang="en-US" sz="10800" b="0" i="0" u="none" strike="noStrike" kern="1200" cap="none" spc="-300" normalizeH="0" baseline="0" noProof="0">
              <a:ln>
                <a:noFill/>
              </a:ln>
              <a:gradFill>
                <a:gsLst>
                  <a:gs pos="6000">
                    <a:srgbClr val="0B9BF6"/>
                  </a:gs>
                  <a:gs pos="92000">
                    <a:srgbClr val="0F46A0"/>
                  </a:gs>
                </a:gsLst>
                <a:lin ang="8100000" scaled="0"/>
              </a:gradFill>
              <a:effectLst>
                <a:outerShdw blurRad="32715" dist="32715" dir="5400000" algn="ctr" rotWithShape="0">
                  <a:srgbClr val="0F46A0">
                    <a:alpha val="20000"/>
                  </a:srgbClr>
                </a:outerShdw>
              </a:effectLst>
              <a:uLnTx/>
              <a:uFillTx/>
              <a:latin typeface="Arial"/>
              <a:ea typeface="汉仪心海行楷W" panose="00020600040101010101" pitchFamily="18" charset="-122"/>
              <a:cs typeface="演示流云楷" panose="02000600000000000000" pitchFamily="2" charset="-122"/>
            </a:endParaRPr>
          </a:p>
        </p:txBody>
      </p:sp>
      <p:sp>
        <p:nvSpPr>
          <p:cNvPr id="82" name="图形 21">
            <a:extLst>
              <a:ext uri="{FF2B5EF4-FFF2-40B4-BE49-F238E27FC236}">
                <a16:creationId xmlns:a16="http://schemas.microsoft.com/office/drawing/2014/main" id="{936E8050-ADAD-55F1-1F7F-D040479A21F3}"/>
              </a:ext>
            </a:extLst>
          </p:cNvPr>
          <p:cNvSpPr/>
          <p:nvPr/>
        </p:nvSpPr>
        <p:spPr>
          <a:xfrm>
            <a:off x="9046466" y="1480694"/>
            <a:ext cx="234315" cy="483235"/>
          </a:xfrm>
          <a:custGeom>
            <a:avLst/>
            <a:gdLst>
              <a:gd name="connsiteX0" fmla="*/ 66144 w 293498"/>
              <a:gd name="connsiteY0" fmla="*/ 67860 h 689544"/>
              <a:gd name="connsiteX1" fmla="*/ 71197 w 293498"/>
              <a:gd name="connsiteY1" fmla="*/ 78271 h 689544"/>
              <a:gd name="connsiteX2" fmla="*/ 78336 w 293498"/>
              <a:gd name="connsiteY2" fmla="*/ 101948 h 689544"/>
              <a:gd name="connsiteX3" fmla="*/ 79212 w 293498"/>
              <a:gd name="connsiteY3" fmla="*/ 108565 h 689544"/>
              <a:gd name="connsiteX4" fmla="*/ 79909 w 293498"/>
              <a:gd name="connsiteY4" fmla="*/ 128972 h 689544"/>
              <a:gd name="connsiteX5" fmla="*/ 90184 w 293498"/>
              <a:gd name="connsiteY5" fmla="*/ 99364 h 689544"/>
              <a:gd name="connsiteX6" fmla="*/ 93687 w 293498"/>
              <a:gd name="connsiteY6" fmla="*/ 90066 h 689544"/>
              <a:gd name="connsiteX7" fmla="*/ 93500 w 293498"/>
              <a:gd name="connsiteY7" fmla="*/ 87160 h 689544"/>
              <a:gd name="connsiteX8" fmla="*/ 95561 w 293498"/>
              <a:gd name="connsiteY8" fmla="*/ 62812 h 689544"/>
              <a:gd name="connsiteX9" fmla="*/ 99658 w 293498"/>
              <a:gd name="connsiteY9" fmla="*/ 48807 h 689544"/>
              <a:gd name="connsiteX10" fmla="*/ 105321 w 293498"/>
              <a:gd name="connsiteY10" fmla="*/ 36381 h 689544"/>
              <a:gd name="connsiteX11" fmla="*/ 120748 w 293498"/>
              <a:gd name="connsiteY11" fmla="*/ 15955 h 689544"/>
              <a:gd name="connsiteX12" fmla="*/ 139586 w 293498"/>
              <a:gd name="connsiteY12" fmla="*/ 39 h 689544"/>
              <a:gd name="connsiteX13" fmla="*/ 136265 w 293498"/>
              <a:gd name="connsiteY13" fmla="*/ 24174 h 689544"/>
              <a:gd name="connsiteX14" fmla="*/ 129270 w 293498"/>
              <a:gd name="connsiteY14" fmla="*/ 47989 h 689544"/>
              <a:gd name="connsiteX15" fmla="*/ 123655 w 293498"/>
              <a:gd name="connsiteY15" fmla="*/ 59831 h 689544"/>
              <a:gd name="connsiteX16" fmla="*/ 116043 w 293498"/>
              <a:gd name="connsiteY16" fmla="*/ 71679 h 689544"/>
              <a:gd name="connsiteX17" fmla="*/ 106381 w 293498"/>
              <a:gd name="connsiteY17" fmla="*/ 83790 h 689544"/>
              <a:gd name="connsiteX18" fmla="*/ 100535 w 293498"/>
              <a:gd name="connsiteY18" fmla="*/ 89903 h 689544"/>
              <a:gd name="connsiteX19" fmla="*/ 98571 w 293498"/>
              <a:gd name="connsiteY19" fmla="*/ 91856 h 689544"/>
              <a:gd name="connsiteX20" fmla="*/ 95168 w 293498"/>
              <a:gd name="connsiteY20" fmla="*/ 101149 h 689544"/>
              <a:gd name="connsiteX21" fmla="*/ 85198 w 293498"/>
              <a:gd name="connsiteY21" fmla="*/ 130675 h 689544"/>
              <a:gd name="connsiteX22" fmla="*/ 97685 w 293498"/>
              <a:gd name="connsiteY22" fmla="*/ 114952 h 689544"/>
              <a:gd name="connsiteX23" fmla="*/ 122944 w 293498"/>
              <a:gd name="connsiteY23" fmla="*/ 98498 h 689544"/>
              <a:gd name="connsiteX24" fmla="*/ 133675 w 293498"/>
              <a:gd name="connsiteY24" fmla="*/ 95174 h 689544"/>
              <a:gd name="connsiteX25" fmla="*/ 155299 w 293498"/>
              <a:gd name="connsiteY25" fmla="*/ 92092 h 689544"/>
              <a:gd name="connsiteX26" fmla="*/ 149117 w 293498"/>
              <a:gd name="connsiteY26" fmla="*/ 101130 h 689544"/>
              <a:gd name="connsiteX27" fmla="*/ 142359 w 293498"/>
              <a:gd name="connsiteY27" fmla="*/ 109772 h 689544"/>
              <a:gd name="connsiteX28" fmla="*/ 126309 w 293498"/>
              <a:gd name="connsiteY28" fmla="*/ 125593 h 689544"/>
              <a:gd name="connsiteX29" fmla="*/ 105074 w 293498"/>
              <a:gd name="connsiteY29" fmla="*/ 138420 h 689544"/>
              <a:gd name="connsiteX30" fmla="*/ 91847 w 293498"/>
              <a:gd name="connsiteY30" fmla="*/ 143391 h 689544"/>
              <a:gd name="connsiteX31" fmla="*/ 80640 w 293498"/>
              <a:gd name="connsiteY31" fmla="*/ 146312 h 689544"/>
              <a:gd name="connsiteX32" fmla="*/ 67065 w 293498"/>
              <a:gd name="connsiteY32" fmla="*/ 206370 h 689544"/>
              <a:gd name="connsiteX33" fmla="*/ 80993 w 293498"/>
              <a:gd name="connsiteY33" fmla="*/ 185754 h 689544"/>
              <a:gd name="connsiteX34" fmla="*/ 90099 w 293498"/>
              <a:gd name="connsiteY34" fmla="*/ 177503 h 689544"/>
              <a:gd name="connsiteX35" fmla="*/ 109789 w 293498"/>
              <a:gd name="connsiteY35" fmla="*/ 166518 h 689544"/>
              <a:gd name="connsiteX36" fmla="*/ 130996 w 293498"/>
              <a:gd name="connsiteY36" fmla="*/ 160815 h 689544"/>
              <a:gd name="connsiteX37" fmla="*/ 125875 w 293498"/>
              <a:gd name="connsiteY37" fmla="*/ 170466 h 689544"/>
              <a:gd name="connsiteX38" fmla="*/ 120415 w 293498"/>
              <a:gd name="connsiteY38" fmla="*/ 179922 h 689544"/>
              <a:gd name="connsiteX39" fmla="*/ 113969 w 293498"/>
              <a:gd name="connsiteY39" fmla="*/ 188969 h 689544"/>
              <a:gd name="connsiteX40" fmla="*/ 106565 w 293498"/>
              <a:gd name="connsiteY40" fmla="*/ 197560 h 689544"/>
              <a:gd name="connsiteX41" fmla="*/ 92569 w 293498"/>
              <a:gd name="connsiteY41" fmla="*/ 209323 h 689544"/>
              <a:gd name="connsiteX42" fmla="*/ 87160 w 293498"/>
              <a:gd name="connsiteY42" fmla="*/ 212955 h 689544"/>
              <a:gd name="connsiteX43" fmla="*/ 64296 w 293498"/>
              <a:gd name="connsiteY43" fmla="*/ 223811 h 689544"/>
              <a:gd name="connsiteX44" fmla="*/ 59282 w 293498"/>
              <a:gd name="connsiteY44" fmla="*/ 277395 h 689544"/>
              <a:gd name="connsiteX45" fmla="*/ 59102 w 293498"/>
              <a:gd name="connsiteY45" fmla="*/ 284560 h 689544"/>
              <a:gd name="connsiteX46" fmla="*/ 62912 w 293498"/>
              <a:gd name="connsiteY46" fmla="*/ 274505 h 689544"/>
              <a:gd name="connsiteX47" fmla="*/ 77399 w 293498"/>
              <a:gd name="connsiteY47" fmla="*/ 253537 h 689544"/>
              <a:gd name="connsiteX48" fmla="*/ 95628 w 293498"/>
              <a:gd name="connsiteY48" fmla="*/ 240068 h 689544"/>
              <a:gd name="connsiteX49" fmla="*/ 115700 w 293498"/>
              <a:gd name="connsiteY49" fmla="*/ 231652 h 689544"/>
              <a:gd name="connsiteX50" fmla="*/ 112083 w 293498"/>
              <a:gd name="connsiteY50" fmla="*/ 241817 h 689544"/>
              <a:gd name="connsiteX51" fmla="*/ 107837 w 293498"/>
              <a:gd name="connsiteY51" fmla="*/ 251845 h 689544"/>
              <a:gd name="connsiteX52" fmla="*/ 105359 w 293498"/>
              <a:gd name="connsiteY52" fmla="*/ 256750 h 689544"/>
              <a:gd name="connsiteX53" fmla="*/ 96588 w 293498"/>
              <a:gd name="connsiteY53" fmla="*/ 271048 h 689544"/>
              <a:gd name="connsiteX54" fmla="*/ 68073 w 293498"/>
              <a:gd name="connsiteY54" fmla="*/ 297265 h 689544"/>
              <a:gd name="connsiteX55" fmla="*/ 58855 w 293498"/>
              <a:gd name="connsiteY55" fmla="*/ 302814 h 689544"/>
              <a:gd name="connsiteX56" fmla="*/ 58918 w 293498"/>
              <a:gd name="connsiteY56" fmla="*/ 307161 h 689544"/>
              <a:gd name="connsiteX57" fmla="*/ 59255 w 293498"/>
              <a:gd name="connsiteY57" fmla="*/ 322343 h 689544"/>
              <a:gd name="connsiteX58" fmla="*/ 60254 w 293498"/>
              <a:gd name="connsiteY58" fmla="*/ 337714 h 689544"/>
              <a:gd name="connsiteX59" fmla="*/ 60814 w 293498"/>
              <a:gd name="connsiteY59" fmla="*/ 345435 h 689544"/>
              <a:gd name="connsiteX60" fmla="*/ 61699 w 293498"/>
              <a:gd name="connsiteY60" fmla="*/ 353150 h 689544"/>
              <a:gd name="connsiteX61" fmla="*/ 62756 w 293498"/>
              <a:gd name="connsiteY61" fmla="*/ 362348 h 689544"/>
              <a:gd name="connsiteX62" fmla="*/ 67051 w 293498"/>
              <a:gd name="connsiteY62" fmla="*/ 346721 h 689544"/>
              <a:gd name="connsiteX63" fmla="*/ 68256 w 293498"/>
              <a:gd name="connsiteY63" fmla="*/ 343685 h 689544"/>
              <a:gd name="connsiteX64" fmla="*/ 69631 w 293498"/>
              <a:gd name="connsiteY64" fmla="*/ 340748 h 689544"/>
              <a:gd name="connsiteX65" fmla="*/ 83408 w 293498"/>
              <a:gd name="connsiteY65" fmla="*/ 321621 h 689544"/>
              <a:gd name="connsiteX66" fmla="*/ 91890 w 293498"/>
              <a:gd name="connsiteY66" fmla="*/ 314394 h 689544"/>
              <a:gd name="connsiteX67" fmla="*/ 110545 w 293498"/>
              <a:gd name="connsiteY67" fmla="*/ 303196 h 689544"/>
              <a:gd name="connsiteX68" fmla="*/ 107082 w 293498"/>
              <a:gd name="connsiteY68" fmla="*/ 318887 h 689544"/>
              <a:gd name="connsiteX69" fmla="*/ 105722 w 293498"/>
              <a:gd name="connsiteY69" fmla="*/ 324084 h 689544"/>
              <a:gd name="connsiteX70" fmla="*/ 102221 w 293498"/>
              <a:gd name="connsiteY70" fmla="*/ 334381 h 689544"/>
              <a:gd name="connsiteX71" fmla="*/ 97516 w 293498"/>
              <a:gd name="connsiteY71" fmla="*/ 344593 h 689544"/>
              <a:gd name="connsiteX72" fmla="*/ 83450 w 293498"/>
              <a:gd name="connsiteY72" fmla="*/ 364776 h 689544"/>
              <a:gd name="connsiteX73" fmla="*/ 65639 w 293498"/>
              <a:gd name="connsiteY73" fmla="*/ 381477 h 689544"/>
              <a:gd name="connsiteX74" fmla="*/ 69161 w 293498"/>
              <a:gd name="connsiteY74" fmla="*/ 399721 h 689544"/>
              <a:gd name="connsiteX75" fmla="*/ 79315 w 293498"/>
              <a:gd name="connsiteY75" fmla="*/ 438454 h 689544"/>
              <a:gd name="connsiteX76" fmla="*/ 79728 w 293498"/>
              <a:gd name="connsiteY76" fmla="*/ 430330 h 689544"/>
              <a:gd name="connsiteX77" fmla="*/ 86718 w 293498"/>
              <a:gd name="connsiteY77" fmla="*/ 405966 h 689544"/>
              <a:gd name="connsiteX78" fmla="*/ 116384 w 293498"/>
              <a:gd name="connsiteY78" fmla="*/ 373692 h 689544"/>
              <a:gd name="connsiteX79" fmla="*/ 116129 w 293498"/>
              <a:gd name="connsiteY79" fmla="*/ 378979 h 689544"/>
              <a:gd name="connsiteX80" fmla="*/ 115964 w 293498"/>
              <a:gd name="connsiteY80" fmla="*/ 384224 h 689544"/>
              <a:gd name="connsiteX81" fmla="*/ 114186 w 293498"/>
              <a:gd name="connsiteY81" fmla="*/ 400115 h 689544"/>
              <a:gd name="connsiteX82" fmla="*/ 113282 w 293498"/>
              <a:gd name="connsiteY82" fmla="*/ 405414 h 689544"/>
              <a:gd name="connsiteX83" fmla="*/ 110429 w 293498"/>
              <a:gd name="connsiteY83" fmla="*/ 416149 h 689544"/>
              <a:gd name="connsiteX84" fmla="*/ 92127 w 293498"/>
              <a:gd name="connsiteY84" fmla="*/ 449967 h 689544"/>
              <a:gd name="connsiteX85" fmla="*/ 85853 w 293498"/>
              <a:gd name="connsiteY85" fmla="*/ 457602 h 689544"/>
              <a:gd name="connsiteX86" fmla="*/ 109599 w 293498"/>
              <a:gd name="connsiteY86" fmla="*/ 510229 h 689544"/>
              <a:gd name="connsiteX87" fmla="*/ 108358 w 293498"/>
              <a:gd name="connsiteY87" fmla="*/ 496390 h 689544"/>
              <a:gd name="connsiteX88" fmla="*/ 108608 w 293498"/>
              <a:gd name="connsiteY88" fmla="*/ 489941 h 689544"/>
              <a:gd name="connsiteX89" fmla="*/ 114782 w 293498"/>
              <a:gd name="connsiteY89" fmla="*/ 467325 h 689544"/>
              <a:gd name="connsiteX90" fmla="*/ 120253 w 293498"/>
              <a:gd name="connsiteY90" fmla="*/ 457682 h 689544"/>
              <a:gd name="connsiteX91" fmla="*/ 134018 w 293498"/>
              <a:gd name="connsiteY91" fmla="*/ 441026 h 689544"/>
              <a:gd name="connsiteX92" fmla="*/ 136008 w 293498"/>
              <a:gd name="connsiteY92" fmla="*/ 456520 h 689544"/>
              <a:gd name="connsiteX93" fmla="*/ 136545 w 293498"/>
              <a:gd name="connsiteY93" fmla="*/ 461718 h 689544"/>
              <a:gd name="connsiteX94" fmla="*/ 136463 w 293498"/>
              <a:gd name="connsiteY94" fmla="*/ 477848 h 689544"/>
              <a:gd name="connsiteX95" fmla="*/ 135982 w 293498"/>
              <a:gd name="connsiteY95" fmla="*/ 483360 h 689544"/>
              <a:gd name="connsiteX96" fmla="*/ 130170 w 293498"/>
              <a:gd name="connsiteY96" fmla="*/ 507021 h 689544"/>
              <a:gd name="connsiteX97" fmla="*/ 120186 w 293498"/>
              <a:gd name="connsiteY97" fmla="*/ 528435 h 689544"/>
              <a:gd name="connsiteX98" fmla="*/ 153536 w 293498"/>
              <a:gd name="connsiteY98" fmla="*/ 574288 h 689544"/>
              <a:gd name="connsiteX99" fmla="*/ 151550 w 293498"/>
              <a:gd name="connsiteY99" fmla="*/ 568703 h 689544"/>
              <a:gd name="connsiteX100" fmla="*/ 148525 w 293498"/>
              <a:gd name="connsiteY100" fmla="*/ 543638 h 689544"/>
              <a:gd name="connsiteX101" fmla="*/ 153700 w 293498"/>
              <a:gd name="connsiteY101" fmla="*/ 521861 h 689544"/>
              <a:gd name="connsiteX102" fmla="*/ 158242 w 293498"/>
              <a:gd name="connsiteY102" fmla="*/ 512101 h 689544"/>
              <a:gd name="connsiteX103" fmla="*/ 163891 w 293498"/>
              <a:gd name="connsiteY103" fmla="*/ 502818 h 689544"/>
              <a:gd name="connsiteX104" fmla="*/ 174281 w 293498"/>
              <a:gd name="connsiteY104" fmla="*/ 543649 h 689544"/>
              <a:gd name="connsiteX105" fmla="*/ 173485 w 293498"/>
              <a:gd name="connsiteY105" fmla="*/ 567923 h 689544"/>
              <a:gd name="connsiteX106" fmla="*/ 170666 w 293498"/>
              <a:gd name="connsiteY106" fmla="*/ 581830 h 689544"/>
              <a:gd name="connsiteX107" fmla="*/ 168612 w 293498"/>
              <a:gd name="connsiteY107" fmla="*/ 589231 h 689544"/>
              <a:gd name="connsiteX108" fmla="*/ 168129 w 293498"/>
              <a:gd name="connsiteY108" fmla="*/ 590625 h 689544"/>
              <a:gd name="connsiteX109" fmla="*/ 182651 w 293498"/>
              <a:gd name="connsiteY109" fmla="*/ 605249 h 689544"/>
              <a:gd name="connsiteX110" fmla="*/ 201172 w 293498"/>
              <a:gd name="connsiteY110" fmla="*/ 621635 h 689544"/>
              <a:gd name="connsiteX111" fmla="*/ 209800 w 293498"/>
              <a:gd name="connsiteY111" fmla="*/ 628417 h 689544"/>
              <a:gd name="connsiteX112" fmla="*/ 207073 w 293498"/>
              <a:gd name="connsiteY112" fmla="*/ 623948 h 689544"/>
              <a:gd name="connsiteX113" fmla="*/ 204004 w 293498"/>
              <a:gd name="connsiteY113" fmla="*/ 617899 h 689544"/>
              <a:gd name="connsiteX114" fmla="*/ 201751 w 293498"/>
              <a:gd name="connsiteY114" fmla="*/ 611773 h 689544"/>
              <a:gd name="connsiteX115" fmla="*/ 198295 w 293498"/>
              <a:gd name="connsiteY115" fmla="*/ 588680 h 689544"/>
              <a:gd name="connsiteX116" fmla="*/ 199533 w 293498"/>
              <a:gd name="connsiteY116" fmla="*/ 577623 h 689544"/>
              <a:gd name="connsiteX117" fmla="*/ 205529 w 293498"/>
              <a:gd name="connsiteY117" fmla="*/ 556930 h 689544"/>
              <a:gd name="connsiteX118" fmla="*/ 210970 w 293498"/>
              <a:gd name="connsiteY118" fmla="*/ 565668 h 689544"/>
              <a:gd name="connsiteX119" fmla="*/ 215974 w 293498"/>
              <a:gd name="connsiteY119" fmla="*/ 574829 h 689544"/>
              <a:gd name="connsiteX120" fmla="*/ 224124 w 293498"/>
              <a:gd name="connsiteY120" fmla="*/ 594972 h 689544"/>
              <a:gd name="connsiteX121" fmla="*/ 228349 w 293498"/>
              <a:gd name="connsiteY121" fmla="*/ 618961 h 689544"/>
              <a:gd name="connsiteX122" fmla="*/ 227729 w 293498"/>
              <a:gd name="connsiteY122" fmla="*/ 641760 h 689544"/>
              <a:gd name="connsiteX123" fmla="*/ 236092 w 293498"/>
              <a:gd name="connsiteY123" fmla="*/ 647553 h 689544"/>
              <a:gd name="connsiteX124" fmla="*/ 240032 w 293498"/>
              <a:gd name="connsiteY124" fmla="*/ 650311 h 689544"/>
              <a:gd name="connsiteX125" fmla="*/ 244077 w 293498"/>
              <a:gd name="connsiteY125" fmla="*/ 652775 h 689544"/>
              <a:gd name="connsiteX126" fmla="*/ 251781 w 293498"/>
              <a:gd name="connsiteY126" fmla="*/ 657480 h 689544"/>
              <a:gd name="connsiteX127" fmla="*/ 258945 w 293498"/>
              <a:gd name="connsiteY127" fmla="*/ 661841 h 689544"/>
              <a:gd name="connsiteX128" fmla="*/ 260629 w 293498"/>
              <a:gd name="connsiteY128" fmla="*/ 662878 h 689544"/>
              <a:gd name="connsiteX129" fmla="*/ 261522 w 293498"/>
              <a:gd name="connsiteY129" fmla="*/ 663393 h 689544"/>
              <a:gd name="connsiteX130" fmla="*/ 261822 w 293498"/>
              <a:gd name="connsiteY130" fmla="*/ 663598 h 689544"/>
              <a:gd name="connsiteX131" fmla="*/ 262208 w 293498"/>
              <a:gd name="connsiteY131" fmla="*/ 663821 h 689544"/>
              <a:gd name="connsiteX132" fmla="*/ 265430 w 293498"/>
              <a:gd name="connsiteY132" fmla="*/ 665649 h 689544"/>
              <a:gd name="connsiteX133" fmla="*/ 292154 w 293498"/>
              <a:gd name="connsiteY133" fmla="*/ 679470 h 689544"/>
              <a:gd name="connsiteX134" fmla="*/ 293818 w 293498"/>
              <a:gd name="connsiteY134" fmla="*/ 683551 h 689544"/>
              <a:gd name="connsiteX135" fmla="*/ 291607 w 293498"/>
              <a:gd name="connsiteY135" fmla="*/ 688160 h 689544"/>
              <a:gd name="connsiteX136" fmla="*/ 287338 w 293498"/>
              <a:gd name="connsiteY136" fmla="*/ 689427 h 689544"/>
              <a:gd name="connsiteX137" fmla="*/ 260254 w 293498"/>
              <a:gd name="connsiteY137" fmla="*/ 675172 h 689544"/>
              <a:gd name="connsiteX138" fmla="*/ 256008 w 293498"/>
              <a:gd name="connsiteY138" fmla="*/ 672721 h 689544"/>
              <a:gd name="connsiteX139" fmla="*/ 255153 w 293498"/>
              <a:gd name="connsiteY139" fmla="*/ 672195 h 689544"/>
              <a:gd name="connsiteX140" fmla="*/ 253493 w 293498"/>
              <a:gd name="connsiteY140" fmla="*/ 671172 h 689544"/>
              <a:gd name="connsiteX141" fmla="*/ 246396 w 293498"/>
              <a:gd name="connsiteY141" fmla="*/ 666753 h 689544"/>
              <a:gd name="connsiteX142" fmla="*/ 238720 w 293498"/>
              <a:gd name="connsiteY142" fmla="*/ 661999 h 689544"/>
              <a:gd name="connsiteX143" fmla="*/ 234702 w 293498"/>
              <a:gd name="connsiteY143" fmla="*/ 659487 h 689544"/>
              <a:gd name="connsiteX144" fmla="*/ 230655 w 293498"/>
              <a:gd name="connsiteY144" fmla="*/ 656636 h 689544"/>
              <a:gd name="connsiteX145" fmla="*/ 221759 w 293498"/>
              <a:gd name="connsiteY145" fmla="*/ 650374 h 689544"/>
              <a:gd name="connsiteX146" fmla="*/ 213442 w 293498"/>
              <a:gd name="connsiteY146" fmla="*/ 653806 h 689544"/>
              <a:gd name="connsiteX147" fmla="*/ 199216 w 293498"/>
              <a:gd name="connsiteY147" fmla="*/ 657332 h 689544"/>
              <a:gd name="connsiteX148" fmla="*/ 172399 w 293498"/>
              <a:gd name="connsiteY148" fmla="*/ 656708 h 689544"/>
              <a:gd name="connsiteX149" fmla="*/ 147806 w 293498"/>
              <a:gd name="connsiteY149" fmla="*/ 647720 h 689544"/>
              <a:gd name="connsiteX150" fmla="*/ 136373 w 293498"/>
              <a:gd name="connsiteY150" fmla="*/ 640894 h 689544"/>
              <a:gd name="connsiteX151" fmla="*/ 125414 w 293498"/>
              <a:gd name="connsiteY151" fmla="*/ 633023 h 689544"/>
              <a:gd name="connsiteX152" fmla="*/ 148295 w 293498"/>
              <a:gd name="connsiteY152" fmla="*/ 629380 h 689544"/>
              <a:gd name="connsiteX153" fmla="*/ 159968 w 293498"/>
              <a:gd name="connsiteY153" fmla="*/ 628883 h 689544"/>
              <a:gd name="connsiteX154" fmla="*/ 184908 w 293498"/>
              <a:gd name="connsiteY154" fmla="*/ 631253 h 689544"/>
              <a:gd name="connsiteX155" fmla="*/ 191438 w 293498"/>
              <a:gd name="connsiteY155" fmla="*/ 632868 h 689544"/>
              <a:gd name="connsiteX156" fmla="*/ 198277 w 293498"/>
              <a:gd name="connsiteY156" fmla="*/ 634726 h 689544"/>
              <a:gd name="connsiteX157" fmla="*/ 203389 w 293498"/>
              <a:gd name="connsiteY157" fmla="*/ 636456 h 689544"/>
              <a:gd name="connsiteX158" fmla="*/ 194910 w 293498"/>
              <a:gd name="connsiteY158" fmla="*/ 629694 h 689544"/>
              <a:gd name="connsiteX159" fmla="*/ 176073 w 293498"/>
              <a:gd name="connsiteY159" fmla="*/ 612741 h 689544"/>
              <a:gd name="connsiteX160" fmla="*/ 161020 w 293498"/>
              <a:gd name="connsiteY160" fmla="*/ 597424 h 689544"/>
              <a:gd name="connsiteX161" fmla="*/ 159498 w 293498"/>
              <a:gd name="connsiteY161" fmla="*/ 597832 h 689544"/>
              <a:gd name="connsiteX162" fmla="*/ 137320 w 293498"/>
              <a:gd name="connsiteY162" fmla="*/ 599758 h 689544"/>
              <a:gd name="connsiteX163" fmla="*/ 111107 w 293498"/>
              <a:gd name="connsiteY163" fmla="*/ 593630 h 689544"/>
              <a:gd name="connsiteX164" fmla="*/ 69816 w 293498"/>
              <a:gd name="connsiteY164" fmla="*/ 560752 h 689544"/>
              <a:gd name="connsiteX165" fmla="*/ 81239 w 293498"/>
              <a:gd name="connsiteY165" fmla="*/ 561076 h 689544"/>
              <a:gd name="connsiteX166" fmla="*/ 92916 w 293498"/>
              <a:gd name="connsiteY166" fmla="*/ 561963 h 689544"/>
              <a:gd name="connsiteX167" fmla="*/ 116295 w 293498"/>
              <a:gd name="connsiteY167" fmla="*/ 566874 h 689544"/>
              <a:gd name="connsiteX168" fmla="*/ 140738 w 293498"/>
              <a:gd name="connsiteY168" fmla="*/ 577513 h 689544"/>
              <a:gd name="connsiteX169" fmla="*/ 146383 w 293498"/>
              <a:gd name="connsiteY169" fmla="*/ 580772 h 689544"/>
              <a:gd name="connsiteX170" fmla="*/ 112398 w 293498"/>
              <a:gd name="connsiteY170" fmla="*/ 533233 h 689544"/>
              <a:gd name="connsiteX171" fmla="*/ 88167 w 293498"/>
              <a:gd name="connsiteY171" fmla="*/ 530694 h 689544"/>
              <a:gd name="connsiteX172" fmla="*/ 63854 w 293498"/>
              <a:gd name="connsiteY172" fmla="*/ 519326 h 689544"/>
              <a:gd name="connsiteX173" fmla="*/ 53786 w 293498"/>
              <a:gd name="connsiteY173" fmla="*/ 510972 h 689544"/>
              <a:gd name="connsiteX174" fmla="*/ 40754 w 293498"/>
              <a:gd name="connsiteY174" fmla="*/ 496051 h 689544"/>
              <a:gd name="connsiteX175" fmla="*/ 30224 w 293498"/>
              <a:gd name="connsiteY175" fmla="*/ 478971 h 689544"/>
              <a:gd name="connsiteX176" fmla="*/ 63547 w 293498"/>
              <a:gd name="connsiteY176" fmla="*/ 488883 h 689544"/>
              <a:gd name="connsiteX177" fmla="*/ 85380 w 293498"/>
              <a:gd name="connsiteY177" fmla="*/ 501038 h 689544"/>
              <a:gd name="connsiteX178" fmla="*/ 90841 w 293498"/>
              <a:gd name="connsiteY178" fmla="*/ 505059 h 689544"/>
              <a:gd name="connsiteX179" fmla="*/ 101750 w 293498"/>
              <a:gd name="connsiteY179" fmla="*/ 514574 h 689544"/>
              <a:gd name="connsiteX180" fmla="*/ 101696 w 293498"/>
              <a:gd name="connsiteY180" fmla="*/ 514446 h 689544"/>
              <a:gd name="connsiteX181" fmla="*/ 98096 w 293498"/>
              <a:gd name="connsiteY181" fmla="*/ 507480 h 689544"/>
              <a:gd name="connsiteX182" fmla="*/ 94500 w 293498"/>
              <a:gd name="connsiteY182" fmla="*/ 500450 h 689544"/>
              <a:gd name="connsiteX183" fmla="*/ 91187 w 293498"/>
              <a:gd name="connsiteY183" fmla="*/ 493263 h 689544"/>
              <a:gd name="connsiteX184" fmla="*/ 84736 w 293498"/>
              <a:gd name="connsiteY184" fmla="*/ 478700 h 689544"/>
              <a:gd name="connsiteX185" fmla="*/ 79023 w 293498"/>
              <a:gd name="connsiteY185" fmla="*/ 463694 h 689544"/>
              <a:gd name="connsiteX186" fmla="*/ 77872 w 293498"/>
              <a:gd name="connsiteY186" fmla="*/ 460617 h 689544"/>
              <a:gd name="connsiteX187" fmla="*/ 54381 w 293498"/>
              <a:gd name="connsiteY187" fmla="*/ 453230 h 689544"/>
              <a:gd name="connsiteX188" fmla="*/ 32741 w 293498"/>
              <a:gd name="connsiteY188" fmla="*/ 437455 h 689544"/>
              <a:gd name="connsiteX189" fmla="*/ 24408 w 293498"/>
              <a:gd name="connsiteY189" fmla="*/ 427434 h 689544"/>
              <a:gd name="connsiteX190" fmla="*/ 20753 w 293498"/>
              <a:gd name="connsiteY190" fmla="*/ 422011 h 689544"/>
              <a:gd name="connsiteX191" fmla="*/ 11962 w 293498"/>
              <a:gd name="connsiteY191" fmla="*/ 404424 h 689544"/>
              <a:gd name="connsiteX192" fmla="*/ 9499 w 293498"/>
              <a:gd name="connsiteY192" fmla="*/ 398273 h 689544"/>
              <a:gd name="connsiteX193" fmla="*/ 7429 w 293498"/>
              <a:gd name="connsiteY193" fmla="*/ 391997 h 689544"/>
              <a:gd name="connsiteX194" fmla="*/ 48005 w 293498"/>
              <a:gd name="connsiteY194" fmla="*/ 414973 h 689544"/>
              <a:gd name="connsiteX195" fmla="*/ 66344 w 293498"/>
              <a:gd name="connsiteY195" fmla="*/ 434181 h 689544"/>
              <a:gd name="connsiteX196" fmla="*/ 71409 w 293498"/>
              <a:gd name="connsiteY196" fmla="*/ 441061 h 689544"/>
              <a:gd name="connsiteX197" fmla="*/ 71338 w 293498"/>
              <a:gd name="connsiteY197" fmla="*/ 440795 h 689544"/>
              <a:gd name="connsiteX198" fmla="*/ 69006 w 293498"/>
              <a:gd name="connsiteY198" fmla="*/ 433080 h 689544"/>
              <a:gd name="connsiteX199" fmla="*/ 64915 w 293498"/>
              <a:gd name="connsiteY199" fmla="*/ 417436 h 689544"/>
              <a:gd name="connsiteX200" fmla="*/ 63927 w 293498"/>
              <a:gd name="connsiteY200" fmla="*/ 413520 h 689544"/>
              <a:gd name="connsiteX201" fmla="*/ 63078 w 293498"/>
              <a:gd name="connsiteY201" fmla="*/ 409588 h 689544"/>
              <a:gd name="connsiteX202" fmla="*/ 61444 w 293498"/>
              <a:gd name="connsiteY202" fmla="*/ 401666 h 689544"/>
              <a:gd name="connsiteX203" fmla="*/ 57939 w 293498"/>
              <a:gd name="connsiteY203" fmla="*/ 382725 h 689544"/>
              <a:gd name="connsiteX204" fmla="*/ 35682 w 293498"/>
              <a:gd name="connsiteY204" fmla="*/ 371194 h 689544"/>
              <a:gd name="connsiteX205" fmla="*/ 10901 w 293498"/>
              <a:gd name="connsiteY205" fmla="*/ 340805 h 689544"/>
              <a:gd name="connsiteX206" fmla="*/ 4017 w 293498"/>
              <a:gd name="connsiteY206" fmla="*/ 322646 h 689544"/>
              <a:gd name="connsiteX207" fmla="*/ 39 w 293498"/>
              <a:gd name="connsiteY207" fmla="*/ 303464 h 689544"/>
              <a:gd name="connsiteX208" fmla="*/ 19088 w 293498"/>
              <a:gd name="connsiteY208" fmla="*/ 316263 h 689544"/>
              <a:gd name="connsiteX209" fmla="*/ 36338 w 293498"/>
              <a:gd name="connsiteY209" fmla="*/ 332623 h 689544"/>
              <a:gd name="connsiteX210" fmla="*/ 43962 w 293498"/>
              <a:gd name="connsiteY210" fmla="*/ 342814 h 689544"/>
              <a:gd name="connsiteX211" fmla="*/ 47578 w 293498"/>
              <a:gd name="connsiteY211" fmla="*/ 348472 h 689544"/>
              <a:gd name="connsiteX212" fmla="*/ 55271 w 293498"/>
              <a:gd name="connsiteY212" fmla="*/ 363559 h 689544"/>
              <a:gd name="connsiteX213" fmla="*/ 51855 w 293498"/>
              <a:gd name="connsiteY213" fmla="*/ 302793 h 689544"/>
              <a:gd name="connsiteX214" fmla="*/ 42442 w 293498"/>
              <a:gd name="connsiteY214" fmla="*/ 297037 h 689544"/>
              <a:gd name="connsiteX215" fmla="*/ 31449 w 293498"/>
              <a:gd name="connsiteY215" fmla="*/ 287667 h 689544"/>
              <a:gd name="connsiteX216" fmla="*/ 16178 w 293498"/>
              <a:gd name="connsiteY216" fmla="*/ 265985 h 689544"/>
              <a:gd name="connsiteX217" fmla="*/ 9805 w 293498"/>
              <a:gd name="connsiteY217" fmla="*/ 247832 h 689544"/>
              <a:gd name="connsiteX218" fmla="*/ 8548 w 293498"/>
              <a:gd name="connsiteY218" fmla="*/ 241542 h 689544"/>
              <a:gd name="connsiteX219" fmla="*/ 6376 w 293498"/>
              <a:gd name="connsiteY219" fmla="*/ 215780 h 689544"/>
              <a:gd name="connsiteX220" fmla="*/ 23337 w 293498"/>
              <a:gd name="connsiteY220" fmla="*/ 231137 h 689544"/>
              <a:gd name="connsiteX221" fmla="*/ 37840 w 293498"/>
              <a:gd name="connsiteY221" fmla="*/ 249802 h 689544"/>
              <a:gd name="connsiteX222" fmla="*/ 49030 w 293498"/>
              <a:gd name="connsiteY222" fmla="*/ 273760 h 689544"/>
              <a:gd name="connsiteX223" fmla="*/ 52176 w 293498"/>
              <a:gd name="connsiteY223" fmla="*/ 284356 h 689544"/>
              <a:gd name="connsiteX224" fmla="*/ 52411 w 293498"/>
              <a:gd name="connsiteY224" fmla="*/ 277319 h 689544"/>
              <a:gd name="connsiteX225" fmla="*/ 57974 w 293498"/>
              <a:gd name="connsiteY225" fmla="*/ 222895 h 689544"/>
              <a:gd name="connsiteX226" fmla="*/ 39643 w 293498"/>
              <a:gd name="connsiteY226" fmla="*/ 204786 h 689544"/>
              <a:gd name="connsiteX227" fmla="*/ 35716 w 293498"/>
              <a:gd name="connsiteY227" fmla="*/ 199109 h 689544"/>
              <a:gd name="connsiteX228" fmla="*/ 24654 w 293498"/>
              <a:gd name="connsiteY228" fmla="*/ 168858 h 689544"/>
              <a:gd name="connsiteX229" fmla="*/ 23466 w 293498"/>
              <a:gd name="connsiteY229" fmla="*/ 156208 h 689544"/>
              <a:gd name="connsiteX230" fmla="*/ 23475 w 293498"/>
              <a:gd name="connsiteY230" fmla="*/ 143380 h 689544"/>
              <a:gd name="connsiteX231" fmla="*/ 24731 w 293498"/>
              <a:gd name="connsiteY231" fmla="*/ 130564 h 689544"/>
              <a:gd name="connsiteX232" fmla="*/ 39375 w 293498"/>
              <a:gd name="connsiteY232" fmla="*/ 147928 h 689544"/>
              <a:gd name="connsiteX233" fmla="*/ 51424 w 293498"/>
              <a:gd name="connsiteY233" fmla="*/ 168393 h 689544"/>
              <a:gd name="connsiteX234" fmla="*/ 60824 w 293498"/>
              <a:gd name="connsiteY234" fmla="*/ 205758 h 689544"/>
              <a:gd name="connsiteX235" fmla="*/ 75171 w 293498"/>
              <a:gd name="connsiteY235" fmla="*/ 144698 h 689544"/>
              <a:gd name="connsiteX236" fmla="*/ 67249 w 293498"/>
              <a:gd name="connsiteY236" fmla="*/ 136137 h 689544"/>
              <a:gd name="connsiteX237" fmla="*/ 59074 w 293498"/>
              <a:gd name="connsiteY237" fmla="*/ 124115 h 689544"/>
              <a:gd name="connsiteX238" fmla="*/ 50156 w 293498"/>
              <a:gd name="connsiteY238" fmla="*/ 99283 h 689544"/>
              <a:gd name="connsiteX239" fmla="*/ 49205 w 293498"/>
              <a:gd name="connsiteY239" fmla="*/ 73969 h 689544"/>
              <a:gd name="connsiteX240" fmla="*/ 50937 w 293498"/>
              <a:gd name="connsiteY240" fmla="*/ 61331 h 689544"/>
              <a:gd name="connsiteX241" fmla="*/ 53687 w 293498"/>
              <a:gd name="connsiteY241" fmla="*/ 48768 h 689544"/>
              <a:gd name="connsiteX242" fmla="*/ 66144 w 293498"/>
              <a:gd name="connsiteY242" fmla="*/ 67860 h 689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Lst>
            <a:rect l="l" t="t" r="r" b="b"/>
            <a:pathLst>
              <a:path w="293498" h="689544">
                <a:moveTo>
                  <a:pt x="66144" y="67860"/>
                </a:moveTo>
                <a:cubicBezTo>
                  <a:pt x="68010" y="71239"/>
                  <a:pt x="69696" y="74714"/>
                  <a:pt x="71197" y="78271"/>
                </a:cubicBezTo>
                <a:cubicBezTo>
                  <a:pt x="74537" y="85842"/>
                  <a:pt x="76935" y="93793"/>
                  <a:pt x="78336" y="101948"/>
                </a:cubicBezTo>
                <a:cubicBezTo>
                  <a:pt x="78707" y="104091"/>
                  <a:pt x="78949" y="106290"/>
                  <a:pt x="79212" y="108565"/>
                </a:cubicBezTo>
                <a:cubicBezTo>
                  <a:pt x="80091" y="115329"/>
                  <a:pt x="80324" y="122163"/>
                  <a:pt x="79909" y="128972"/>
                </a:cubicBezTo>
                <a:cubicBezTo>
                  <a:pt x="83556" y="117474"/>
                  <a:pt x="87087" y="107514"/>
                  <a:pt x="90184" y="99364"/>
                </a:cubicBezTo>
                <a:lnTo>
                  <a:pt x="93687" y="90066"/>
                </a:lnTo>
                <a:cubicBezTo>
                  <a:pt x="93609" y="89088"/>
                  <a:pt x="93530" y="88110"/>
                  <a:pt x="93500" y="87160"/>
                </a:cubicBezTo>
                <a:cubicBezTo>
                  <a:pt x="93412" y="78996"/>
                  <a:pt x="94101" y="70844"/>
                  <a:pt x="95561" y="62812"/>
                </a:cubicBezTo>
                <a:cubicBezTo>
                  <a:pt x="96571" y="57831"/>
                  <a:pt x="98046" y="53215"/>
                  <a:pt x="99658" y="48807"/>
                </a:cubicBezTo>
                <a:cubicBezTo>
                  <a:pt x="101318" y="44427"/>
                  <a:pt x="103130" y="40230"/>
                  <a:pt x="105321" y="36381"/>
                </a:cubicBezTo>
                <a:cubicBezTo>
                  <a:pt x="109624" y="28977"/>
                  <a:pt x="114804" y="22119"/>
                  <a:pt x="120748" y="15955"/>
                </a:cubicBezTo>
                <a:cubicBezTo>
                  <a:pt x="126629" y="10196"/>
                  <a:pt x="132925" y="4876"/>
                  <a:pt x="139586" y="39"/>
                </a:cubicBezTo>
                <a:cubicBezTo>
                  <a:pt x="139006" y="8148"/>
                  <a:pt x="137896" y="16210"/>
                  <a:pt x="136265" y="24174"/>
                </a:cubicBezTo>
                <a:cubicBezTo>
                  <a:pt x="134812" y="32344"/>
                  <a:pt x="132466" y="40330"/>
                  <a:pt x="129270" y="47989"/>
                </a:cubicBezTo>
                <a:cubicBezTo>
                  <a:pt x="127650" y="51910"/>
                  <a:pt x="125863" y="55895"/>
                  <a:pt x="123655" y="59831"/>
                </a:cubicBezTo>
                <a:cubicBezTo>
                  <a:pt x="121509" y="63770"/>
                  <a:pt x="118890" y="67694"/>
                  <a:pt x="116043" y="71679"/>
                </a:cubicBezTo>
                <a:cubicBezTo>
                  <a:pt x="113268" y="75705"/>
                  <a:pt x="110058" y="79705"/>
                  <a:pt x="106381" y="83790"/>
                </a:cubicBezTo>
                <a:cubicBezTo>
                  <a:pt x="104576" y="85803"/>
                  <a:pt x="102593" y="87843"/>
                  <a:pt x="100535" y="89903"/>
                </a:cubicBezTo>
                <a:lnTo>
                  <a:pt x="98571" y="91856"/>
                </a:lnTo>
                <a:lnTo>
                  <a:pt x="95168" y="101149"/>
                </a:lnTo>
                <a:cubicBezTo>
                  <a:pt x="92148" y="109278"/>
                  <a:pt x="88717" y="119230"/>
                  <a:pt x="85198" y="130675"/>
                </a:cubicBezTo>
                <a:cubicBezTo>
                  <a:pt x="88783" y="125000"/>
                  <a:pt x="92969" y="119729"/>
                  <a:pt x="97685" y="114952"/>
                </a:cubicBezTo>
                <a:cubicBezTo>
                  <a:pt x="104970" y="107897"/>
                  <a:pt x="113546" y="102311"/>
                  <a:pt x="122944" y="98498"/>
                </a:cubicBezTo>
                <a:cubicBezTo>
                  <a:pt x="126447" y="97165"/>
                  <a:pt x="130032" y="96055"/>
                  <a:pt x="133675" y="95174"/>
                </a:cubicBezTo>
                <a:cubicBezTo>
                  <a:pt x="140779" y="93512"/>
                  <a:pt x="148015" y="92480"/>
                  <a:pt x="155299" y="92092"/>
                </a:cubicBezTo>
                <a:cubicBezTo>
                  <a:pt x="153345" y="95144"/>
                  <a:pt x="151292" y="98141"/>
                  <a:pt x="149117" y="101130"/>
                </a:cubicBezTo>
                <a:cubicBezTo>
                  <a:pt x="146968" y="104071"/>
                  <a:pt x="144613" y="106925"/>
                  <a:pt x="142359" y="109772"/>
                </a:cubicBezTo>
                <a:cubicBezTo>
                  <a:pt x="137772" y="115486"/>
                  <a:pt x="132463" y="120783"/>
                  <a:pt x="126309" y="125593"/>
                </a:cubicBezTo>
                <a:cubicBezTo>
                  <a:pt x="120338" y="130475"/>
                  <a:pt x="113378" y="134787"/>
                  <a:pt x="105074" y="138420"/>
                </a:cubicBezTo>
                <a:cubicBezTo>
                  <a:pt x="100923" y="140205"/>
                  <a:pt x="96615" y="141929"/>
                  <a:pt x="91847" y="143391"/>
                </a:cubicBezTo>
                <a:cubicBezTo>
                  <a:pt x="88325" y="144477"/>
                  <a:pt x="84562" y="145425"/>
                  <a:pt x="80640" y="146312"/>
                </a:cubicBezTo>
                <a:cubicBezTo>
                  <a:pt x="75115" y="166092"/>
                  <a:pt x="70584" y="186136"/>
                  <a:pt x="67065" y="206370"/>
                </a:cubicBezTo>
                <a:cubicBezTo>
                  <a:pt x="70715" y="198877"/>
                  <a:pt x="75403" y="191937"/>
                  <a:pt x="80993" y="185754"/>
                </a:cubicBezTo>
                <a:cubicBezTo>
                  <a:pt x="83776" y="182737"/>
                  <a:pt x="86823" y="179976"/>
                  <a:pt x="90099" y="177503"/>
                </a:cubicBezTo>
                <a:cubicBezTo>
                  <a:pt x="96110" y="172929"/>
                  <a:pt x="102739" y="169230"/>
                  <a:pt x="109789" y="166518"/>
                </a:cubicBezTo>
                <a:cubicBezTo>
                  <a:pt x="116676" y="163997"/>
                  <a:pt x="123773" y="162089"/>
                  <a:pt x="130996" y="160815"/>
                </a:cubicBezTo>
                <a:cubicBezTo>
                  <a:pt x="129378" y="164063"/>
                  <a:pt x="127689" y="167268"/>
                  <a:pt x="125875" y="170466"/>
                </a:cubicBezTo>
                <a:cubicBezTo>
                  <a:pt x="124160" y="173658"/>
                  <a:pt x="122398" y="176821"/>
                  <a:pt x="120415" y="179922"/>
                </a:cubicBezTo>
                <a:cubicBezTo>
                  <a:pt x="118446" y="182998"/>
                  <a:pt x="116318" y="186015"/>
                  <a:pt x="113969" y="188969"/>
                </a:cubicBezTo>
                <a:cubicBezTo>
                  <a:pt x="111596" y="191909"/>
                  <a:pt x="109289" y="194790"/>
                  <a:pt x="106565" y="197560"/>
                </a:cubicBezTo>
                <a:cubicBezTo>
                  <a:pt x="102319" y="201954"/>
                  <a:pt x="97629" y="205896"/>
                  <a:pt x="92569" y="209323"/>
                </a:cubicBezTo>
                <a:cubicBezTo>
                  <a:pt x="90846" y="210580"/>
                  <a:pt x="89051" y="211795"/>
                  <a:pt x="87160" y="212955"/>
                </a:cubicBezTo>
                <a:cubicBezTo>
                  <a:pt x="80667" y="216958"/>
                  <a:pt x="73099" y="220596"/>
                  <a:pt x="64296" y="223811"/>
                </a:cubicBezTo>
                <a:cubicBezTo>
                  <a:pt x="61905" y="240764"/>
                  <a:pt x="60081" y="258687"/>
                  <a:pt x="59282" y="277395"/>
                </a:cubicBezTo>
                <a:lnTo>
                  <a:pt x="59102" y="284560"/>
                </a:lnTo>
                <a:cubicBezTo>
                  <a:pt x="60251" y="281010"/>
                  <a:pt x="61517" y="277592"/>
                  <a:pt x="62912" y="274505"/>
                </a:cubicBezTo>
                <a:cubicBezTo>
                  <a:pt x="66622" y="266805"/>
                  <a:pt x="71509" y="259731"/>
                  <a:pt x="77399" y="253537"/>
                </a:cubicBezTo>
                <a:cubicBezTo>
                  <a:pt x="82813" y="248214"/>
                  <a:pt x="88950" y="243680"/>
                  <a:pt x="95628" y="240068"/>
                </a:cubicBezTo>
                <a:cubicBezTo>
                  <a:pt x="102030" y="236618"/>
                  <a:pt x="108753" y="233800"/>
                  <a:pt x="115700" y="231652"/>
                </a:cubicBezTo>
                <a:cubicBezTo>
                  <a:pt x="114424" y="235031"/>
                  <a:pt x="113383" y="238451"/>
                  <a:pt x="112083" y="241817"/>
                </a:cubicBezTo>
                <a:cubicBezTo>
                  <a:pt x="110815" y="245220"/>
                  <a:pt x="109398" y="248566"/>
                  <a:pt x="107837" y="251845"/>
                </a:cubicBezTo>
                <a:cubicBezTo>
                  <a:pt x="107053" y="253482"/>
                  <a:pt x="106167" y="255127"/>
                  <a:pt x="105359" y="256750"/>
                </a:cubicBezTo>
                <a:cubicBezTo>
                  <a:pt x="102869" y="261769"/>
                  <a:pt x="99934" y="266555"/>
                  <a:pt x="96588" y="271048"/>
                </a:cubicBezTo>
                <a:cubicBezTo>
                  <a:pt x="88794" y="281483"/>
                  <a:pt x="79124" y="290373"/>
                  <a:pt x="68073" y="297265"/>
                </a:cubicBezTo>
                <a:cubicBezTo>
                  <a:pt x="65176" y="299163"/>
                  <a:pt x="62121" y="301001"/>
                  <a:pt x="58855" y="302814"/>
                </a:cubicBezTo>
                <a:lnTo>
                  <a:pt x="58918" y="307161"/>
                </a:lnTo>
                <a:cubicBezTo>
                  <a:pt x="59041" y="312184"/>
                  <a:pt x="59074" y="317253"/>
                  <a:pt x="59255" y="322343"/>
                </a:cubicBezTo>
                <a:lnTo>
                  <a:pt x="60254" y="337714"/>
                </a:lnTo>
                <a:cubicBezTo>
                  <a:pt x="60464" y="340248"/>
                  <a:pt x="60521" y="342822"/>
                  <a:pt x="60814" y="345435"/>
                </a:cubicBezTo>
                <a:lnTo>
                  <a:pt x="61699" y="353150"/>
                </a:lnTo>
                <a:cubicBezTo>
                  <a:pt x="62089" y="356206"/>
                  <a:pt x="62404" y="359283"/>
                  <a:pt x="62756" y="362348"/>
                </a:cubicBezTo>
                <a:cubicBezTo>
                  <a:pt x="63789" y="357038"/>
                  <a:pt x="65224" y="351814"/>
                  <a:pt x="67051" y="346721"/>
                </a:cubicBezTo>
                <a:cubicBezTo>
                  <a:pt x="67425" y="345683"/>
                  <a:pt x="67848" y="344672"/>
                  <a:pt x="68256" y="343685"/>
                </a:cubicBezTo>
                <a:cubicBezTo>
                  <a:pt x="68665" y="342700"/>
                  <a:pt x="69160" y="341731"/>
                  <a:pt x="69631" y="340748"/>
                </a:cubicBezTo>
                <a:cubicBezTo>
                  <a:pt x="73224" y="333709"/>
                  <a:pt x="77870" y="327260"/>
                  <a:pt x="83408" y="321621"/>
                </a:cubicBezTo>
                <a:cubicBezTo>
                  <a:pt x="86057" y="319010"/>
                  <a:pt x="88892" y="316594"/>
                  <a:pt x="91890" y="314394"/>
                </a:cubicBezTo>
                <a:cubicBezTo>
                  <a:pt x="97754" y="310099"/>
                  <a:pt x="103998" y="306351"/>
                  <a:pt x="110545" y="303196"/>
                </a:cubicBezTo>
                <a:cubicBezTo>
                  <a:pt x="109633" y="308477"/>
                  <a:pt x="108478" y="313712"/>
                  <a:pt x="107082" y="318887"/>
                </a:cubicBezTo>
                <a:cubicBezTo>
                  <a:pt x="106629" y="320619"/>
                  <a:pt x="106238" y="322355"/>
                  <a:pt x="105722" y="324084"/>
                </a:cubicBezTo>
                <a:cubicBezTo>
                  <a:pt x="104746" y="327578"/>
                  <a:pt x="103576" y="331015"/>
                  <a:pt x="102221" y="334381"/>
                </a:cubicBezTo>
                <a:cubicBezTo>
                  <a:pt x="100777" y="337841"/>
                  <a:pt x="99207" y="341247"/>
                  <a:pt x="97516" y="344593"/>
                </a:cubicBezTo>
                <a:cubicBezTo>
                  <a:pt x="94065" y="351350"/>
                  <a:pt x="89419" y="358059"/>
                  <a:pt x="83450" y="364776"/>
                </a:cubicBezTo>
                <a:cubicBezTo>
                  <a:pt x="78638" y="370327"/>
                  <a:pt x="72725" y="375887"/>
                  <a:pt x="65639" y="381477"/>
                </a:cubicBezTo>
                <a:cubicBezTo>
                  <a:pt x="66620" y="387576"/>
                  <a:pt x="67702" y="393669"/>
                  <a:pt x="69161" y="399721"/>
                </a:cubicBezTo>
                <a:cubicBezTo>
                  <a:pt x="71832" y="412810"/>
                  <a:pt x="75312" y="425722"/>
                  <a:pt x="79315" y="438454"/>
                </a:cubicBezTo>
                <a:cubicBezTo>
                  <a:pt x="79321" y="435659"/>
                  <a:pt x="79408" y="432944"/>
                  <a:pt x="79728" y="430330"/>
                </a:cubicBezTo>
                <a:cubicBezTo>
                  <a:pt x="80951" y="420969"/>
                  <a:pt x="83253" y="412971"/>
                  <a:pt x="86718" y="405966"/>
                </a:cubicBezTo>
                <a:cubicBezTo>
                  <a:pt x="94006" y="391840"/>
                  <a:pt x="104352" y="382054"/>
                  <a:pt x="116384" y="373692"/>
                </a:cubicBezTo>
                <a:cubicBezTo>
                  <a:pt x="116325" y="375455"/>
                  <a:pt x="116240" y="377218"/>
                  <a:pt x="116129" y="378979"/>
                </a:cubicBezTo>
                <a:cubicBezTo>
                  <a:pt x="116011" y="380745"/>
                  <a:pt x="116044" y="382469"/>
                  <a:pt x="115964" y="384224"/>
                </a:cubicBezTo>
                <a:cubicBezTo>
                  <a:pt x="115723" y="389554"/>
                  <a:pt x="115129" y="394862"/>
                  <a:pt x="114186" y="400115"/>
                </a:cubicBezTo>
                <a:cubicBezTo>
                  <a:pt x="113868" y="401893"/>
                  <a:pt x="113625" y="403650"/>
                  <a:pt x="113282" y="405414"/>
                </a:cubicBezTo>
                <a:cubicBezTo>
                  <a:pt x="112558" y="408952"/>
                  <a:pt x="111658" y="412517"/>
                  <a:pt x="110429" y="416149"/>
                </a:cubicBezTo>
                <a:cubicBezTo>
                  <a:pt x="106303" y="428384"/>
                  <a:pt x="100112" y="439821"/>
                  <a:pt x="92127" y="449967"/>
                </a:cubicBezTo>
                <a:cubicBezTo>
                  <a:pt x="90138" y="452518"/>
                  <a:pt x="88065" y="455052"/>
                  <a:pt x="85853" y="457602"/>
                </a:cubicBezTo>
                <a:cubicBezTo>
                  <a:pt x="92615" y="475915"/>
                  <a:pt x="100642" y="493544"/>
                  <a:pt x="109599" y="510229"/>
                </a:cubicBezTo>
                <a:cubicBezTo>
                  <a:pt x="108870" y="505649"/>
                  <a:pt x="108456" y="501026"/>
                  <a:pt x="108358" y="496390"/>
                </a:cubicBezTo>
                <a:cubicBezTo>
                  <a:pt x="108287" y="494237"/>
                  <a:pt x="108371" y="492082"/>
                  <a:pt x="108608" y="489941"/>
                </a:cubicBezTo>
                <a:cubicBezTo>
                  <a:pt x="109482" y="482128"/>
                  <a:pt x="111565" y="474498"/>
                  <a:pt x="114782" y="467325"/>
                </a:cubicBezTo>
                <a:cubicBezTo>
                  <a:pt x="116279" y="464008"/>
                  <a:pt x="118273" y="460721"/>
                  <a:pt x="120253" y="457682"/>
                </a:cubicBezTo>
                <a:cubicBezTo>
                  <a:pt x="124303" y="451706"/>
                  <a:pt x="128912" y="446129"/>
                  <a:pt x="134018" y="441026"/>
                </a:cubicBezTo>
                <a:cubicBezTo>
                  <a:pt x="134931" y="446155"/>
                  <a:pt x="135595" y="451326"/>
                  <a:pt x="136008" y="456520"/>
                </a:cubicBezTo>
                <a:cubicBezTo>
                  <a:pt x="136205" y="458241"/>
                  <a:pt x="136401" y="459962"/>
                  <a:pt x="136545" y="461718"/>
                </a:cubicBezTo>
                <a:cubicBezTo>
                  <a:pt x="136967" y="467088"/>
                  <a:pt x="136940" y="472483"/>
                  <a:pt x="136463" y="477848"/>
                </a:cubicBezTo>
                <a:cubicBezTo>
                  <a:pt x="136303" y="479686"/>
                  <a:pt x="136194" y="481488"/>
                  <a:pt x="135982" y="483360"/>
                </a:cubicBezTo>
                <a:cubicBezTo>
                  <a:pt x="135008" y="491453"/>
                  <a:pt x="133056" y="499398"/>
                  <a:pt x="130170" y="507021"/>
                </a:cubicBezTo>
                <a:cubicBezTo>
                  <a:pt x="127807" y="513730"/>
                  <a:pt x="124498" y="520857"/>
                  <a:pt x="120186" y="528435"/>
                </a:cubicBezTo>
                <a:cubicBezTo>
                  <a:pt x="130547" y="545030"/>
                  <a:pt x="141817" y="560381"/>
                  <a:pt x="153536" y="574288"/>
                </a:cubicBezTo>
                <a:cubicBezTo>
                  <a:pt x="152785" y="572459"/>
                  <a:pt x="152122" y="570595"/>
                  <a:pt x="151550" y="568703"/>
                </a:cubicBezTo>
                <a:cubicBezTo>
                  <a:pt x="149013" y="559616"/>
                  <a:pt x="148062" y="551347"/>
                  <a:pt x="148525" y="543638"/>
                </a:cubicBezTo>
                <a:cubicBezTo>
                  <a:pt x="149199" y="535729"/>
                  <a:pt x="151065" y="528541"/>
                  <a:pt x="153700" y="521861"/>
                </a:cubicBezTo>
                <a:cubicBezTo>
                  <a:pt x="155053" y="518461"/>
                  <a:pt x="156542" y="515268"/>
                  <a:pt x="158242" y="512101"/>
                </a:cubicBezTo>
                <a:cubicBezTo>
                  <a:pt x="160002" y="508933"/>
                  <a:pt x="161887" y="505837"/>
                  <a:pt x="163891" y="502818"/>
                </a:cubicBezTo>
                <a:cubicBezTo>
                  <a:pt x="168712" y="515636"/>
                  <a:pt x="173021" y="528674"/>
                  <a:pt x="174281" y="543649"/>
                </a:cubicBezTo>
                <a:cubicBezTo>
                  <a:pt x="174696" y="551286"/>
                  <a:pt x="174789" y="559091"/>
                  <a:pt x="173485" y="567923"/>
                </a:cubicBezTo>
                <a:cubicBezTo>
                  <a:pt x="172871" y="572329"/>
                  <a:pt x="171932" y="576964"/>
                  <a:pt x="170666" y="581830"/>
                </a:cubicBezTo>
                <a:cubicBezTo>
                  <a:pt x="170010" y="584305"/>
                  <a:pt x="169325" y="586772"/>
                  <a:pt x="168612" y="589231"/>
                </a:cubicBezTo>
                <a:lnTo>
                  <a:pt x="168129" y="590625"/>
                </a:lnTo>
                <a:cubicBezTo>
                  <a:pt x="172964" y="595732"/>
                  <a:pt x="177810" y="600653"/>
                  <a:pt x="182651" y="605249"/>
                </a:cubicBezTo>
                <a:cubicBezTo>
                  <a:pt x="189052" y="610874"/>
                  <a:pt x="195169" y="616433"/>
                  <a:pt x="201172" y="621635"/>
                </a:cubicBezTo>
                <a:lnTo>
                  <a:pt x="209800" y="628417"/>
                </a:lnTo>
                <a:cubicBezTo>
                  <a:pt x="208866" y="626914"/>
                  <a:pt x="207909" y="625396"/>
                  <a:pt x="207073" y="623948"/>
                </a:cubicBezTo>
                <a:cubicBezTo>
                  <a:pt x="205935" y="621908"/>
                  <a:pt x="204907" y="619899"/>
                  <a:pt x="204004" y="617899"/>
                </a:cubicBezTo>
                <a:cubicBezTo>
                  <a:pt x="203101" y="615898"/>
                  <a:pt x="202416" y="613798"/>
                  <a:pt x="201751" y="611773"/>
                </a:cubicBezTo>
                <a:cubicBezTo>
                  <a:pt x="199408" y="604302"/>
                  <a:pt x="198242" y="596510"/>
                  <a:pt x="198295" y="588680"/>
                </a:cubicBezTo>
                <a:cubicBezTo>
                  <a:pt x="198447" y="584907"/>
                  <a:pt x="198891" y="581240"/>
                  <a:pt x="199533" y="577623"/>
                </a:cubicBezTo>
                <a:cubicBezTo>
                  <a:pt x="200802" y="570411"/>
                  <a:pt x="202961" y="563553"/>
                  <a:pt x="205529" y="556930"/>
                </a:cubicBezTo>
                <a:cubicBezTo>
                  <a:pt x="207436" y="559784"/>
                  <a:pt x="209250" y="562698"/>
                  <a:pt x="210970" y="565668"/>
                </a:cubicBezTo>
                <a:cubicBezTo>
                  <a:pt x="212740" y="568619"/>
                  <a:pt x="214256" y="571843"/>
                  <a:pt x="215974" y="574829"/>
                </a:cubicBezTo>
                <a:cubicBezTo>
                  <a:pt x="219426" y="581221"/>
                  <a:pt x="222160" y="587977"/>
                  <a:pt x="224124" y="594972"/>
                </a:cubicBezTo>
                <a:cubicBezTo>
                  <a:pt x="226393" y="602072"/>
                  <a:pt x="227892" y="609948"/>
                  <a:pt x="228349" y="618961"/>
                </a:cubicBezTo>
                <a:cubicBezTo>
                  <a:pt x="228702" y="626566"/>
                  <a:pt x="228494" y="634186"/>
                  <a:pt x="227729" y="641760"/>
                </a:cubicBezTo>
                <a:lnTo>
                  <a:pt x="236092" y="647553"/>
                </a:lnTo>
                <a:lnTo>
                  <a:pt x="240032" y="650311"/>
                </a:lnTo>
                <a:cubicBezTo>
                  <a:pt x="241431" y="651119"/>
                  <a:pt x="242778" y="651960"/>
                  <a:pt x="244077" y="652775"/>
                </a:cubicBezTo>
                <a:lnTo>
                  <a:pt x="251781" y="657480"/>
                </a:lnTo>
                <a:lnTo>
                  <a:pt x="258945" y="661841"/>
                </a:lnTo>
                <a:lnTo>
                  <a:pt x="260629" y="662878"/>
                </a:lnTo>
                <a:lnTo>
                  <a:pt x="261522" y="663393"/>
                </a:lnTo>
                <a:lnTo>
                  <a:pt x="261822" y="663598"/>
                </a:lnTo>
                <a:lnTo>
                  <a:pt x="262208" y="663821"/>
                </a:lnTo>
                <a:lnTo>
                  <a:pt x="265430" y="665649"/>
                </a:lnTo>
                <a:cubicBezTo>
                  <a:pt x="274178" y="670559"/>
                  <a:pt x="283091" y="675169"/>
                  <a:pt x="292154" y="679470"/>
                </a:cubicBezTo>
                <a:cubicBezTo>
                  <a:pt x="293743" y="680227"/>
                  <a:pt x="294520" y="682058"/>
                  <a:pt x="293818" y="683551"/>
                </a:cubicBezTo>
                <a:lnTo>
                  <a:pt x="291607" y="688160"/>
                </a:lnTo>
                <a:cubicBezTo>
                  <a:pt x="290882" y="689639"/>
                  <a:pt x="289024" y="690239"/>
                  <a:pt x="287338" y="689427"/>
                </a:cubicBezTo>
                <a:cubicBezTo>
                  <a:pt x="278151" y="684984"/>
                  <a:pt x="269117" y="680229"/>
                  <a:pt x="260254" y="675172"/>
                </a:cubicBezTo>
                <a:lnTo>
                  <a:pt x="256008" y="672721"/>
                </a:lnTo>
                <a:lnTo>
                  <a:pt x="255153" y="672195"/>
                </a:lnTo>
                <a:lnTo>
                  <a:pt x="253493" y="671172"/>
                </a:lnTo>
                <a:lnTo>
                  <a:pt x="246396" y="666753"/>
                </a:lnTo>
                <a:lnTo>
                  <a:pt x="238720" y="661999"/>
                </a:lnTo>
                <a:cubicBezTo>
                  <a:pt x="237434" y="661161"/>
                  <a:pt x="236087" y="660319"/>
                  <a:pt x="234702" y="659487"/>
                </a:cubicBezTo>
                <a:cubicBezTo>
                  <a:pt x="233359" y="658583"/>
                  <a:pt x="232019" y="657616"/>
                  <a:pt x="230655" y="656636"/>
                </a:cubicBezTo>
                <a:lnTo>
                  <a:pt x="221759" y="650374"/>
                </a:lnTo>
                <a:cubicBezTo>
                  <a:pt x="218986" y="651668"/>
                  <a:pt x="216221" y="652837"/>
                  <a:pt x="213442" y="653806"/>
                </a:cubicBezTo>
                <a:cubicBezTo>
                  <a:pt x="208597" y="655512"/>
                  <a:pt x="203720" y="656716"/>
                  <a:pt x="199216" y="657332"/>
                </a:cubicBezTo>
                <a:cubicBezTo>
                  <a:pt x="190027" y="658653"/>
                  <a:pt x="181064" y="658302"/>
                  <a:pt x="172399" y="656708"/>
                </a:cubicBezTo>
                <a:cubicBezTo>
                  <a:pt x="163846" y="654922"/>
                  <a:pt x="155755" y="651666"/>
                  <a:pt x="147806" y="647720"/>
                </a:cubicBezTo>
                <a:cubicBezTo>
                  <a:pt x="143765" y="645805"/>
                  <a:pt x="140131" y="643353"/>
                  <a:pt x="136373" y="640894"/>
                </a:cubicBezTo>
                <a:cubicBezTo>
                  <a:pt x="132680" y="638376"/>
                  <a:pt x="129044" y="635762"/>
                  <a:pt x="125414" y="633023"/>
                </a:cubicBezTo>
                <a:cubicBezTo>
                  <a:pt x="132962" y="631356"/>
                  <a:pt x="140603" y="630139"/>
                  <a:pt x="148295" y="629380"/>
                </a:cubicBezTo>
                <a:cubicBezTo>
                  <a:pt x="152176" y="629025"/>
                  <a:pt x="156071" y="628859"/>
                  <a:pt x="159968" y="628883"/>
                </a:cubicBezTo>
                <a:cubicBezTo>
                  <a:pt x="168347" y="628651"/>
                  <a:pt x="176723" y="629448"/>
                  <a:pt x="184908" y="631253"/>
                </a:cubicBezTo>
                <a:cubicBezTo>
                  <a:pt x="187052" y="631719"/>
                  <a:pt x="189188" y="632308"/>
                  <a:pt x="191438" y="632868"/>
                </a:cubicBezTo>
                <a:cubicBezTo>
                  <a:pt x="193736" y="633418"/>
                  <a:pt x="196017" y="634038"/>
                  <a:pt x="198277" y="634726"/>
                </a:cubicBezTo>
                <a:cubicBezTo>
                  <a:pt x="199968" y="635252"/>
                  <a:pt x="201679" y="635854"/>
                  <a:pt x="203389" y="636456"/>
                </a:cubicBezTo>
                <a:lnTo>
                  <a:pt x="194910" y="629694"/>
                </a:lnTo>
                <a:cubicBezTo>
                  <a:pt x="188767" y="624347"/>
                  <a:pt x="182574" y="618584"/>
                  <a:pt x="176073" y="612741"/>
                </a:cubicBezTo>
                <a:cubicBezTo>
                  <a:pt x="171034" y="607933"/>
                  <a:pt x="166016" y="602753"/>
                  <a:pt x="161020" y="597424"/>
                </a:cubicBezTo>
                <a:lnTo>
                  <a:pt x="159498" y="597832"/>
                </a:lnTo>
                <a:cubicBezTo>
                  <a:pt x="152226" y="599471"/>
                  <a:pt x="144765" y="600119"/>
                  <a:pt x="137320" y="599758"/>
                </a:cubicBezTo>
                <a:cubicBezTo>
                  <a:pt x="127942" y="599232"/>
                  <a:pt x="118975" y="597271"/>
                  <a:pt x="111107" y="593630"/>
                </a:cubicBezTo>
                <a:cubicBezTo>
                  <a:pt x="94900" y="586716"/>
                  <a:pt x="81452" y="574578"/>
                  <a:pt x="69816" y="560752"/>
                </a:cubicBezTo>
                <a:cubicBezTo>
                  <a:pt x="73625" y="560769"/>
                  <a:pt x="77435" y="560877"/>
                  <a:pt x="81239" y="561076"/>
                </a:cubicBezTo>
                <a:cubicBezTo>
                  <a:pt x="85141" y="561245"/>
                  <a:pt x="89035" y="561541"/>
                  <a:pt x="92916" y="561963"/>
                </a:cubicBezTo>
                <a:cubicBezTo>
                  <a:pt x="100861" y="562770"/>
                  <a:pt x="108697" y="564415"/>
                  <a:pt x="116295" y="566874"/>
                </a:cubicBezTo>
                <a:cubicBezTo>
                  <a:pt x="124846" y="569411"/>
                  <a:pt x="133054" y="572984"/>
                  <a:pt x="140738" y="577513"/>
                </a:cubicBezTo>
                <a:lnTo>
                  <a:pt x="146383" y="580772"/>
                </a:lnTo>
                <a:cubicBezTo>
                  <a:pt x="133933" y="565758"/>
                  <a:pt x="122575" y="549872"/>
                  <a:pt x="112398" y="533233"/>
                </a:cubicBezTo>
                <a:cubicBezTo>
                  <a:pt x="103698" y="533485"/>
                  <a:pt x="95642" y="532565"/>
                  <a:pt x="88167" y="530694"/>
                </a:cubicBezTo>
                <a:cubicBezTo>
                  <a:pt x="79088" y="528314"/>
                  <a:pt x="71180" y="524295"/>
                  <a:pt x="63854" y="519326"/>
                </a:cubicBezTo>
                <a:cubicBezTo>
                  <a:pt x="60237" y="516871"/>
                  <a:pt x="56865" y="514074"/>
                  <a:pt x="53786" y="510972"/>
                </a:cubicBezTo>
                <a:cubicBezTo>
                  <a:pt x="49053" y="506352"/>
                  <a:pt x="44696" y="501362"/>
                  <a:pt x="40754" y="496051"/>
                </a:cubicBezTo>
                <a:cubicBezTo>
                  <a:pt x="37017" y="490501"/>
                  <a:pt x="33504" y="484804"/>
                  <a:pt x="30224" y="478971"/>
                </a:cubicBezTo>
                <a:cubicBezTo>
                  <a:pt x="41671" y="481005"/>
                  <a:pt x="52850" y="484329"/>
                  <a:pt x="63547" y="488883"/>
                </a:cubicBezTo>
                <a:cubicBezTo>
                  <a:pt x="71268" y="492080"/>
                  <a:pt x="78594" y="496159"/>
                  <a:pt x="85380" y="501038"/>
                </a:cubicBezTo>
                <a:lnTo>
                  <a:pt x="90841" y="505059"/>
                </a:lnTo>
                <a:cubicBezTo>
                  <a:pt x="94681" y="507990"/>
                  <a:pt x="98325" y="511168"/>
                  <a:pt x="101750" y="514574"/>
                </a:cubicBezTo>
                <a:lnTo>
                  <a:pt x="101696" y="514446"/>
                </a:lnTo>
                <a:lnTo>
                  <a:pt x="98096" y="507480"/>
                </a:lnTo>
                <a:lnTo>
                  <a:pt x="94500" y="500450"/>
                </a:lnTo>
                <a:cubicBezTo>
                  <a:pt x="93267" y="498129"/>
                  <a:pt x="92317" y="495652"/>
                  <a:pt x="91187" y="493263"/>
                </a:cubicBezTo>
                <a:lnTo>
                  <a:pt x="84736" y="478700"/>
                </a:lnTo>
                <a:cubicBezTo>
                  <a:pt x="82813" y="473730"/>
                  <a:pt x="80942" y="468726"/>
                  <a:pt x="79023" y="463694"/>
                </a:cubicBezTo>
                <a:lnTo>
                  <a:pt x="77872" y="460617"/>
                </a:lnTo>
                <a:cubicBezTo>
                  <a:pt x="69721" y="459325"/>
                  <a:pt x="61805" y="456836"/>
                  <a:pt x="54381" y="453230"/>
                </a:cubicBezTo>
                <a:cubicBezTo>
                  <a:pt x="45956" y="449105"/>
                  <a:pt x="38600" y="443797"/>
                  <a:pt x="32741" y="437455"/>
                </a:cubicBezTo>
                <a:cubicBezTo>
                  <a:pt x="29736" y="434305"/>
                  <a:pt x="26966" y="430969"/>
                  <a:pt x="24408" y="427434"/>
                </a:cubicBezTo>
                <a:cubicBezTo>
                  <a:pt x="23165" y="425687"/>
                  <a:pt x="21825" y="423884"/>
                  <a:pt x="20753" y="422011"/>
                </a:cubicBezTo>
                <a:cubicBezTo>
                  <a:pt x="17480" y="416326"/>
                  <a:pt x="14545" y="410453"/>
                  <a:pt x="11962" y="404424"/>
                </a:cubicBezTo>
                <a:cubicBezTo>
                  <a:pt x="11135" y="402403"/>
                  <a:pt x="10197" y="400350"/>
                  <a:pt x="9499" y="398273"/>
                </a:cubicBezTo>
                <a:cubicBezTo>
                  <a:pt x="8775" y="396183"/>
                  <a:pt x="8114" y="394097"/>
                  <a:pt x="7429" y="391997"/>
                </a:cubicBezTo>
                <a:cubicBezTo>
                  <a:pt x="21313" y="397698"/>
                  <a:pt x="35618" y="404284"/>
                  <a:pt x="48005" y="414973"/>
                </a:cubicBezTo>
                <a:cubicBezTo>
                  <a:pt x="54376" y="420260"/>
                  <a:pt x="60678" y="426503"/>
                  <a:pt x="66344" y="434181"/>
                </a:cubicBezTo>
                <a:cubicBezTo>
                  <a:pt x="67972" y="436375"/>
                  <a:pt x="69706" y="438663"/>
                  <a:pt x="71409" y="441061"/>
                </a:cubicBezTo>
                <a:lnTo>
                  <a:pt x="71338" y="440795"/>
                </a:lnTo>
                <a:cubicBezTo>
                  <a:pt x="70568" y="438228"/>
                  <a:pt x="69623" y="435688"/>
                  <a:pt x="69006" y="433080"/>
                </a:cubicBezTo>
                <a:lnTo>
                  <a:pt x="64915" y="417436"/>
                </a:lnTo>
                <a:lnTo>
                  <a:pt x="63927" y="413520"/>
                </a:lnTo>
                <a:cubicBezTo>
                  <a:pt x="63581" y="412227"/>
                  <a:pt x="63349" y="410902"/>
                  <a:pt x="63078" y="409588"/>
                </a:cubicBezTo>
                <a:lnTo>
                  <a:pt x="61444" y="401666"/>
                </a:lnTo>
                <a:cubicBezTo>
                  <a:pt x="60101" y="395358"/>
                  <a:pt x="58982" y="389052"/>
                  <a:pt x="57939" y="382725"/>
                </a:cubicBezTo>
                <a:cubicBezTo>
                  <a:pt x="49489" y="379646"/>
                  <a:pt x="42081" y="375820"/>
                  <a:pt x="35682" y="371194"/>
                </a:cubicBezTo>
                <a:cubicBezTo>
                  <a:pt x="25066" y="363238"/>
                  <a:pt x="16558" y="352805"/>
                  <a:pt x="10901" y="340805"/>
                </a:cubicBezTo>
                <a:cubicBezTo>
                  <a:pt x="8134" y="334941"/>
                  <a:pt x="5833" y="328870"/>
                  <a:pt x="4017" y="322646"/>
                </a:cubicBezTo>
                <a:cubicBezTo>
                  <a:pt x="2432" y="316309"/>
                  <a:pt x="1105" y="309910"/>
                  <a:pt x="39" y="303464"/>
                </a:cubicBezTo>
                <a:cubicBezTo>
                  <a:pt x="6654" y="307322"/>
                  <a:pt x="13016" y="311597"/>
                  <a:pt x="19088" y="316263"/>
                </a:cubicBezTo>
                <a:cubicBezTo>
                  <a:pt x="25302" y="321206"/>
                  <a:pt x="31074" y="326679"/>
                  <a:pt x="36338" y="332623"/>
                </a:cubicBezTo>
                <a:cubicBezTo>
                  <a:pt x="39019" y="335779"/>
                  <a:pt x="41588" y="339127"/>
                  <a:pt x="43962" y="342814"/>
                </a:cubicBezTo>
                <a:lnTo>
                  <a:pt x="47578" y="348472"/>
                </a:lnTo>
                <a:cubicBezTo>
                  <a:pt x="50528" y="353294"/>
                  <a:pt x="53100" y="358339"/>
                  <a:pt x="55271" y="363559"/>
                </a:cubicBezTo>
                <a:cubicBezTo>
                  <a:pt x="52916" y="343390"/>
                  <a:pt x="51775" y="323099"/>
                  <a:pt x="51855" y="302793"/>
                </a:cubicBezTo>
                <a:cubicBezTo>
                  <a:pt x="48495" y="300982"/>
                  <a:pt x="45315" y="299081"/>
                  <a:pt x="42442" y="297037"/>
                </a:cubicBezTo>
                <a:cubicBezTo>
                  <a:pt x="38351" y="294096"/>
                  <a:pt x="34696" y="290957"/>
                  <a:pt x="31449" y="287667"/>
                </a:cubicBezTo>
                <a:cubicBezTo>
                  <a:pt x="24945" y="281049"/>
                  <a:pt x="19671" y="273695"/>
                  <a:pt x="16178" y="265985"/>
                </a:cubicBezTo>
                <a:cubicBezTo>
                  <a:pt x="13464" y="260158"/>
                  <a:pt x="11330" y="254078"/>
                  <a:pt x="9805" y="247832"/>
                </a:cubicBezTo>
                <a:cubicBezTo>
                  <a:pt x="9245" y="245740"/>
                  <a:pt x="8933" y="243662"/>
                  <a:pt x="8548" y="241542"/>
                </a:cubicBezTo>
                <a:cubicBezTo>
                  <a:pt x="7144" y="233026"/>
                  <a:pt x="6417" y="224412"/>
                  <a:pt x="6376" y="215780"/>
                </a:cubicBezTo>
                <a:cubicBezTo>
                  <a:pt x="12317" y="220572"/>
                  <a:pt x="17980" y="225700"/>
                  <a:pt x="23337" y="231137"/>
                </a:cubicBezTo>
                <a:cubicBezTo>
                  <a:pt x="28850" y="236800"/>
                  <a:pt x="33714" y="243061"/>
                  <a:pt x="37840" y="249802"/>
                </a:cubicBezTo>
                <a:cubicBezTo>
                  <a:pt x="42603" y="257264"/>
                  <a:pt x="46365" y="265318"/>
                  <a:pt x="49030" y="273760"/>
                </a:cubicBezTo>
                <a:cubicBezTo>
                  <a:pt x="50219" y="277249"/>
                  <a:pt x="51269" y="280783"/>
                  <a:pt x="52176" y="284356"/>
                </a:cubicBezTo>
                <a:lnTo>
                  <a:pt x="52411" y="277319"/>
                </a:lnTo>
                <a:cubicBezTo>
                  <a:pt x="53376" y="258322"/>
                  <a:pt x="55368" y="240110"/>
                  <a:pt x="57974" y="222895"/>
                </a:cubicBezTo>
                <a:cubicBezTo>
                  <a:pt x="50574" y="217272"/>
                  <a:pt x="44486" y="211216"/>
                  <a:pt x="39643" y="204786"/>
                </a:cubicBezTo>
                <a:cubicBezTo>
                  <a:pt x="38246" y="202918"/>
                  <a:pt x="36924" y="201029"/>
                  <a:pt x="35716" y="199109"/>
                </a:cubicBezTo>
                <a:cubicBezTo>
                  <a:pt x="30137" y="189821"/>
                  <a:pt x="26383" y="179554"/>
                  <a:pt x="24654" y="168858"/>
                </a:cubicBezTo>
                <a:cubicBezTo>
                  <a:pt x="24035" y="164665"/>
                  <a:pt x="23639" y="160443"/>
                  <a:pt x="23466" y="156208"/>
                </a:cubicBezTo>
                <a:cubicBezTo>
                  <a:pt x="23285" y="151954"/>
                  <a:pt x="23255" y="147659"/>
                  <a:pt x="23475" y="143380"/>
                </a:cubicBezTo>
                <a:cubicBezTo>
                  <a:pt x="23778" y="139098"/>
                  <a:pt x="24197" y="134824"/>
                  <a:pt x="24731" y="130564"/>
                </a:cubicBezTo>
                <a:cubicBezTo>
                  <a:pt x="29916" y="136067"/>
                  <a:pt x="34904" y="141745"/>
                  <a:pt x="39375" y="147928"/>
                </a:cubicBezTo>
                <a:cubicBezTo>
                  <a:pt x="44138" y="154282"/>
                  <a:pt x="48179" y="161146"/>
                  <a:pt x="51424" y="168393"/>
                </a:cubicBezTo>
                <a:cubicBezTo>
                  <a:pt x="56571" y="180253"/>
                  <a:pt x="59746" y="192874"/>
                  <a:pt x="60824" y="205758"/>
                </a:cubicBezTo>
                <a:cubicBezTo>
                  <a:pt x="64582" y="185178"/>
                  <a:pt x="69371" y="164799"/>
                  <a:pt x="75171" y="144698"/>
                </a:cubicBezTo>
                <a:cubicBezTo>
                  <a:pt x="72296" y="141880"/>
                  <a:pt x="69596" y="139036"/>
                  <a:pt x="67249" y="136137"/>
                </a:cubicBezTo>
                <a:cubicBezTo>
                  <a:pt x="64068" y="132177"/>
                  <a:pt x="61253" y="128139"/>
                  <a:pt x="59074" y="124115"/>
                </a:cubicBezTo>
                <a:cubicBezTo>
                  <a:pt x="54618" y="116011"/>
                  <a:pt x="51798" y="107693"/>
                  <a:pt x="50156" y="99283"/>
                </a:cubicBezTo>
                <a:cubicBezTo>
                  <a:pt x="48701" y="90885"/>
                  <a:pt x="48607" y="82468"/>
                  <a:pt x="49205" y="73969"/>
                </a:cubicBezTo>
                <a:cubicBezTo>
                  <a:pt x="49449" y="69703"/>
                  <a:pt x="50186" y="65529"/>
                  <a:pt x="50937" y="61331"/>
                </a:cubicBezTo>
                <a:cubicBezTo>
                  <a:pt x="51736" y="57161"/>
                  <a:pt x="52650" y="52961"/>
                  <a:pt x="53687" y="48768"/>
                </a:cubicBezTo>
                <a:cubicBezTo>
                  <a:pt x="58186" y="54903"/>
                  <a:pt x="62453" y="61161"/>
                  <a:pt x="66144" y="67860"/>
                </a:cubicBezTo>
              </a:path>
            </a:pathLst>
          </a:custGeom>
          <a:gradFill>
            <a:gsLst>
              <a:gs pos="26000">
                <a:srgbClr val="37A8D3"/>
              </a:gs>
              <a:gs pos="100000">
                <a:srgbClr val="0F46A0"/>
              </a:gs>
            </a:gsLst>
            <a:lin ang="8100000" scaled="0"/>
          </a:gradFill>
          <a:ln>
            <a:noFill/>
          </a:ln>
          <a:effectLst/>
        </p:spPr>
        <p:txBody>
          <a:bodyPr rot="0" spcFirstLastPara="0" vertOverflow="overflow" horzOverflow="overflow" vert="horz" wrap="square" lIns="84125" tIns="42062" rIns="84125" bIns="42062" numCol="1" spcCol="0" rtlCol="0" fromWordArt="0" anchor="t" anchorCtr="0" forceAA="0" compatLnSpc="1">
            <a:noAutofit/>
          </a:bodyPr>
          <a:lstStyle/>
          <a:p>
            <a:pPr marL="0" marR="0" lvl="0" indent="0" algn="ctr" defTabSz="45720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zh-CN" altLang="en-US" sz="10800" b="0" i="0" u="none" strike="noStrike" kern="1200" cap="none" spc="-300" normalizeH="0" baseline="0" noProof="0">
              <a:ln>
                <a:noFill/>
              </a:ln>
              <a:gradFill>
                <a:gsLst>
                  <a:gs pos="6000">
                    <a:srgbClr val="0B9BF6"/>
                  </a:gs>
                  <a:gs pos="92000">
                    <a:srgbClr val="0F46A0"/>
                  </a:gs>
                </a:gsLst>
                <a:lin ang="8100000" scaled="0"/>
              </a:gradFill>
              <a:effectLst>
                <a:outerShdw blurRad="32715" dist="32715" dir="5400000" algn="ctr" rotWithShape="0">
                  <a:srgbClr val="0F46A0">
                    <a:alpha val="20000"/>
                  </a:srgbClr>
                </a:outerShdw>
              </a:effectLst>
              <a:uLnTx/>
              <a:uFillTx/>
              <a:latin typeface="Arial"/>
              <a:ea typeface="汉仪心海行楷W" panose="00020600040101010101" pitchFamily="18" charset="-122"/>
              <a:cs typeface="演示流云楷" panose="02000600000000000000" pitchFamily="2" charset="-122"/>
              <a:sym typeface="+mn-ea"/>
            </a:endParaRPr>
          </a:p>
        </p:txBody>
      </p:sp>
      <p:cxnSp>
        <p:nvCxnSpPr>
          <p:cNvPr id="83" name="直接连接符 65">
            <a:extLst>
              <a:ext uri="{FF2B5EF4-FFF2-40B4-BE49-F238E27FC236}">
                <a16:creationId xmlns:a16="http://schemas.microsoft.com/office/drawing/2014/main" id="{02B7CD62-1E15-06D9-3E98-4D5A83B2AAF0}"/>
              </a:ext>
            </a:extLst>
          </p:cNvPr>
          <p:cNvCxnSpPr/>
          <p:nvPr/>
        </p:nvCxnSpPr>
        <p:spPr>
          <a:xfrm>
            <a:off x="9473936" y="1729746"/>
            <a:ext cx="1451610" cy="0"/>
          </a:xfrm>
          <a:prstGeom prst="line">
            <a:avLst/>
          </a:prstGeom>
          <a:ln w="15875">
            <a:gradFill>
              <a:gsLst>
                <a:gs pos="0">
                  <a:srgbClr val="2C87B1"/>
                </a:gs>
                <a:gs pos="28000">
                  <a:srgbClr val="2A7FA8"/>
                </a:gs>
                <a:gs pos="100000">
                  <a:srgbClr val="9BD3EF"/>
                </a:gs>
              </a:gsLst>
              <a:lin ang="0" scaled="0"/>
            </a:gra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FB44DCDB-F3D5-A4E0-CF90-D4F7A14A0229}"/>
              </a:ext>
            </a:extLst>
          </p:cNvPr>
          <p:cNvSpPr txBox="1"/>
          <p:nvPr/>
        </p:nvSpPr>
        <p:spPr>
          <a:xfrm>
            <a:off x="9663338" y="1188919"/>
            <a:ext cx="1080770" cy="461665"/>
          </a:xfrm>
          <a:prstGeom prst="rect">
            <a:avLst/>
          </a:prstGeom>
          <a:noFill/>
        </p:spPr>
        <p:txBody>
          <a:bodyPr wrap="square" rtlCol="0" anchor="t">
            <a:spAutoFit/>
          </a:body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1500+</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sp>
        <p:nvSpPr>
          <p:cNvPr id="85" name="文本框 84">
            <a:extLst>
              <a:ext uri="{FF2B5EF4-FFF2-40B4-BE49-F238E27FC236}">
                <a16:creationId xmlns:a16="http://schemas.microsoft.com/office/drawing/2014/main" id="{A019949F-60CE-FEF2-C872-B375695AB2D9}"/>
              </a:ext>
            </a:extLst>
          </p:cNvPr>
          <p:cNvSpPr txBox="1"/>
          <p:nvPr/>
        </p:nvSpPr>
        <p:spPr>
          <a:xfrm>
            <a:off x="9497058" y="1794986"/>
            <a:ext cx="1859931" cy="307777"/>
          </a:xfrm>
          <a:prstGeom prst="rect">
            <a:avLst/>
          </a:prstGeom>
          <a:noFill/>
        </p:spPr>
        <p:txBody>
          <a:bodyPr wrap="square" rtlCol="0" anchor="t">
            <a:spAutoFit/>
          </a:body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Total Citations</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sp>
        <p:nvSpPr>
          <p:cNvPr id="86" name="图形 30">
            <a:extLst>
              <a:ext uri="{FF2B5EF4-FFF2-40B4-BE49-F238E27FC236}">
                <a16:creationId xmlns:a16="http://schemas.microsoft.com/office/drawing/2014/main" id="{42137DB0-3790-229E-CF5D-9562AE2BF0C4}"/>
              </a:ext>
            </a:extLst>
          </p:cNvPr>
          <p:cNvSpPr/>
          <p:nvPr/>
        </p:nvSpPr>
        <p:spPr>
          <a:xfrm flipH="1">
            <a:off x="5400022" y="5747337"/>
            <a:ext cx="234000" cy="482400"/>
          </a:xfrm>
          <a:custGeom>
            <a:avLst/>
            <a:gdLst>
              <a:gd name="connsiteX0" fmla="*/ 66144 w 293498"/>
              <a:gd name="connsiteY0" fmla="*/ 67860 h 689544"/>
              <a:gd name="connsiteX1" fmla="*/ 71197 w 293498"/>
              <a:gd name="connsiteY1" fmla="*/ 78271 h 689544"/>
              <a:gd name="connsiteX2" fmla="*/ 78336 w 293498"/>
              <a:gd name="connsiteY2" fmla="*/ 101948 h 689544"/>
              <a:gd name="connsiteX3" fmla="*/ 79212 w 293498"/>
              <a:gd name="connsiteY3" fmla="*/ 108565 h 689544"/>
              <a:gd name="connsiteX4" fmla="*/ 79909 w 293498"/>
              <a:gd name="connsiteY4" fmla="*/ 128972 h 689544"/>
              <a:gd name="connsiteX5" fmla="*/ 90184 w 293498"/>
              <a:gd name="connsiteY5" fmla="*/ 99364 h 689544"/>
              <a:gd name="connsiteX6" fmla="*/ 93687 w 293498"/>
              <a:gd name="connsiteY6" fmla="*/ 90066 h 689544"/>
              <a:gd name="connsiteX7" fmla="*/ 93500 w 293498"/>
              <a:gd name="connsiteY7" fmla="*/ 87160 h 689544"/>
              <a:gd name="connsiteX8" fmla="*/ 95561 w 293498"/>
              <a:gd name="connsiteY8" fmla="*/ 62812 h 689544"/>
              <a:gd name="connsiteX9" fmla="*/ 99658 w 293498"/>
              <a:gd name="connsiteY9" fmla="*/ 48807 h 689544"/>
              <a:gd name="connsiteX10" fmla="*/ 105321 w 293498"/>
              <a:gd name="connsiteY10" fmla="*/ 36381 h 689544"/>
              <a:gd name="connsiteX11" fmla="*/ 120748 w 293498"/>
              <a:gd name="connsiteY11" fmla="*/ 15955 h 689544"/>
              <a:gd name="connsiteX12" fmla="*/ 139586 w 293498"/>
              <a:gd name="connsiteY12" fmla="*/ 39 h 689544"/>
              <a:gd name="connsiteX13" fmla="*/ 136265 w 293498"/>
              <a:gd name="connsiteY13" fmla="*/ 24174 h 689544"/>
              <a:gd name="connsiteX14" fmla="*/ 129270 w 293498"/>
              <a:gd name="connsiteY14" fmla="*/ 47989 h 689544"/>
              <a:gd name="connsiteX15" fmla="*/ 123655 w 293498"/>
              <a:gd name="connsiteY15" fmla="*/ 59831 h 689544"/>
              <a:gd name="connsiteX16" fmla="*/ 116043 w 293498"/>
              <a:gd name="connsiteY16" fmla="*/ 71679 h 689544"/>
              <a:gd name="connsiteX17" fmla="*/ 106381 w 293498"/>
              <a:gd name="connsiteY17" fmla="*/ 83790 h 689544"/>
              <a:gd name="connsiteX18" fmla="*/ 100535 w 293498"/>
              <a:gd name="connsiteY18" fmla="*/ 89903 h 689544"/>
              <a:gd name="connsiteX19" fmla="*/ 98571 w 293498"/>
              <a:gd name="connsiteY19" fmla="*/ 91856 h 689544"/>
              <a:gd name="connsiteX20" fmla="*/ 95168 w 293498"/>
              <a:gd name="connsiteY20" fmla="*/ 101149 h 689544"/>
              <a:gd name="connsiteX21" fmla="*/ 85198 w 293498"/>
              <a:gd name="connsiteY21" fmla="*/ 130675 h 689544"/>
              <a:gd name="connsiteX22" fmla="*/ 97685 w 293498"/>
              <a:gd name="connsiteY22" fmla="*/ 114952 h 689544"/>
              <a:gd name="connsiteX23" fmla="*/ 122944 w 293498"/>
              <a:gd name="connsiteY23" fmla="*/ 98498 h 689544"/>
              <a:gd name="connsiteX24" fmla="*/ 133675 w 293498"/>
              <a:gd name="connsiteY24" fmla="*/ 95174 h 689544"/>
              <a:gd name="connsiteX25" fmla="*/ 155299 w 293498"/>
              <a:gd name="connsiteY25" fmla="*/ 92092 h 689544"/>
              <a:gd name="connsiteX26" fmla="*/ 149117 w 293498"/>
              <a:gd name="connsiteY26" fmla="*/ 101130 h 689544"/>
              <a:gd name="connsiteX27" fmla="*/ 142359 w 293498"/>
              <a:gd name="connsiteY27" fmla="*/ 109772 h 689544"/>
              <a:gd name="connsiteX28" fmla="*/ 126309 w 293498"/>
              <a:gd name="connsiteY28" fmla="*/ 125593 h 689544"/>
              <a:gd name="connsiteX29" fmla="*/ 105074 w 293498"/>
              <a:gd name="connsiteY29" fmla="*/ 138420 h 689544"/>
              <a:gd name="connsiteX30" fmla="*/ 91847 w 293498"/>
              <a:gd name="connsiteY30" fmla="*/ 143391 h 689544"/>
              <a:gd name="connsiteX31" fmla="*/ 80640 w 293498"/>
              <a:gd name="connsiteY31" fmla="*/ 146312 h 689544"/>
              <a:gd name="connsiteX32" fmla="*/ 67065 w 293498"/>
              <a:gd name="connsiteY32" fmla="*/ 206370 h 689544"/>
              <a:gd name="connsiteX33" fmla="*/ 80993 w 293498"/>
              <a:gd name="connsiteY33" fmla="*/ 185754 h 689544"/>
              <a:gd name="connsiteX34" fmla="*/ 90099 w 293498"/>
              <a:gd name="connsiteY34" fmla="*/ 177503 h 689544"/>
              <a:gd name="connsiteX35" fmla="*/ 109789 w 293498"/>
              <a:gd name="connsiteY35" fmla="*/ 166518 h 689544"/>
              <a:gd name="connsiteX36" fmla="*/ 130996 w 293498"/>
              <a:gd name="connsiteY36" fmla="*/ 160815 h 689544"/>
              <a:gd name="connsiteX37" fmla="*/ 125875 w 293498"/>
              <a:gd name="connsiteY37" fmla="*/ 170466 h 689544"/>
              <a:gd name="connsiteX38" fmla="*/ 120415 w 293498"/>
              <a:gd name="connsiteY38" fmla="*/ 179922 h 689544"/>
              <a:gd name="connsiteX39" fmla="*/ 113969 w 293498"/>
              <a:gd name="connsiteY39" fmla="*/ 188969 h 689544"/>
              <a:gd name="connsiteX40" fmla="*/ 106565 w 293498"/>
              <a:gd name="connsiteY40" fmla="*/ 197560 h 689544"/>
              <a:gd name="connsiteX41" fmla="*/ 92569 w 293498"/>
              <a:gd name="connsiteY41" fmla="*/ 209323 h 689544"/>
              <a:gd name="connsiteX42" fmla="*/ 87160 w 293498"/>
              <a:gd name="connsiteY42" fmla="*/ 212955 h 689544"/>
              <a:gd name="connsiteX43" fmla="*/ 64296 w 293498"/>
              <a:gd name="connsiteY43" fmla="*/ 223811 h 689544"/>
              <a:gd name="connsiteX44" fmla="*/ 59282 w 293498"/>
              <a:gd name="connsiteY44" fmla="*/ 277395 h 689544"/>
              <a:gd name="connsiteX45" fmla="*/ 59102 w 293498"/>
              <a:gd name="connsiteY45" fmla="*/ 284560 h 689544"/>
              <a:gd name="connsiteX46" fmla="*/ 62912 w 293498"/>
              <a:gd name="connsiteY46" fmla="*/ 274505 h 689544"/>
              <a:gd name="connsiteX47" fmla="*/ 77399 w 293498"/>
              <a:gd name="connsiteY47" fmla="*/ 253537 h 689544"/>
              <a:gd name="connsiteX48" fmla="*/ 95628 w 293498"/>
              <a:gd name="connsiteY48" fmla="*/ 240068 h 689544"/>
              <a:gd name="connsiteX49" fmla="*/ 115700 w 293498"/>
              <a:gd name="connsiteY49" fmla="*/ 231652 h 689544"/>
              <a:gd name="connsiteX50" fmla="*/ 112083 w 293498"/>
              <a:gd name="connsiteY50" fmla="*/ 241817 h 689544"/>
              <a:gd name="connsiteX51" fmla="*/ 107837 w 293498"/>
              <a:gd name="connsiteY51" fmla="*/ 251845 h 689544"/>
              <a:gd name="connsiteX52" fmla="*/ 105359 w 293498"/>
              <a:gd name="connsiteY52" fmla="*/ 256750 h 689544"/>
              <a:gd name="connsiteX53" fmla="*/ 96588 w 293498"/>
              <a:gd name="connsiteY53" fmla="*/ 271048 h 689544"/>
              <a:gd name="connsiteX54" fmla="*/ 68073 w 293498"/>
              <a:gd name="connsiteY54" fmla="*/ 297265 h 689544"/>
              <a:gd name="connsiteX55" fmla="*/ 58855 w 293498"/>
              <a:gd name="connsiteY55" fmla="*/ 302814 h 689544"/>
              <a:gd name="connsiteX56" fmla="*/ 58918 w 293498"/>
              <a:gd name="connsiteY56" fmla="*/ 307161 h 689544"/>
              <a:gd name="connsiteX57" fmla="*/ 59255 w 293498"/>
              <a:gd name="connsiteY57" fmla="*/ 322343 h 689544"/>
              <a:gd name="connsiteX58" fmla="*/ 60254 w 293498"/>
              <a:gd name="connsiteY58" fmla="*/ 337714 h 689544"/>
              <a:gd name="connsiteX59" fmla="*/ 60814 w 293498"/>
              <a:gd name="connsiteY59" fmla="*/ 345435 h 689544"/>
              <a:gd name="connsiteX60" fmla="*/ 61699 w 293498"/>
              <a:gd name="connsiteY60" fmla="*/ 353150 h 689544"/>
              <a:gd name="connsiteX61" fmla="*/ 62756 w 293498"/>
              <a:gd name="connsiteY61" fmla="*/ 362348 h 689544"/>
              <a:gd name="connsiteX62" fmla="*/ 67051 w 293498"/>
              <a:gd name="connsiteY62" fmla="*/ 346721 h 689544"/>
              <a:gd name="connsiteX63" fmla="*/ 68256 w 293498"/>
              <a:gd name="connsiteY63" fmla="*/ 343685 h 689544"/>
              <a:gd name="connsiteX64" fmla="*/ 69631 w 293498"/>
              <a:gd name="connsiteY64" fmla="*/ 340748 h 689544"/>
              <a:gd name="connsiteX65" fmla="*/ 83408 w 293498"/>
              <a:gd name="connsiteY65" fmla="*/ 321621 h 689544"/>
              <a:gd name="connsiteX66" fmla="*/ 91890 w 293498"/>
              <a:gd name="connsiteY66" fmla="*/ 314394 h 689544"/>
              <a:gd name="connsiteX67" fmla="*/ 110545 w 293498"/>
              <a:gd name="connsiteY67" fmla="*/ 303196 h 689544"/>
              <a:gd name="connsiteX68" fmla="*/ 107082 w 293498"/>
              <a:gd name="connsiteY68" fmla="*/ 318887 h 689544"/>
              <a:gd name="connsiteX69" fmla="*/ 105722 w 293498"/>
              <a:gd name="connsiteY69" fmla="*/ 324084 h 689544"/>
              <a:gd name="connsiteX70" fmla="*/ 102221 w 293498"/>
              <a:gd name="connsiteY70" fmla="*/ 334381 h 689544"/>
              <a:gd name="connsiteX71" fmla="*/ 97516 w 293498"/>
              <a:gd name="connsiteY71" fmla="*/ 344593 h 689544"/>
              <a:gd name="connsiteX72" fmla="*/ 83450 w 293498"/>
              <a:gd name="connsiteY72" fmla="*/ 364776 h 689544"/>
              <a:gd name="connsiteX73" fmla="*/ 65639 w 293498"/>
              <a:gd name="connsiteY73" fmla="*/ 381477 h 689544"/>
              <a:gd name="connsiteX74" fmla="*/ 69161 w 293498"/>
              <a:gd name="connsiteY74" fmla="*/ 399721 h 689544"/>
              <a:gd name="connsiteX75" fmla="*/ 79315 w 293498"/>
              <a:gd name="connsiteY75" fmla="*/ 438454 h 689544"/>
              <a:gd name="connsiteX76" fmla="*/ 79728 w 293498"/>
              <a:gd name="connsiteY76" fmla="*/ 430330 h 689544"/>
              <a:gd name="connsiteX77" fmla="*/ 86718 w 293498"/>
              <a:gd name="connsiteY77" fmla="*/ 405966 h 689544"/>
              <a:gd name="connsiteX78" fmla="*/ 116384 w 293498"/>
              <a:gd name="connsiteY78" fmla="*/ 373692 h 689544"/>
              <a:gd name="connsiteX79" fmla="*/ 116129 w 293498"/>
              <a:gd name="connsiteY79" fmla="*/ 378979 h 689544"/>
              <a:gd name="connsiteX80" fmla="*/ 115964 w 293498"/>
              <a:gd name="connsiteY80" fmla="*/ 384224 h 689544"/>
              <a:gd name="connsiteX81" fmla="*/ 114186 w 293498"/>
              <a:gd name="connsiteY81" fmla="*/ 400115 h 689544"/>
              <a:gd name="connsiteX82" fmla="*/ 113282 w 293498"/>
              <a:gd name="connsiteY82" fmla="*/ 405414 h 689544"/>
              <a:gd name="connsiteX83" fmla="*/ 110429 w 293498"/>
              <a:gd name="connsiteY83" fmla="*/ 416149 h 689544"/>
              <a:gd name="connsiteX84" fmla="*/ 92127 w 293498"/>
              <a:gd name="connsiteY84" fmla="*/ 449967 h 689544"/>
              <a:gd name="connsiteX85" fmla="*/ 85853 w 293498"/>
              <a:gd name="connsiteY85" fmla="*/ 457602 h 689544"/>
              <a:gd name="connsiteX86" fmla="*/ 109599 w 293498"/>
              <a:gd name="connsiteY86" fmla="*/ 510229 h 689544"/>
              <a:gd name="connsiteX87" fmla="*/ 108358 w 293498"/>
              <a:gd name="connsiteY87" fmla="*/ 496390 h 689544"/>
              <a:gd name="connsiteX88" fmla="*/ 108608 w 293498"/>
              <a:gd name="connsiteY88" fmla="*/ 489941 h 689544"/>
              <a:gd name="connsiteX89" fmla="*/ 114782 w 293498"/>
              <a:gd name="connsiteY89" fmla="*/ 467325 h 689544"/>
              <a:gd name="connsiteX90" fmla="*/ 120253 w 293498"/>
              <a:gd name="connsiteY90" fmla="*/ 457682 h 689544"/>
              <a:gd name="connsiteX91" fmla="*/ 134018 w 293498"/>
              <a:gd name="connsiteY91" fmla="*/ 441026 h 689544"/>
              <a:gd name="connsiteX92" fmla="*/ 136008 w 293498"/>
              <a:gd name="connsiteY92" fmla="*/ 456520 h 689544"/>
              <a:gd name="connsiteX93" fmla="*/ 136545 w 293498"/>
              <a:gd name="connsiteY93" fmla="*/ 461718 h 689544"/>
              <a:gd name="connsiteX94" fmla="*/ 136463 w 293498"/>
              <a:gd name="connsiteY94" fmla="*/ 477848 h 689544"/>
              <a:gd name="connsiteX95" fmla="*/ 135982 w 293498"/>
              <a:gd name="connsiteY95" fmla="*/ 483360 h 689544"/>
              <a:gd name="connsiteX96" fmla="*/ 130170 w 293498"/>
              <a:gd name="connsiteY96" fmla="*/ 507021 h 689544"/>
              <a:gd name="connsiteX97" fmla="*/ 120186 w 293498"/>
              <a:gd name="connsiteY97" fmla="*/ 528435 h 689544"/>
              <a:gd name="connsiteX98" fmla="*/ 153536 w 293498"/>
              <a:gd name="connsiteY98" fmla="*/ 574288 h 689544"/>
              <a:gd name="connsiteX99" fmla="*/ 151550 w 293498"/>
              <a:gd name="connsiteY99" fmla="*/ 568703 h 689544"/>
              <a:gd name="connsiteX100" fmla="*/ 148525 w 293498"/>
              <a:gd name="connsiteY100" fmla="*/ 543638 h 689544"/>
              <a:gd name="connsiteX101" fmla="*/ 153700 w 293498"/>
              <a:gd name="connsiteY101" fmla="*/ 521861 h 689544"/>
              <a:gd name="connsiteX102" fmla="*/ 158242 w 293498"/>
              <a:gd name="connsiteY102" fmla="*/ 512101 h 689544"/>
              <a:gd name="connsiteX103" fmla="*/ 163891 w 293498"/>
              <a:gd name="connsiteY103" fmla="*/ 502818 h 689544"/>
              <a:gd name="connsiteX104" fmla="*/ 174281 w 293498"/>
              <a:gd name="connsiteY104" fmla="*/ 543649 h 689544"/>
              <a:gd name="connsiteX105" fmla="*/ 173485 w 293498"/>
              <a:gd name="connsiteY105" fmla="*/ 567923 h 689544"/>
              <a:gd name="connsiteX106" fmla="*/ 170666 w 293498"/>
              <a:gd name="connsiteY106" fmla="*/ 581830 h 689544"/>
              <a:gd name="connsiteX107" fmla="*/ 168612 w 293498"/>
              <a:gd name="connsiteY107" fmla="*/ 589231 h 689544"/>
              <a:gd name="connsiteX108" fmla="*/ 168129 w 293498"/>
              <a:gd name="connsiteY108" fmla="*/ 590625 h 689544"/>
              <a:gd name="connsiteX109" fmla="*/ 182651 w 293498"/>
              <a:gd name="connsiteY109" fmla="*/ 605249 h 689544"/>
              <a:gd name="connsiteX110" fmla="*/ 201172 w 293498"/>
              <a:gd name="connsiteY110" fmla="*/ 621635 h 689544"/>
              <a:gd name="connsiteX111" fmla="*/ 209800 w 293498"/>
              <a:gd name="connsiteY111" fmla="*/ 628417 h 689544"/>
              <a:gd name="connsiteX112" fmla="*/ 207073 w 293498"/>
              <a:gd name="connsiteY112" fmla="*/ 623948 h 689544"/>
              <a:gd name="connsiteX113" fmla="*/ 204004 w 293498"/>
              <a:gd name="connsiteY113" fmla="*/ 617899 h 689544"/>
              <a:gd name="connsiteX114" fmla="*/ 201751 w 293498"/>
              <a:gd name="connsiteY114" fmla="*/ 611773 h 689544"/>
              <a:gd name="connsiteX115" fmla="*/ 198295 w 293498"/>
              <a:gd name="connsiteY115" fmla="*/ 588680 h 689544"/>
              <a:gd name="connsiteX116" fmla="*/ 199533 w 293498"/>
              <a:gd name="connsiteY116" fmla="*/ 577623 h 689544"/>
              <a:gd name="connsiteX117" fmla="*/ 205529 w 293498"/>
              <a:gd name="connsiteY117" fmla="*/ 556930 h 689544"/>
              <a:gd name="connsiteX118" fmla="*/ 210970 w 293498"/>
              <a:gd name="connsiteY118" fmla="*/ 565668 h 689544"/>
              <a:gd name="connsiteX119" fmla="*/ 215974 w 293498"/>
              <a:gd name="connsiteY119" fmla="*/ 574829 h 689544"/>
              <a:gd name="connsiteX120" fmla="*/ 224124 w 293498"/>
              <a:gd name="connsiteY120" fmla="*/ 594972 h 689544"/>
              <a:gd name="connsiteX121" fmla="*/ 228349 w 293498"/>
              <a:gd name="connsiteY121" fmla="*/ 618961 h 689544"/>
              <a:gd name="connsiteX122" fmla="*/ 227729 w 293498"/>
              <a:gd name="connsiteY122" fmla="*/ 641760 h 689544"/>
              <a:gd name="connsiteX123" fmla="*/ 236092 w 293498"/>
              <a:gd name="connsiteY123" fmla="*/ 647553 h 689544"/>
              <a:gd name="connsiteX124" fmla="*/ 240032 w 293498"/>
              <a:gd name="connsiteY124" fmla="*/ 650311 h 689544"/>
              <a:gd name="connsiteX125" fmla="*/ 244077 w 293498"/>
              <a:gd name="connsiteY125" fmla="*/ 652775 h 689544"/>
              <a:gd name="connsiteX126" fmla="*/ 251781 w 293498"/>
              <a:gd name="connsiteY126" fmla="*/ 657480 h 689544"/>
              <a:gd name="connsiteX127" fmla="*/ 258945 w 293498"/>
              <a:gd name="connsiteY127" fmla="*/ 661841 h 689544"/>
              <a:gd name="connsiteX128" fmla="*/ 260629 w 293498"/>
              <a:gd name="connsiteY128" fmla="*/ 662878 h 689544"/>
              <a:gd name="connsiteX129" fmla="*/ 261522 w 293498"/>
              <a:gd name="connsiteY129" fmla="*/ 663393 h 689544"/>
              <a:gd name="connsiteX130" fmla="*/ 261822 w 293498"/>
              <a:gd name="connsiteY130" fmla="*/ 663598 h 689544"/>
              <a:gd name="connsiteX131" fmla="*/ 262208 w 293498"/>
              <a:gd name="connsiteY131" fmla="*/ 663821 h 689544"/>
              <a:gd name="connsiteX132" fmla="*/ 265430 w 293498"/>
              <a:gd name="connsiteY132" fmla="*/ 665649 h 689544"/>
              <a:gd name="connsiteX133" fmla="*/ 292154 w 293498"/>
              <a:gd name="connsiteY133" fmla="*/ 679470 h 689544"/>
              <a:gd name="connsiteX134" fmla="*/ 293818 w 293498"/>
              <a:gd name="connsiteY134" fmla="*/ 683551 h 689544"/>
              <a:gd name="connsiteX135" fmla="*/ 291607 w 293498"/>
              <a:gd name="connsiteY135" fmla="*/ 688160 h 689544"/>
              <a:gd name="connsiteX136" fmla="*/ 287338 w 293498"/>
              <a:gd name="connsiteY136" fmla="*/ 689427 h 689544"/>
              <a:gd name="connsiteX137" fmla="*/ 260254 w 293498"/>
              <a:gd name="connsiteY137" fmla="*/ 675172 h 689544"/>
              <a:gd name="connsiteX138" fmla="*/ 256008 w 293498"/>
              <a:gd name="connsiteY138" fmla="*/ 672721 h 689544"/>
              <a:gd name="connsiteX139" fmla="*/ 255153 w 293498"/>
              <a:gd name="connsiteY139" fmla="*/ 672195 h 689544"/>
              <a:gd name="connsiteX140" fmla="*/ 253493 w 293498"/>
              <a:gd name="connsiteY140" fmla="*/ 671172 h 689544"/>
              <a:gd name="connsiteX141" fmla="*/ 246396 w 293498"/>
              <a:gd name="connsiteY141" fmla="*/ 666753 h 689544"/>
              <a:gd name="connsiteX142" fmla="*/ 238720 w 293498"/>
              <a:gd name="connsiteY142" fmla="*/ 661999 h 689544"/>
              <a:gd name="connsiteX143" fmla="*/ 234702 w 293498"/>
              <a:gd name="connsiteY143" fmla="*/ 659487 h 689544"/>
              <a:gd name="connsiteX144" fmla="*/ 230655 w 293498"/>
              <a:gd name="connsiteY144" fmla="*/ 656636 h 689544"/>
              <a:gd name="connsiteX145" fmla="*/ 221759 w 293498"/>
              <a:gd name="connsiteY145" fmla="*/ 650374 h 689544"/>
              <a:gd name="connsiteX146" fmla="*/ 213442 w 293498"/>
              <a:gd name="connsiteY146" fmla="*/ 653806 h 689544"/>
              <a:gd name="connsiteX147" fmla="*/ 199216 w 293498"/>
              <a:gd name="connsiteY147" fmla="*/ 657332 h 689544"/>
              <a:gd name="connsiteX148" fmla="*/ 172399 w 293498"/>
              <a:gd name="connsiteY148" fmla="*/ 656708 h 689544"/>
              <a:gd name="connsiteX149" fmla="*/ 147806 w 293498"/>
              <a:gd name="connsiteY149" fmla="*/ 647720 h 689544"/>
              <a:gd name="connsiteX150" fmla="*/ 136373 w 293498"/>
              <a:gd name="connsiteY150" fmla="*/ 640894 h 689544"/>
              <a:gd name="connsiteX151" fmla="*/ 125414 w 293498"/>
              <a:gd name="connsiteY151" fmla="*/ 633023 h 689544"/>
              <a:gd name="connsiteX152" fmla="*/ 148295 w 293498"/>
              <a:gd name="connsiteY152" fmla="*/ 629380 h 689544"/>
              <a:gd name="connsiteX153" fmla="*/ 159968 w 293498"/>
              <a:gd name="connsiteY153" fmla="*/ 628883 h 689544"/>
              <a:gd name="connsiteX154" fmla="*/ 184908 w 293498"/>
              <a:gd name="connsiteY154" fmla="*/ 631253 h 689544"/>
              <a:gd name="connsiteX155" fmla="*/ 191438 w 293498"/>
              <a:gd name="connsiteY155" fmla="*/ 632868 h 689544"/>
              <a:gd name="connsiteX156" fmla="*/ 198277 w 293498"/>
              <a:gd name="connsiteY156" fmla="*/ 634726 h 689544"/>
              <a:gd name="connsiteX157" fmla="*/ 203389 w 293498"/>
              <a:gd name="connsiteY157" fmla="*/ 636456 h 689544"/>
              <a:gd name="connsiteX158" fmla="*/ 194910 w 293498"/>
              <a:gd name="connsiteY158" fmla="*/ 629694 h 689544"/>
              <a:gd name="connsiteX159" fmla="*/ 176073 w 293498"/>
              <a:gd name="connsiteY159" fmla="*/ 612741 h 689544"/>
              <a:gd name="connsiteX160" fmla="*/ 161020 w 293498"/>
              <a:gd name="connsiteY160" fmla="*/ 597424 h 689544"/>
              <a:gd name="connsiteX161" fmla="*/ 159498 w 293498"/>
              <a:gd name="connsiteY161" fmla="*/ 597832 h 689544"/>
              <a:gd name="connsiteX162" fmla="*/ 137320 w 293498"/>
              <a:gd name="connsiteY162" fmla="*/ 599758 h 689544"/>
              <a:gd name="connsiteX163" fmla="*/ 111107 w 293498"/>
              <a:gd name="connsiteY163" fmla="*/ 593630 h 689544"/>
              <a:gd name="connsiteX164" fmla="*/ 69816 w 293498"/>
              <a:gd name="connsiteY164" fmla="*/ 560752 h 689544"/>
              <a:gd name="connsiteX165" fmla="*/ 81239 w 293498"/>
              <a:gd name="connsiteY165" fmla="*/ 561076 h 689544"/>
              <a:gd name="connsiteX166" fmla="*/ 92916 w 293498"/>
              <a:gd name="connsiteY166" fmla="*/ 561963 h 689544"/>
              <a:gd name="connsiteX167" fmla="*/ 116295 w 293498"/>
              <a:gd name="connsiteY167" fmla="*/ 566874 h 689544"/>
              <a:gd name="connsiteX168" fmla="*/ 140738 w 293498"/>
              <a:gd name="connsiteY168" fmla="*/ 577513 h 689544"/>
              <a:gd name="connsiteX169" fmla="*/ 146383 w 293498"/>
              <a:gd name="connsiteY169" fmla="*/ 580772 h 689544"/>
              <a:gd name="connsiteX170" fmla="*/ 112398 w 293498"/>
              <a:gd name="connsiteY170" fmla="*/ 533233 h 689544"/>
              <a:gd name="connsiteX171" fmla="*/ 88167 w 293498"/>
              <a:gd name="connsiteY171" fmla="*/ 530694 h 689544"/>
              <a:gd name="connsiteX172" fmla="*/ 63854 w 293498"/>
              <a:gd name="connsiteY172" fmla="*/ 519326 h 689544"/>
              <a:gd name="connsiteX173" fmla="*/ 53786 w 293498"/>
              <a:gd name="connsiteY173" fmla="*/ 510972 h 689544"/>
              <a:gd name="connsiteX174" fmla="*/ 40754 w 293498"/>
              <a:gd name="connsiteY174" fmla="*/ 496051 h 689544"/>
              <a:gd name="connsiteX175" fmla="*/ 30224 w 293498"/>
              <a:gd name="connsiteY175" fmla="*/ 478971 h 689544"/>
              <a:gd name="connsiteX176" fmla="*/ 63547 w 293498"/>
              <a:gd name="connsiteY176" fmla="*/ 488883 h 689544"/>
              <a:gd name="connsiteX177" fmla="*/ 85380 w 293498"/>
              <a:gd name="connsiteY177" fmla="*/ 501038 h 689544"/>
              <a:gd name="connsiteX178" fmla="*/ 90841 w 293498"/>
              <a:gd name="connsiteY178" fmla="*/ 505059 h 689544"/>
              <a:gd name="connsiteX179" fmla="*/ 101750 w 293498"/>
              <a:gd name="connsiteY179" fmla="*/ 514574 h 689544"/>
              <a:gd name="connsiteX180" fmla="*/ 101696 w 293498"/>
              <a:gd name="connsiteY180" fmla="*/ 514446 h 689544"/>
              <a:gd name="connsiteX181" fmla="*/ 98096 w 293498"/>
              <a:gd name="connsiteY181" fmla="*/ 507480 h 689544"/>
              <a:gd name="connsiteX182" fmla="*/ 94500 w 293498"/>
              <a:gd name="connsiteY182" fmla="*/ 500450 h 689544"/>
              <a:gd name="connsiteX183" fmla="*/ 91187 w 293498"/>
              <a:gd name="connsiteY183" fmla="*/ 493263 h 689544"/>
              <a:gd name="connsiteX184" fmla="*/ 84736 w 293498"/>
              <a:gd name="connsiteY184" fmla="*/ 478700 h 689544"/>
              <a:gd name="connsiteX185" fmla="*/ 79023 w 293498"/>
              <a:gd name="connsiteY185" fmla="*/ 463694 h 689544"/>
              <a:gd name="connsiteX186" fmla="*/ 77872 w 293498"/>
              <a:gd name="connsiteY186" fmla="*/ 460617 h 689544"/>
              <a:gd name="connsiteX187" fmla="*/ 54381 w 293498"/>
              <a:gd name="connsiteY187" fmla="*/ 453230 h 689544"/>
              <a:gd name="connsiteX188" fmla="*/ 32741 w 293498"/>
              <a:gd name="connsiteY188" fmla="*/ 437455 h 689544"/>
              <a:gd name="connsiteX189" fmla="*/ 24408 w 293498"/>
              <a:gd name="connsiteY189" fmla="*/ 427434 h 689544"/>
              <a:gd name="connsiteX190" fmla="*/ 20753 w 293498"/>
              <a:gd name="connsiteY190" fmla="*/ 422011 h 689544"/>
              <a:gd name="connsiteX191" fmla="*/ 11962 w 293498"/>
              <a:gd name="connsiteY191" fmla="*/ 404424 h 689544"/>
              <a:gd name="connsiteX192" fmla="*/ 9499 w 293498"/>
              <a:gd name="connsiteY192" fmla="*/ 398273 h 689544"/>
              <a:gd name="connsiteX193" fmla="*/ 7429 w 293498"/>
              <a:gd name="connsiteY193" fmla="*/ 391997 h 689544"/>
              <a:gd name="connsiteX194" fmla="*/ 48005 w 293498"/>
              <a:gd name="connsiteY194" fmla="*/ 414973 h 689544"/>
              <a:gd name="connsiteX195" fmla="*/ 66344 w 293498"/>
              <a:gd name="connsiteY195" fmla="*/ 434181 h 689544"/>
              <a:gd name="connsiteX196" fmla="*/ 71409 w 293498"/>
              <a:gd name="connsiteY196" fmla="*/ 441061 h 689544"/>
              <a:gd name="connsiteX197" fmla="*/ 71338 w 293498"/>
              <a:gd name="connsiteY197" fmla="*/ 440795 h 689544"/>
              <a:gd name="connsiteX198" fmla="*/ 69006 w 293498"/>
              <a:gd name="connsiteY198" fmla="*/ 433080 h 689544"/>
              <a:gd name="connsiteX199" fmla="*/ 64915 w 293498"/>
              <a:gd name="connsiteY199" fmla="*/ 417436 h 689544"/>
              <a:gd name="connsiteX200" fmla="*/ 63927 w 293498"/>
              <a:gd name="connsiteY200" fmla="*/ 413520 h 689544"/>
              <a:gd name="connsiteX201" fmla="*/ 63078 w 293498"/>
              <a:gd name="connsiteY201" fmla="*/ 409588 h 689544"/>
              <a:gd name="connsiteX202" fmla="*/ 61444 w 293498"/>
              <a:gd name="connsiteY202" fmla="*/ 401666 h 689544"/>
              <a:gd name="connsiteX203" fmla="*/ 57939 w 293498"/>
              <a:gd name="connsiteY203" fmla="*/ 382725 h 689544"/>
              <a:gd name="connsiteX204" fmla="*/ 35682 w 293498"/>
              <a:gd name="connsiteY204" fmla="*/ 371194 h 689544"/>
              <a:gd name="connsiteX205" fmla="*/ 10901 w 293498"/>
              <a:gd name="connsiteY205" fmla="*/ 340805 h 689544"/>
              <a:gd name="connsiteX206" fmla="*/ 4017 w 293498"/>
              <a:gd name="connsiteY206" fmla="*/ 322646 h 689544"/>
              <a:gd name="connsiteX207" fmla="*/ 39 w 293498"/>
              <a:gd name="connsiteY207" fmla="*/ 303464 h 689544"/>
              <a:gd name="connsiteX208" fmla="*/ 19088 w 293498"/>
              <a:gd name="connsiteY208" fmla="*/ 316263 h 689544"/>
              <a:gd name="connsiteX209" fmla="*/ 36338 w 293498"/>
              <a:gd name="connsiteY209" fmla="*/ 332623 h 689544"/>
              <a:gd name="connsiteX210" fmla="*/ 43962 w 293498"/>
              <a:gd name="connsiteY210" fmla="*/ 342814 h 689544"/>
              <a:gd name="connsiteX211" fmla="*/ 47578 w 293498"/>
              <a:gd name="connsiteY211" fmla="*/ 348472 h 689544"/>
              <a:gd name="connsiteX212" fmla="*/ 55271 w 293498"/>
              <a:gd name="connsiteY212" fmla="*/ 363559 h 689544"/>
              <a:gd name="connsiteX213" fmla="*/ 51855 w 293498"/>
              <a:gd name="connsiteY213" fmla="*/ 302793 h 689544"/>
              <a:gd name="connsiteX214" fmla="*/ 42442 w 293498"/>
              <a:gd name="connsiteY214" fmla="*/ 297037 h 689544"/>
              <a:gd name="connsiteX215" fmla="*/ 31449 w 293498"/>
              <a:gd name="connsiteY215" fmla="*/ 287667 h 689544"/>
              <a:gd name="connsiteX216" fmla="*/ 16178 w 293498"/>
              <a:gd name="connsiteY216" fmla="*/ 265985 h 689544"/>
              <a:gd name="connsiteX217" fmla="*/ 9805 w 293498"/>
              <a:gd name="connsiteY217" fmla="*/ 247832 h 689544"/>
              <a:gd name="connsiteX218" fmla="*/ 8548 w 293498"/>
              <a:gd name="connsiteY218" fmla="*/ 241542 h 689544"/>
              <a:gd name="connsiteX219" fmla="*/ 6376 w 293498"/>
              <a:gd name="connsiteY219" fmla="*/ 215780 h 689544"/>
              <a:gd name="connsiteX220" fmla="*/ 23337 w 293498"/>
              <a:gd name="connsiteY220" fmla="*/ 231137 h 689544"/>
              <a:gd name="connsiteX221" fmla="*/ 37840 w 293498"/>
              <a:gd name="connsiteY221" fmla="*/ 249802 h 689544"/>
              <a:gd name="connsiteX222" fmla="*/ 49030 w 293498"/>
              <a:gd name="connsiteY222" fmla="*/ 273760 h 689544"/>
              <a:gd name="connsiteX223" fmla="*/ 52176 w 293498"/>
              <a:gd name="connsiteY223" fmla="*/ 284356 h 689544"/>
              <a:gd name="connsiteX224" fmla="*/ 52411 w 293498"/>
              <a:gd name="connsiteY224" fmla="*/ 277319 h 689544"/>
              <a:gd name="connsiteX225" fmla="*/ 57974 w 293498"/>
              <a:gd name="connsiteY225" fmla="*/ 222895 h 689544"/>
              <a:gd name="connsiteX226" fmla="*/ 39643 w 293498"/>
              <a:gd name="connsiteY226" fmla="*/ 204786 h 689544"/>
              <a:gd name="connsiteX227" fmla="*/ 35716 w 293498"/>
              <a:gd name="connsiteY227" fmla="*/ 199109 h 689544"/>
              <a:gd name="connsiteX228" fmla="*/ 24654 w 293498"/>
              <a:gd name="connsiteY228" fmla="*/ 168858 h 689544"/>
              <a:gd name="connsiteX229" fmla="*/ 23466 w 293498"/>
              <a:gd name="connsiteY229" fmla="*/ 156208 h 689544"/>
              <a:gd name="connsiteX230" fmla="*/ 23475 w 293498"/>
              <a:gd name="connsiteY230" fmla="*/ 143380 h 689544"/>
              <a:gd name="connsiteX231" fmla="*/ 24731 w 293498"/>
              <a:gd name="connsiteY231" fmla="*/ 130564 h 689544"/>
              <a:gd name="connsiteX232" fmla="*/ 39375 w 293498"/>
              <a:gd name="connsiteY232" fmla="*/ 147928 h 689544"/>
              <a:gd name="connsiteX233" fmla="*/ 51424 w 293498"/>
              <a:gd name="connsiteY233" fmla="*/ 168393 h 689544"/>
              <a:gd name="connsiteX234" fmla="*/ 60824 w 293498"/>
              <a:gd name="connsiteY234" fmla="*/ 205758 h 689544"/>
              <a:gd name="connsiteX235" fmla="*/ 75171 w 293498"/>
              <a:gd name="connsiteY235" fmla="*/ 144698 h 689544"/>
              <a:gd name="connsiteX236" fmla="*/ 67249 w 293498"/>
              <a:gd name="connsiteY236" fmla="*/ 136137 h 689544"/>
              <a:gd name="connsiteX237" fmla="*/ 59074 w 293498"/>
              <a:gd name="connsiteY237" fmla="*/ 124115 h 689544"/>
              <a:gd name="connsiteX238" fmla="*/ 50156 w 293498"/>
              <a:gd name="connsiteY238" fmla="*/ 99283 h 689544"/>
              <a:gd name="connsiteX239" fmla="*/ 49205 w 293498"/>
              <a:gd name="connsiteY239" fmla="*/ 73969 h 689544"/>
              <a:gd name="connsiteX240" fmla="*/ 50937 w 293498"/>
              <a:gd name="connsiteY240" fmla="*/ 61331 h 689544"/>
              <a:gd name="connsiteX241" fmla="*/ 53687 w 293498"/>
              <a:gd name="connsiteY241" fmla="*/ 48768 h 689544"/>
              <a:gd name="connsiteX242" fmla="*/ 66144 w 293498"/>
              <a:gd name="connsiteY242" fmla="*/ 67860 h 689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Lst>
            <a:rect l="l" t="t" r="r" b="b"/>
            <a:pathLst>
              <a:path w="293498" h="689544">
                <a:moveTo>
                  <a:pt x="66144" y="67860"/>
                </a:moveTo>
                <a:cubicBezTo>
                  <a:pt x="68010" y="71239"/>
                  <a:pt x="69696" y="74714"/>
                  <a:pt x="71197" y="78271"/>
                </a:cubicBezTo>
                <a:cubicBezTo>
                  <a:pt x="74537" y="85842"/>
                  <a:pt x="76935" y="93793"/>
                  <a:pt x="78336" y="101948"/>
                </a:cubicBezTo>
                <a:cubicBezTo>
                  <a:pt x="78707" y="104091"/>
                  <a:pt x="78949" y="106290"/>
                  <a:pt x="79212" y="108565"/>
                </a:cubicBezTo>
                <a:cubicBezTo>
                  <a:pt x="80091" y="115329"/>
                  <a:pt x="80324" y="122163"/>
                  <a:pt x="79909" y="128972"/>
                </a:cubicBezTo>
                <a:cubicBezTo>
                  <a:pt x="83556" y="117474"/>
                  <a:pt x="87087" y="107514"/>
                  <a:pt x="90184" y="99364"/>
                </a:cubicBezTo>
                <a:lnTo>
                  <a:pt x="93687" y="90066"/>
                </a:lnTo>
                <a:cubicBezTo>
                  <a:pt x="93609" y="89088"/>
                  <a:pt x="93530" y="88110"/>
                  <a:pt x="93500" y="87160"/>
                </a:cubicBezTo>
                <a:cubicBezTo>
                  <a:pt x="93412" y="78996"/>
                  <a:pt x="94101" y="70844"/>
                  <a:pt x="95561" y="62812"/>
                </a:cubicBezTo>
                <a:cubicBezTo>
                  <a:pt x="96571" y="57831"/>
                  <a:pt x="98046" y="53215"/>
                  <a:pt x="99658" y="48807"/>
                </a:cubicBezTo>
                <a:cubicBezTo>
                  <a:pt x="101318" y="44427"/>
                  <a:pt x="103130" y="40230"/>
                  <a:pt x="105321" y="36381"/>
                </a:cubicBezTo>
                <a:cubicBezTo>
                  <a:pt x="109624" y="28977"/>
                  <a:pt x="114804" y="22119"/>
                  <a:pt x="120748" y="15955"/>
                </a:cubicBezTo>
                <a:cubicBezTo>
                  <a:pt x="126629" y="10196"/>
                  <a:pt x="132925" y="4876"/>
                  <a:pt x="139586" y="39"/>
                </a:cubicBezTo>
                <a:cubicBezTo>
                  <a:pt x="139006" y="8148"/>
                  <a:pt x="137896" y="16210"/>
                  <a:pt x="136265" y="24174"/>
                </a:cubicBezTo>
                <a:cubicBezTo>
                  <a:pt x="134812" y="32344"/>
                  <a:pt x="132466" y="40330"/>
                  <a:pt x="129270" y="47989"/>
                </a:cubicBezTo>
                <a:cubicBezTo>
                  <a:pt x="127650" y="51910"/>
                  <a:pt x="125863" y="55895"/>
                  <a:pt x="123655" y="59831"/>
                </a:cubicBezTo>
                <a:cubicBezTo>
                  <a:pt x="121509" y="63770"/>
                  <a:pt x="118890" y="67694"/>
                  <a:pt x="116043" y="71679"/>
                </a:cubicBezTo>
                <a:cubicBezTo>
                  <a:pt x="113268" y="75705"/>
                  <a:pt x="110058" y="79705"/>
                  <a:pt x="106381" y="83790"/>
                </a:cubicBezTo>
                <a:cubicBezTo>
                  <a:pt x="104576" y="85803"/>
                  <a:pt x="102593" y="87843"/>
                  <a:pt x="100535" y="89903"/>
                </a:cubicBezTo>
                <a:lnTo>
                  <a:pt x="98571" y="91856"/>
                </a:lnTo>
                <a:lnTo>
                  <a:pt x="95168" y="101149"/>
                </a:lnTo>
                <a:cubicBezTo>
                  <a:pt x="92148" y="109278"/>
                  <a:pt x="88717" y="119230"/>
                  <a:pt x="85198" y="130675"/>
                </a:cubicBezTo>
                <a:cubicBezTo>
                  <a:pt x="88783" y="125000"/>
                  <a:pt x="92969" y="119729"/>
                  <a:pt x="97685" y="114952"/>
                </a:cubicBezTo>
                <a:cubicBezTo>
                  <a:pt x="104970" y="107897"/>
                  <a:pt x="113546" y="102311"/>
                  <a:pt x="122944" y="98498"/>
                </a:cubicBezTo>
                <a:cubicBezTo>
                  <a:pt x="126447" y="97165"/>
                  <a:pt x="130032" y="96055"/>
                  <a:pt x="133675" y="95174"/>
                </a:cubicBezTo>
                <a:cubicBezTo>
                  <a:pt x="140779" y="93512"/>
                  <a:pt x="148015" y="92480"/>
                  <a:pt x="155299" y="92092"/>
                </a:cubicBezTo>
                <a:cubicBezTo>
                  <a:pt x="153345" y="95144"/>
                  <a:pt x="151292" y="98141"/>
                  <a:pt x="149117" y="101130"/>
                </a:cubicBezTo>
                <a:cubicBezTo>
                  <a:pt x="146968" y="104071"/>
                  <a:pt x="144613" y="106925"/>
                  <a:pt x="142359" y="109772"/>
                </a:cubicBezTo>
                <a:cubicBezTo>
                  <a:pt x="137772" y="115486"/>
                  <a:pt x="132463" y="120783"/>
                  <a:pt x="126309" y="125593"/>
                </a:cubicBezTo>
                <a:cubicBezTo>
                  <a:pt x="120338" y="130475"/>
                  <a:pt x="113378" y="134787"/>
                  <a:pt x="105074" y="138420"/>
                </a:cubicBezTo>
                <a:cubicBezTo>
                  <a:pt x="100923" y="140205"/>
                  <a:pt x="96615" y="141929"/>
                  <a:pt x="91847" y="143391"/>
                </a:cubicBezTo>
                <a:cubicBezTo>
                  <a:pt x="88325" y="144477"/>
                  <a:pt x="84562" y="145425"/>
                  <a:pt x="80640" y="146312"/>
                </a:cubicBezTo>
                <a:cubicBezTo>
                  <a:pt x="75115" y="166092"/>
                  <a:pt x="70584" y="186136"/>
                  <a:pt x="67065" y="206370"/>
                </a:cubicBezTo>
                <a:cubicBezTo>
                  <a:pt x="70715" y="198877"/>
                  <a:pt x="75403" y="191937"/>
                  <a:pt x="80993" y="185754"/>
                </a:cubicBezTo>
                <a:cubicBezTo>
                  <a:pt x="83776" y="182737"/>
                  <a:pt x="86823" y="179976"/>
                  <a:pt x="90099" y="177503"/>
                </a:cubicBezTo>
                <a:cubicBezTo>
                  <a:pt x="96110" y="172929"/>
                  <a:pt x="102739" y="169230"/>
                  <a:pt x="109789" y="166518"/>
                </a:cubicBezTo>
                <a:cubicBezTo>
                  <a:pt x="116676" y="163997"/>
                  <a:pt x="123773" y="162089"/>
                  <a:pt x="130996" y="160815"/>
                </a:cubicBezTo>
                <a:cubicBezTo>
                  <a:pt x="129378" y="164063"/>
                  <a:pt x="127689" y="167268"/>
                  <a:pt x="125875" y="170466"/>
                </a:cubicBezTo>
                <a:cubicBezTo>
                  <a:pt x="124160" y="173658"/>
                  <a:pt x="122398" y="176821"/>
                  <a:pt x="120415" y="179922"/>
                </a:cubicBezTo>
                <a:cubicBezTo>
                  <a:pt x="118446" y="182998"/>
                  <a:pt x="116318" y="186015"/>
                  <a:pt x="113969" y="188969"/>
                </a:cubicBezTo>
                <a:cubicBezTo>
                  <a:pt x="111596" y="191909"/>
                  <a:pt x="109289" y="194790"/>
                  <a:pt x="106565" y="197560"/>
                </a:cubicBezTo>
                <a:cubicBezTo>
                  <a:pt x="102319" y="201954"/>
                  <a:pt x="97629" y="205896"/>
                  <a:pt x="92569" y="209323"/>
                </a:cubicBezTo>
                <a:cubicBezTo>
                  <a:pt x="90846" y="210580"/>
                  <a:pt x="89051" y="211795"/>
                  <a:pt x="87160" y="212955"/>
                </a:cubicBezTo>
                <a:cubicBezTo>
                  <a:pt x="80667" y="216958"/>
                  <a:pt x="73099" y="220596"/>
                  <a:pt x="64296" y="223811"/>
                </a:cubicBezTo>
                <a:cubicBezTo>
                  <a:pt x="61905" y="240764"/>
                  <a:pt x="60081" y="258687"/>
                  <a:pt x="59282" y="277395"/>
                </a:cubicBezTo>
                <a:lnTo>
                  <a:pt x="59102" y="284560"/>
                </a:lnTo>
                <a:cubicBezTo>
                  <a:pt x="60251" y="281010"/>
                  <a:pt x="61517" y="277592"/>
                  <a:pt x="62912" y="274505"/>
                </a:cubicBezTo>
                <a:cubicBezTo>
                  <a:pt x="66622" y="266805"/>
                  <a:pt x="71509" y="259731"/>
                  <a:pt x="77399" y="253537"/>
                </a:cubicBezTo>
                <a:cubicBezTo>
                  <a:pt x="82813" y="248214"/>
                  <a:pt x="88950" y="243680"/>
                  <a:pt x="95628" y="240068"/>
                </a:cubicBezTo>
                <a:cubicBezTo>
                  <a:pt x="102030" y="236618"/>
                  <a:pt x="108753" y="233800"/>
                  <a:pt x="115700" y="231652"/>
                </a:cubicBezTo>
                <a:cubicBezTo>
                  <a:pt x="114424" y="235031"/>
                  <a:pt x="113383" y="238451"/>
                  <a:pt x="112083" y="241817"/>
                </a:cubicBezTo>
                <a:cubicBezTo>
                  <a:pt x="110815" y="245220"/>
                  <a:pt x="109398" y="248566"/>
                  <a:pt x="107837" y="251845"/>
                </a:cubicBezTo>
                <a:cubicBezTo>
                  <a:pt x="107053" y="253482"/>
                  <a:pt x="106167" y="255127"/>
                  <a:pt x="105359" y="256750"/>
                </a:cubicBezTo>
                <a:cubicBezTo>
                  <a:pt x="102869" y="261769"/>
                  <a:pt x="99934" y="266555"/>
                  <a:pt x="96588" y="271048"/>
                </a:cubicBezTo>
                <a:cubicBezTo>
                  <a:pt x="88794" y="281483"/>
                  <a:pt x="79124" y="290373"/>
                  <a:pt x="68073" y="297265"/>
                </a:cubicBezTo>
                <a:cubicBezTo>
                  <a:pt x="65176" y="299163"/>
                  <a:pt x="62121" y="301001"/>
                  <a:pt x="58855" y="302814"/>
                </a:cubicBezTo>
                <a:lnTo>
                  <a:pt x="58918" y="307161"/>
                </a:lnTo>
                <a:cubicBezTo>
                  <a:pt x="59041" y="312184"/>
                  <a:pt x="59074" y="317253"/>
                  <a:pt x="59255" y="322343"/>
                </a:cubicBezTo>
                <a:lnTo>
                  <a:pt x="60254" y="337714"/>
                </a:lnTo>
                <a:cubicBezTo>
                  <a:pt x="60464" y="340248"/>
                  <a:pt x="60521" y="342822"/>
                  <a:pt x="60814" y="345435"/>
                </a:cubicBezTo>
                <a:lnTo>
                  <a:pt x="61699" y="353150"/>
                </a:lnTo>
                <a:cubicBezTo>
                  <a:pt x="62089" y="356206"/>
                  <a:pt x="62404" y="359283"/>
                  <a:pt x="62756" y="362348"/>
                </a:cubicBezTo>
                <a:cubicBezTo>
                  <a:pt x="63789" y="357038"/>
                  <a:pt x="65224" y="351814"/>
                  <a:pt x="67051" y="346721"/>
                </a:cubicBezTo>
                <a:cubicBezTo>
                  <a:pt x="67425" y="345683"/>
                  <a:pt x="67848" y="344672"/>
                  <a:pt x="68256" y="343685"/>
                </a:cubicBezTo>
                <a:cubicBezTo>
                  <a:pt x="68665" y="342700"/>
                  <a:pt x="69160" y="341731"/>
                  <a:pt x="69631" y="340748"/>
                </a:cubicBezTo>
                <a:cubicBezTo>
                  <a:pt x="73224" y="333709"/>
                  <a:pt x="77870" y="327260"/>
                  <a:pt x="83408" y="321621"/>
                </a:cubicBezTo>
                <a:cubicBezTo>
                  <a:pt x="86057" y="319010"/>
                  <a:pt x="88892" y="316594"/>
                  <a:pt x="91890" y="314394"/>
                </a:cubicBezTo>
                <a:cubicBezTo>
                  <a:pt x="97754" y="310099"/>
                  <a:pt x="103998" y="306351"/>
                  <a:pt x="110545" y="303196"/>
                </a:cubicBezTo>
                <a:cubicBezTo>
                  <a:pt x="109633" y="308477"/>
                  <a:pt x="108478" y="313712"/>
                  <a:pt x="107082" y="318887"/>
                </a:cubicBezTo>
                <a:cubicBezTo>
                  <a:pt x="106629" y="320619"/>
                  <a:pt x="106238" y="322355"/>
                  <a:pt x="105722" y="324084"/>
                </a:cubicBezTo>
                <a:cubicBezTo>
                  <a:pt x="104746" y="327578"/>
                  <a:pt x="103576" y="331015"/>
                  <a:pt x="102221" y="334381"/>
                </a:cubicBezTo>
                <a:cubicBezTo>
                  <a:pt x="100777" y="337841"/>
                  <a:pt x="99207" y="341247"/>
                  <a:pt x="97516" y="344593"/>
                </a:cubicBezTo>
                <a:cubicBezTo>
                  <a:pt x="94065" y="351350"/>
                  <a:pt x="89419" y="358059"/>
                  <a:pt x="83450" y="364776"/>
                </a:cubicBezTo>
                <a:cubicBezTo>
                  <a:pt x="78638" y="370327"/>
                  <a:pt x="72725" y="375887"/>
                  <a:pt x="65639" y="381477"/>
                </a:cubicBezTo>
                <a:cubicBezTo>
                  <a:pt x="66620" y="387576"/>
                  <a:pt x="67702" y="393669"/>
                  <a:pt x="69161" y="399721"/>
                </a:cubicBezTo>
                <a:cubicBezTo>
                  <a:pt x="71832" y="412810"/>
                  <a:pt x="75312" y="425722"/>
                  <a:pt x="79315" y="438454"/>
                </a:cubicBezTo>
                <a:cubicBezTo>
                  <a:pt x="79321" y="435659"/>
                  <a:pt x="79408" y="432944"/>
                  <a:pt x="79728" y="430330"/>
                </a:cubicBezTo>
                <a:cubicBezTo>
                  <a:pt x="80951" y="420969"/>
                  <a:pt x="83253" y="412971"/>
                  <a:pt x="86718" y="405966"/>
                </a:cubicBezTo>
                <a:cubicBezTo>
                  <a:pt x="94006" y="391840"/>
                  <a:pt x="104352" y="382054"/>
                  <a:pt x="116384" y="373692"/>
                </a:cubicBezTo>
                <a:cubicBezTo>
                  <a:pt x="116325" y="375455"/>
                  <a:pt x="116240" y="377218"/>
                  <a:pt x="116129" y="378979"/>
                </a:cubicBezTo>
                <a:cubicBezTo>
                  <a:pt x="116011" y="380745"/>
                  <a:pt x="116044" y="382469"/>
                  <a:pt x="115964" y="384224"/>
                </a:cubicBezTo>
                <a:cubicBezTo>
                  <a:pt x="115723" y="389554"/>
                  <a:pt x="115129" y="394862"/>
                  <a:pt x="114186" y="400115"/>
                </a:cubicBezTo>
                <a:cubicBezTo>
                  <a:pt x="113868" y="401893"/>
                  <a:pt x="113625" y="403650"/>
                  <a:pt x="113282" y="405414"/>
                </a:cubicBezTo>
                <a:cubicBezTo>
                  <a:pt x="112558" y="408952"/>
                  <a:pt x="111658" y="412517"/>
                  <a:pt x="110429" y="416149"/>
                </a:cubicBezTo>
                <a:cubicBezTo>
                  <a:pt x="106303" y="428384"/>
                  <a:pt x="100112" y="439821"/>
                  <a:pt x="92127" y="449967"/>
                </a:cubicBezTo>
                <a:cubicBezTo>
                  <a:pt x="90138" y="452518"/>
                  <a:pt x="88065" y="455052"/>
                  <a:pt x="85853" y="457602"/>
                </a:cubicBezTo>
                <a:cubicBezTo>
                  <a:pt x="92615" y="475915"/>
                  <a:pt x="100642" y="493544"/>
                  <a:pt x="109599" y="510229"/>
                </a:cubicBezTo>
                <a:cubicBezTo>
                  <a:pt x="108870" y="505649"/>
                  <a:pt x="108456" y="501026"/>
                  <a:pt x="108358" y="496390"/>
                </a:cubicBezTo>
                <a:cubicBezTo>
                  <a:pt x="108287" y="494237"/>
                  <a:pt x="108371" y="492082"/>
                  <a:pt x="108608" y="489941"/>
                </a:cubicBezTo>
                <a:cubicBezTo>
                  <a:pt x="109482" y="482128"/>
                  <a:pt x="111565" y="474498"/>
                  <a:pt x="114782" y="467325"/>
                </a:cubicBezTo>
                <a:cubicBezTo>
                  <a:pt x="116279" y="464008"/>
                  <a:pt x="118273" y="460721"/>
                  <a:pt x="120253" y="457682"/>
                </a:cubicBezTo>
                <a:cubicBezTo>
                  <a:pt x="124303" y="451706"/>
                  <a:pt x="128912" y="446129"/>
                  <a:pt x="134018" y="441026"/>
                </a:cubicBezTo>
                <a:cubicBezTo>
                  <a:pt x="134931" y="446155"/>
                  <a:pt x="135595" y="451326"/>
                  <a:pt x="136008" y="456520"/>
                </a:cubicBezTo>
                <a:cubicBezTo>
                  <a:pt x="136205" y="458241"/>
                  <a:pt x="136401" y="459962"/>
                  <a:pt x="136545" y="461718"/>
                </a:cubicBezTo>
                <a:cubicBezTo>
                  <a:pt x="136967" y="467088"/>
                  <a:pt x="136940" y="472483"/>
                  <a:pt x="136463" y="477848"/>
                </a:cubicBezTo>
                <a:cubicBezTo>
                  <a:pt x="136303" y="479686"/>
                  <a:pt x="136194" y="481488"/>
                  <a:pt x="135982" y="483360"/>
                </a:cubicBezTo>
                <a:cubicBezTo>
                  <a:pt x="135008" y="491453"/>
                  <a:pt x="133056" y="499398"/>
                  <a:pt x="130170" y="507021"/>
                </a:cubicBezTo>
                <a:cubicBezTo>
                  <a:pt x="127807" y="513730"/>
                  <a:pt x="124498" y="520857"/>
                  <a:pt x="120186" y="528435"/>
                </a:cubicBezTo>
                <a:cubicBezTo>
                  <a:pt x="130547" y="545030"/>
                  <a:pt x="141817" y="560381"/>
                  <a:pt x="153536" y="574288"/>
                </a:cubicBezTo>
                <a:cubicBezTo>
                  <a:pt x="152785" y="572459"/>
                  <a:pt x="152122" y="570595"/>
                  <a:pt x="151550" y="568703"/>
                </a:cubicBezTo>
                <a:cubicBezTo>
                  <a:pt x="149013" y="559616"/>
                  <a:pt x="148062" y="551347"/>
                  <a:pt x="148525" y="543638"/>
                </a:cubicBezTo>
                <a:cubicBezTo>
                  <a:pt x="149199" y="535729"/>
                  <a:pt x="151065" y="528541"/>
                  <a:pt x="153700" y="521861"/>
                </a:cubicBezTo>
                <a:cubicBezTo>
                  <a:pt x="155053" y="518461"/>
                  <a:pt x="156542" y="515268"/>
                  <a:pt x="158242" y="512101"/>
                </a:cubicBezTo>
                <a:cubicBezTo>
                  <a:pt x="160002" y="508933"/>
                  <a:pt x="161887" y="505837"/>
                  <a:pt x="163891" y="502818"/>
                </a:cubicBezTo>
                <a:cubicBezTo>
                  <a:pt x="168712" y="515636"/>
                  <a:pt x="173021" y="528674"/>
                  <a:pt x="174281" y="543649"/>
                </a:cubicBezTo>
                <a:cubicBezTo>
                  <a:pt x="174696" y="551286"/>
                  <a:pt x="174789" y="559091"/>
                  <a:pt x="173485" y="567923"/>
                </a:cubicBezTo>
                <a:cubicBezTo>
                  <a:pt x="172871" y="572329"/>
                  <a:pt x="171932" y="576964"/>
                  <a:pt x="170666" y="581830"/>
                </a:cubicBezTo>
                <a:cubicBezTo>
                  <a:pt x="170010" y="584305"/>
                  <a:pt x="169325" y="586772"/>
                  <a:pt x="168612" y="589231"/>
                </a:cubicBezTo>
                <a:lnTo>
                  <a:pt x="168129" y="590625"/>
                </a:lnTo>
                <a:cubicBezTo>
                  <a:pt x="172964" y="595732"/>
                  <a:pt x="177810" y="600653"/>
                  <a:pt x="182651" y="605249"/>
                </a:cubicBezTo>
                <a:cubicBezTo>
                  <a:pt x="189052" y="610874"/>
                  <a:pt x="195169" y="616433"/>
                  <a:pt x="201172" y="621635"/>
                </a:cubicBezTo>
                <a:lnTo>
                  <a:pt x="209800" y="628417"/>
                </a:lnTo>
                <a:cubicBezTo>
                  <a:pt x="208866" y="626914"/>
                  <a:pt x="207909" y="625396"/>
                  <a:pt x="207073" y="623948"/>
                </a:cubicBezTo>
                <a:cubicBezTo>
                  <a:pt x="205935" y="621908"/>
                  <a:pt x="204907" y="619899"/>
                  <a:pt x="204004" y="617899"/>
                </a:cubicBezTo>
                <a:cubicBezTo>
                  <a:pt x="203101" y="615898"/>
                  <a:pt x="202416" y="613798"/>
                  <a:pt x="201751" y="611773"/>
                </a:cubicBezTo>
                <a:cubicBezTo>
                  <a:pt x="199408" y="604302"/>
                  <a:pt x="198242" y="596510"/>
                  <a:pt x="198295" y="588680"/>
                </a:cubicBezTo>
                <a:cubicBezTo>
                  <a:pt x="198447" y="584907"/>
                  <a:pt x="198891" y="581240"/>
                  <a:pt x="199533" y="577623"/>
                </a:cubicBezTo>
                <a:cubicBezTo>
                  <a:pt x="200802" y="570411"/>
                  <a:pt x="202961" y="563553"/>
                  <a:pt x="205529" y="556930"/>
                </a:cubicBezTo>
                <a:cubicBezTo>
                  <a:pt x="207436" y="559784"/>
                  <a:pt x="209250" y="562698"/>
                  <a:pt x="210970" y="565668"/>
                </a:cubicBezTo>
                <a:cubicBezTo>
                  <a:pt x="212740" y="568619"/>
                  <a:pt x="214256" y="571843"/>
                  <a:pt x="215974" y="574829"/>
                </a:cubicBezTo>
                <a:cubicBezTo>
                  <a:pt x="219426" y="581221"/>
                  <a:pt x="222160" y="587977"/>
                  <a:pt x="224124" y="594972"/>
                </a:cubicBezTo>
                <a:cubicBezTo>
                  <a:pt x="226393" y="602072"/>
                  <a:pt x="227892" y="609948"/>
                  <a:pt x="228349" y="618961"/>
                </a:cubicBezTo>
                <a:cubicBezTo>
                  <a:pt x="228702" y="626566"/>
                  <a:pt x="228494" y="634186"/>
                  <a:pt x="227729" y="641760"/>
                </a:cubicBezTo>
                <a:lnTo>
                  <a:pt x="236092" y="647553"/>
                </a:lnTo>
                <a:lnTo>
                  <a:pt x="240032" y="650311"/>
                </a:lnTo>
                <a:cubicBezTo>
                  <a:pt x="241431" y="651119"/>
                  <a:pt x="242778" y="651960"/>
                  <a:pt x="244077" y="652775"/>
                </a:cubicBezTo>
                <a:lnTo>
                  <a:pt x="251781" y="657480"/>
                </a:lnTo>
                <a:lnTo>
                  <a:pt x="258945" y="661841"/>
                </a:lnTo>
                <a:lnTo>
                  <a:pt x="260629" y="662878"/>
                </a:lnTo>
                <a:lnTo>
                  <a:pt x="261522" y="663393"/>
                </a:lnTo>
                <a:lnTo>
                  <a:pt x="261822" y="663598"/>
                </a:lnTo>
                <a:lnTo>
                  <a:pt x="262208" y="663821"/>
                </a:lnTo>
                <a:lnTo>
                  <a:pt x="265430" y="665649"/>
                </a:lnTo>
                <a:cubicBezTo>
                  <a:pt x="274178" y="670559"/>
                  <a:pt x="283091" y="675169"/>
                  <a:pt x="292154" y="679470"/>
                </a:cubicBezTo>
                <a:cubicBezTo>
                  <a:pt x="293743" y="680227"/>
                  <a:pt x="294520" y="682058"/>
                  <a:pt x="293818" y="683551"/>
                </a:cubicBezTo>
                <a:lnTo>
                  <a:pt x="291607" y="688160"/>
                </a:lnTo>
                <a:cubicBezTo>
                  <a:pt x="290882" y="689639"/>
                  <a:pt x="289024" y="690239"/>
                  <a:pt x="287338" y="689427"/>
                </a:cubicBezTo>
                <a:cubicBezTo>
                  <a:pt x="278151" y="684984"/>
                  <a:pt x="269117" y="680229"/>
                  <a:pt x="260254" y="675172"/>
                </a:cubicBezTo>
                <a:lnTo>
                  <a:pt x="256008" y="672721"/>
                </a:lnTo>
                <a:lnTo>
                  <a:pt x="255153" y="672195"/>
                </a:lnTo>
                <a:lnTo>
                  <a:pt x="253493" y="671172"/>
                </a:lnTo>
                <a:lnTo>
                  <a:pt x="246396" y="666753"/>
                </a:lnTo>
                <a:lnTo>
                  <a:pt x="238720" y="661999"/>
                </a:lnTo>
                <a:cubicBezTo>
                  <a:pt x="237434" y="661161"/>
                  <a:pt x="236087" y="660319"/>
                  <a:pt x="234702" y="659487"/>
                </a:cubicBezTo>
                <a:cubicBezTo>
                  <a:pt x="233359" y="658583"/>
                  <a:pt x="232019" y="657616"/>
                  <a:pt x="230655" y="656636"/>
                </a:cubicBezTo>
                <a:lnTo>
                  <a:pt x="221759" y="650374"/>
                </a:lnTo>
                <a:cubicBezTo>
                  <a:pt x="218986" y="651668"/>
                  <a:pt x="216221" y="652837"/>
                  <a:pt x="213442" y="653806"/>
                </a:cubicBezTo>
                <a:cubicBezTo>
                  <a:pt x="208597" y="655512"/>
                  <a:pt x="203720" y="656716"/>
                  <a:pt x="199216" y="657332"/>
                </a:cubicBezTo>
                <a:cubicBezTo>
                  <a:pt x="190027" y="658653"/>
                  <a:pt x="181064" y="658302"/>
                  <a:pt x="172399" y="656708"/>
                </a:cubicBezTo>
                <a:cubicBezTo>
                  <a:pt x="163846" y="654922"/>
                  <a:pt x="155755" y="651666"/>
                  <a:pt x="147806" y="647720"/>
                </a:cubicBezTo>
                <a:cubicBezTo>
                  <a:pt x="143765" y="645805"/>
                  <a:pt x="140131" y="643353"/>
                  <a:pt x="136373" y="640894"/>
                </a:cubicBezTo>
                <a:cubicBezTo>
                  <a:pt x="132680" y="638376"/>
                  <a:pt x="129044" y="635762"/>
                  <a:pt x="125414" y="633023"/>
                </a:cubicBezTo>
                <a:cubicBezTo>
                  <a:pt x="132962" y="631356"/>
                  <a:pt x="140603" y="630139"/>
                  <a:pt x="148295" y="629380"/>
                </a:cubicBezTo>
                <a:cubicBezTo>
                  <a:pt x="152176" y="629025"/>
                  <a:pt x="156071" y="628859"/>
                  <a:pt x="159968" y="628883"/>
                </a:cubicBezTo>
                <a:cubicBezTo>
                  <a:pt x="168347" y="628651"/>
                  <a:pt x="176723" y="629448"/>
                  <a:pt x="184908" y="631253"/>
                </a:cubicBezTo>
                <a:cubicBezTo>
                  <a:pt x="187052" y="631719"/>
                  <a:pt x="189188" y="632308"/>
                  <a:pt x="191438" y="632868"/>
                </a:cubicBezTo>
                <a:cubicBezTo>
                  <a:pt x="193736" y="633418"/>
                  <a:pt x="196017" y="634038"/>
                  <a:pt x="198277" y="634726"/>
                </a:cubicBezTo>
                <a:cubicBezTo>
                  <a:pt x="199968" y="635252"/>
                  <a:pt x="201679" y="635854"/>
                  <a:pt x="203389" y="636456"/>
                </a:cubicBezTo>
                <a:lnTo>
                  <a:pt x="194910" y="629694"/>
                </a:lnTo>
                <a:cubicBezTo>
                  <a:pt x="188767" y="624347"/>
                  <a:pt x="182574" y="618584"/>
                  <a:pt x="176073" y="612741"/>
                </a:cubicBezTo>
                <a:cubicBezTo>
                  <a:pt x="171034" y="607933"/>
                  <a:pt x="166016" y="602753"/>
                  <a:pt x="161020" y="597424"/>
                </a:cubicBezTo>
                <a:lnTo>
                  <a:pt x="159498" y="597832"/>
                </a:lnTo>
                <a:cubicBezTo>
                  <a:pt x="152226" y="599471"/>
                  <a:pt x="144765" y="600119"/>
                  <a:pt x="137320" y="599758"/>
                </a:cubicBezTo>
                <a:cubicBezTo>
                  <a:pt x="127942" y="599232"/>
                  <a:pt x="118975" y="597271"/>
                  <a:pt x="111107" y="593630"/>
                </a:cubicBezTo>
                <a:cubicBezTo>
                  <a:pt x="94900" y="586716"/>
                  <a:pt x="81452" y="574578"/>
                  <a:pt x="69816" y="560752"/>
                </a:cubicBezTo>
                <a:cubicBezTo>
                  <a:pt x="73625" y="560769"/>
                  <a:pt x="77435" y="560877"/>
                  <a:pt x="81239" y="561076"/>
                </a:cubicBezTo>
                <a:cubicBezTo>
                  <a:pt x="85141" y="561245"/>
                  <a:pt x="89035" y="561541"/>
                  <a:pt x="92916" y="561963"/>
                </a:cubicBezTo>
                <a:cubicBezTo>
                  <a:pt x="100861" y="562770"/>
                  <a:pt x="108697" y="564415"/>
                  <a:pt x="116295" y="566874"/>
                </a:cubicBezTo>
                <a:cubicBezTo>
                  <a:pt x="124846" y="569411"/>
                  <a:pt x="133054" y="572984"/>
                  <a:pt x="140738" y="577513"/>
                </a:cubicBezTo>
                <a:lnTo>
                  <a:pt x="146383" y="580772"/>
                </a:lnTo>
                <a:cubicBezTo>
                  <a:pt x="133933" y="565758"/>
                  <a:pt x="122575" y="549872"/>
                  <a:pt x="112398" y="533233"/>
                </a:cubicBezTo>
                <a:cubicBezTo>
                  <a:pt x="103698" y="533485"/>
                  <a:pt x="95642" y="532565"/>
                  <a:pt x="88167" y="530694"/>
                </a:cubicBezTo>
                <a:cubicBezTo>
                  <a:pt x="79088" y="528314"/>
                  <a:pt x="71180" y="524295"/>
                  <a:pt x="63854" y="519326"/>
                </a:cubicBezTo>
                <a:cubicBezTo>
                  <a:pt x="60237" y="516871"/>
                  <a:pt x="56865" y="514074"/>
                  <a:pt x="53786" y="510972"/>
                </a:cubicBezTo>
                <a:cubicBezTo>
                  <a:pt x="49053" y="506352"/>
                  <a:pt x="44696" y="501362"/>
                  <a:pt x="40754" y="496051"/>
                </a:cubicBezTo>
                <a:cubicBezTo>
                  <a:pt x="37017" y="490501"/>
                  <a:pt x="33504" y="484804"/>
                  <a:pt x="30224" y="478971"/>
                </a:cubicBezTo>
                <a:cubicBezTo>
                  <a:pt x="41671" y="481005"/>
                  <a:pt x="52850" y="484329"/>
                  <a:pt x="63547" y="488883"/>
                </a:cubicBezTo>
                <a:cubicBezTo>
                  <a:pt x="71268" y="492080"/>
                  <a:pt x="78594" y="496159"/>
                  <a:pt x="85380" y="501038"/>
                </a:cubicBezTo>
                <a:lnTo>
                  <a:pt x="90841" y="505059"/>
                </a:lnTo>
                <a:cubicBezTo>
                  <a:pt x="94681" y="507990"/>
                  <a:pt x="98325" y="511168"/>
                  <a:pt x="101750" y="514574"/>
                </a:cubicBezTo>
                <a:lnTo>
                  <a:pt x="101696" y="514446"/>
                </a:lnTo>
                <a:lnTo>
                  <a:pt x="98096" y="507480"/>
                </a:lnTo>
                <a:lnTo>
                  <a:pt x="94500" y="500450"/>
                </a:lnTo>
                <a:cubicBezTo>
                  <a:pt x="93267" y="498129"/>
                  <a:pt x="92317" y="495652"/>
                  <a:pt x="91187" y="493263"/>
                </a:cubicBezTo>
                <a:lnTo>
                  <a:pt x="84736" y="478700"/>
                </a:lnTo>
                <a:cubicBezTo>
                  <a:pt x="82813" y="473730"/>
                  <a:pt x="80942" y="468726"/>
                  <a:pt x="79023" y="463694"/>
                </a:cubicBezTo>
                <a:lnTo>
                  <a:pt x="77872" y="460617"/>
                </a:lnTo>
                <a:cubicBezTo>
                  <a:pt x="69721" y="459325"/>
                  <a:pt x="61805" y="456836"/>
                  <a:pt x="54381" y="453230"/>
                </a:cubicBezTo>
                <a:cubicBezTo>
                  <a:pt x="45956" y="449105"/>
                  <a:pt x="38600" y="443797"/>
                  <a:pt x="32741" y="437455"/>
                </a:cubicBezTo>
                <a:cubicBezTo>
                  <a:pt x="29736" y="434305"/>
                  <a:pt x="26966" y="430969"/>
                  <a:pt x="24408" y="427434"/>
                </a:cubicBezTo>
                <a:cubicBezTo>
                  <a:pt x="23165" y="425687"/>
                  <a:pt x="21825" y="423884"/>
                  <a:pt x="20753" y="422011"/>
                </a:cubicBezTo>
                <a:cubicBezTo>
                  <a:pt x="17480" y="416326"/>
                  <a:pt x="14545" y="410453"/>
                  <a:pt x="11962" y="404424"/>
                </a:cubicBezTo>
                <a:cubicBezTo>
                  <a:pt x="11135" y="402403"/>
                  <a:pt x="10197" y="400350"/>
                  <a:pt x="9499" y="398273"/>
                </a:cubicBezTo>
                <a:cubicBezTo>
                  <a:pt x="8775" y="396183"/>
                  <a:pt x="8114" y="394097"/>
                  <a:pt x="7429" y="391997"/>
                </a:cubicBezTo>
                <a:cubicBezTo>
                  <a:pt x="21313" y="397698"/>
                  <a:pt x="35618" y="404284"/>
                  <a:pt x="48005" y="414973"/>
                </a:cubicBezTo>
                <a:cubicBezTo>
                  <a:pt x="54376" y="420260"/>
                  <a:pt x="60678" y="426503"/>
                  <a:pt x="66344" y="434181"/>
                </a:cubicBezTo>
                <a:cubicBezTo>
                  <a:pt x="67972" y="436375"/>
                  <a:pt x="69706" y="438663"/>
                  <a:pt x="71409" y="441061"/>
                </a:cubicBezTo>
                <a:lnTo>
                  <a:pt x="71338" y="440795"/>
                </a:lnTo>
                <a:cubicBezTo>
                  <a:pt x="70568" y="438228"/>
                  <a:pt x="69623" y="435688"/>
                  <a:pt x="69006" y="433080"/>
                </a:cubicBezTo>
                <a:lnTo>
                  <a:pt x="64915" y="417436"/>
                </a:lnTo>
                <a:lnTo>
                  <a:pt x="63927" y="413520"/>
                </a:lnTo>
                <a:cubicBezTo>
                  <a:pt x="63581" y="412227"/>
                  <a:pt x="63349" y="410902"/>
                  <a:pt x="63078" y="409588"/>
                </a:cubicBezTo>
                <a:lnTo>
                  <a:pt x="61444" y="401666"/>
                </a:lnTo>
                <a:cubicBezTo>
                  <a:pt x="60101" y="395358"/>
                  <a:pt x="58982" y="389052"/>
                  <a:pt x="57939" y="382725"/>
                </a:cubicBezTo>
                <a:cubicBezTo>
                  <a:pt x="49489" y="379646"/>
                  <a:pt x="42081" y="375820"/>
                  <a:pt x="35682" y="371194"/>
                </a:cubicBezTo>
                <a:cubicBezTo>
                  <a:pt x="25066" y="363238"/>
                  <a:pt x="16558" y="352805"/>
                  <a:pt x="10901" y="340805"/>
                </a:cubicBezTo>
                <a:cubicBezTo>
                  <a:pt x="8134" y="334941"/>
                  <a:pt x="5833" y="328870"/>
                  <a:pt x="4017" y="322646"/>
                </a:cubicBezTo>
                <a:cubicBezTo>
                  <a:pt x="2432" y="316309"/>
                  <a:pt x="1105" y="309910"/>
                  <a:pt x="39" y="303464"/>
                </a:cubicBezTo>
                <a:cubicBezTo>
                  <a:pt x="6654" y="307322"/>
                  <a:pt x="13016" y="311597"/>
                  <a:pt x="19088" y="316263"/>
                </a:cubicBezTo>
                <a:cubicBezTo>
                  <a:pt x="25302" y="321206"/>
                  <a:pt x="31074" y="326679"/>
                  <a:pt x="36338" y="332623"/>
                </a:cubicBezTo>
                <a:cubicBezTo>
                  <a:pt x="39019" y="335779"/>
                  <a:pt x="41588" y="339127"/>
                  <a:pt x="43962" y="342814"/>
                </a:cubicBezTo>
                <a:lnTo>
                  <a:pt x="47578" y="348472"/>
                </a:lnTo>
                <a:cubicBezTo>
                  <a:pt x="50528" y="353294"/>
                  <a:pt x="53100" y="358339"/>
                  <a:pt x="55271" y="363559"/>
                </a:cubicBezTo>
                <a:cubicBezTo>
                  <a:pt x="52916" y="343390"/>
                  <a:pt x="51775" y="323099"/>
                  <a:pt x="51855" y="302793"/>
                </a:cubicBezTo>
                <a:cubicBezTo>
                  <a:pt x="48495" y="300982"/>
                  <a:pt x="45315" y="299081"/>
                  <a:pt x="42442" y="297037"/>
                </a:cubicBezTo>
                <a:cubicBezTo>
                  <a:pt x="38351" y="294096"/>
                  <a:pt x="34696" y="290957"/>
                  <a:pt x="31449" y="287667"/>
                </a:cubicBezTo>
                <a:cubicBezTo>
                  <a:pt x="24945" y="281049"/>
                  <a:pt x="19671" y="273695"/>
                  <a:pt x="16178" y="265985"/>
                </a:cubicBezTo>
                <a:cubicBezTo>
                  <a:pt x="13464" y="260158"/>
                  <a:pt x="11330" y="254078"/>
                  <a:pt x="9805" y="247832"/>
                </a:cubicBezTo>
                <a:cubicBezTo>
                  <a:pt x="9245" y="245740"/>
                  <a:pt x="8933" y="243662"/>
                  <a:pt x="8548" y="241542"/>
                </a:cubicBezTo>
                <a:cubicBezTo>
                  <a:pt x="7144" y="233026"/>
                  <a:pt x="6417" y="224412"/>
                  <a:pt x="6376" y="215780"/>
                </a:cubicBezTo>
                <a:cubicBezTo>
                  <a:pt x="12317" y="220572"/>
                  <a:pt x="17980" y="225700"/>
                  <a:pt x="23337" y="231137"/>
                </a:cubicBezTo>
                <a:cubicBezTo>
                  <a:pt x="28850" y="236800"/>
                  <a:pt x="33714" y="243061"/>
                  <a:pt x="37840" y="249802"/>
                </a:cubicBezTo>
                <a:cubicBezTo>
                  <a:pt x="42603" y="257264"/>
                  <a:pt x="46365" y="265318"/>
                  <a:pt x="49030" y="273760"/>
                </a:cubicBezTo>
                <a:cubicBezTo>
                  <a:pt x="50219" y="277249"/>
                  <a:pt x="51269" y="280783"/>
                  <a:pt x="52176" y="284356"/>
                </a:cubicBezTo>
                <a:lnTo>
                  <a:pt x="52411" y="277319"/>
                </a:lnTo>
                <a:cubicBezTo>
                  <a:pt x="53376" y="258322"/>
                  <a:pt x="55368" y="240110"/>
                  <a:pt x="57974" y="222895"/>
                </a:cubicBezTo>
                <a:cubicBezTo>
                  <a:pt x="50574" y="217272"/>
                  <a:pt x="44486" y="211216"/>
                  <a:pt x="39643" y="204786"/>
                </a:cubicBezTo>
                <a:cubicBezTo>
                  <a:pt x="38246" y="202918"/>
                  <a:pt x="36924" y="201029"/>
                  <a:pt x="35716" y="199109"/>
                </a:cubicBezTo>
                <a:cubicBezTo>
                  <a:pt x="30137" y="189821"/>
                  <a:pt x="26383" y="179554"/>
                  <a:pt x="24654" y="168858"/>
                </a:cubicBezTo>
                <a:cubicBezTo>
                  <a:pt x="24035" y="164665"/>
                  <a:pt x="23639" y="160443"/>
                  <a:pt x="23466" y="156208"/>
                </a:cubicBezTo>
                <a:cubicBezTo>
                  <a:pt x="23285" y="151954"/>
                  <a:pt x="23255" y="147659"/>
                  <a:pt x="23475" y="143380"/>
                </a:cubicBezTo>
                <a:cubicBezTo>
                  <a:pt x="23778" y="139098"/>
                  <a:pt x="24197" y="134824"/>
                  <a:pt x="24731" y="130564"/>
                </a:cubicBezTo>
                <a:cubicBezTo>
                  <a:pt x="29916" y="136067"/>
                  <a:pt x="34904" y="141745"/>
                  <a:pt x="39375" y="147928"/>
                </a:cubicBezTo>
                <a:cubicBezTo>
                  <a:pt x="44138" y="154282"/>
                  <a:pt x="48179" y="161146"/>
                  <a:pt x="51424" y="168393"/>
                </a:cubicBezTo>
                <a:cubicBezTo>
                  <a:pt x="56571" y="180253"/>
                  <a:pt x="59746" y="192874"/>
                  <a:pt x="60824" y="205758"/>
                </a:cubicBezTo>
                <a:cubicBezTo>
                  <a:pt x="64582" y="185178"/>
                  <a:pt x="69371" y="164799"/>
                  <a:pt x="75171" y="144698"/>
                </a:cubicBezTo>
                <a:cubicBezTo>
                  <a:pt x="72296" y="141880"/>
                  <a:pt x="69596" y="139036"/>
                  <a:pt x="67249" y="136137"/>
                </a:cubicBezTo>
                <a:cubicBezTo>
                  <a:pt x="64068" y="132177"/>
                  <a:pt x="61253" y="128139"/>
                  <a:pt x="59074" y="124115"/>
                </a:cubicBezTo>
                <a:cubicBezTo>
                  <a:pt x="54618" y="116011"/>
                  <a:pt x="51798" y="107693"/>
                  <a:pt x="50156" y="99283"/>
                </a:cubicBezTo>
                <a:cubicBezTo>
                  <a:pt x="48701" y="90885"/>
                  <a:pt x="48607" y="82468"/>
                  <a:pt x="49205" y="73969"/>
                </a:cubicBezTo>
                <a:cubicBezTo>
                  <a:pt x="49449" y="69703"/>
                  <a:pt x="50186" y="65529"/>
                  <a:pt x="50937" y="61331"/>
                </a:cubicBezTo>
                <a:cubicBezTo>
                  <a:pt x="51736" y="57161"/>
                  <a:pt x="52650" y="52961"/>
                  <a:pt x="53687" y="48768"/>
                </a:cubicBezTo>
                <a:cubicBezTo>
                  <a:pt x="58186" y="54903"/>
                  <a:pt x="62453" y="61161"/>
                  <a:pt x="66144" y="67860"/>
                </a:cubicBezTo>
              </a:path>
            </a:pathLst>
          </a:custGeom>
          <a:gradFill>
            <a:gsLst>
              <a:gs pos="26000">
                <a:srgbClr val="37A8D3"/>
              </a:gs>
              <a:gs pos="100000">
                <a:srgbClr val="0F46A0"/>
              </a:gs>
            </a:gsLst>
            <a:lin ang="8100000" scaled="0"/>
          </a:gradFill>
          <a:ln>
            <a:noFill/>
          </a:ln>
          <a:effectLst/>
        </p:spPr>
        <p:txBody>
          <a:bodyPr rot="0" spcFirstLastPara="0" vertOverflow="overflow" horzOverflow="overflow" vert="horz" wrap="square" lIns="84125" tIns="42062" rIns="84125" bIns="42062" numCol="1" spcCol="0" rtlCol="0" fromWordArt="0" anchor="t" anchorCtr="0" forceAA="0" compatLnSpc="1">
            <a:noAutofit/>
          </a:bodyPr>
          <a:lstStyle/>
          <a:p>
            <a:pPr marL="0" marR="0" lvl="0" indent="0" algn="ctr" defTabSz="45720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zh-CN" altLang="en-US" sz="10800" b="0" i="0" u="none" strike="noStrike" kern="1200" cap="none" spc="-300" normalizeH="0" baseline="0" noProof="0">
              <a:ln>
                <a:noFill/>
              </a:ln>
              <a:gradFill>
                <a:gsLst>
                  <a:gs pos="6000">
                    <a:srgbClr val="0B9BF6"/>
                  </a:gs>
                  <a:gs pos="92000">
                    <a:srgbClr val="0F46A0"/>
                  </a:gs>
                </a:gsLst>
                <a:lin ang="8100000" scaled="0"/>
              </a:gradFill>
              <a:effectLst>
                <a:outerShdw blurRad="32715" dist="32715" dir="5400000" algn="ctr" rotWithShape="0">
                  <a:srgbClr val="0F46A0">
                    <a:alpha val="20000"/>
                  </a:srgbClr>
                </a:outerShdw>
              </a:effectLst>
              <a:uLnTx/>
              <a:uFillTx/>
              <a:latin typeface="Arial"/>
              <a:ea typeface="汉仪心海行楷W" panose="00020600040101010101" pitchFamily="18" charset="-122"/>
              <a:cs typeface="演示流云楷" panose="02000600000000000000" pitchFamily="2" charset="-122"/>
            </a:endParaRPr>
          </a:p>
        </p:txBody>
      </p:sp>
      <p:sp>
        <p:nvSpPr>
          <p:cNvPr id="87" name="图形 21">
            <a:extLst>
              <a:ext uri="{FF2B5EF4-FFF2-40B4-BE49-F238E27FC236}">
                <a16:creationId xmlns:a16="http://schemas.microsoft.com/office/drawing/2014/main" id="{3F896A0F-A692-5656-AA3A-3ED4FF38CFB8}"/>
              </a:ext>
            </a:extLst>
          </p:cNvPr>
          <p:cNvSpPr/>
          <p:nvPr/>
        </p:nvSpPr>
        <p:spPr>
          <a:xfrm>
            <a:off x="3346621" y="5788364"/>
            <a:ext cx="234315" cy="483235"/>
          </a:xfrm>
          <a:custGeom>
            <a:avLst/>
            <a:gdLst>
              <a:gd name="connsiteX0" fmla="*/ 66144 w 293498"/>
              <a:gd name="connsiteY0" fmla="*/ 67860 h 689544"/>
              <a:gd name="connsiteX1" fmla="*/ 71197 w 293498"/>
              <a:gd name="connsiteY1" fmla="*/ 78271 h 689544"/>
              <a:gd name="connsiteX2" fmla="*/ 78336 w 293498"/>
              <a:gd name="connsiteY2" fmla="*/ 101948 h 689544"/>
              <a:gd name="connsiteX3" fmla="*/ 79212 w 293498"/>
              <a:gd name="connsiteY3" fmla="*/ 108565 h 689544"/>
              <a:gd name="connsiteX4" fmla="*/ 79909 w 293498"/>
              <a:gd name="connsiteY4" fmla="*/ 128972 h 689544"/>
              <a:gd name="connsiteX5" fmla="*/ 90184 w 293498"/>
              <a:gd name="connsiteY5" fmla="*/ 99364 h 689544"/>
              <a:gd name="connsiteX6" fmla="*/ 93687 w 293498"/>
              <a:gd name="connsiteY6" fmla="*/ 90066 h 689544"/>
              <a:gd name="connsiteX7" fmla="*/ 93500 w 293498"/>
              <a:gd name="connsiteY7" fmla="*/ 87160 h 689544"/>
              <a:gd name="connsiteX8" fmla="*/ 95561 w 293498"/>
              <a:gd name="connsiteY8" fmla="*/ 62812 h 689544"/>
              <a:gd name="connsiteX9" fmla="*/ 99658 w 293498"/>
              <a:gd name="connsiteY9" fmla="*/ 48807 h 689544"/>
              <a:gd name="connsiteX10" fmla="*/ 105321 w 293498"/>
              <a:gd name="connsiteY10" fmla="*/ 36381 h 689544"/>
              <a:gd name="connsiteX11" fmla="*/ 120748 w 293498"/>
              <a:gd name="connsiteY11" fmla="*/ 15955 h 689544"/>
              <a:gd name="connsiteX12" fmla="*/ 139586 w 293498"/>
              <a:gd name="connsiteY12" fmla="*/ 39 h 689544"/>
              <a:gd name="connsiteX13" fmla="*/ 136265 w 293498"/>
              <a:gd name="connsiteY13" fmla="*/ 24174 h 689544"/>
              <a:gd name="connsiteX14" fmla="*/ 129270 w 293498"/>
              <a:gd name="connsiteY14" fmla="*/ 47989 h 689544"/>
              <a:gd name="connsiteX15" fmla="*/ 123655 w 293498"/>
              <a:gd name="connsiteY15" fmla="*/ 59831 h 689544"/>
              <a:gd name="connsiteX16" fmla="*/ 116043 w 293498"/>
              <a:gd name="connsiteY16" fmla="*/ 71679 h 689544"/>
              <a:gd name="connsiteX17" fmla="*/ 106381 w 293498"/>
              <a:gd name="connsiteY17" fmla="*/ 83790 h 689544"/>
              <a:gd name="connsiteX18" fmla="*/ 100535 w 293498"/>
              <a:gd name="connsiteY18" fmla="*/ 89903 h 689544"/>
              <a:gd name="connsiteX19" fmla="*/ 98571 w 293498"/>
              <a:gd name="connsiteY19" fmla="*/ 91856 h 689544"/>
              <a:gd name="connsiteX20" fmla="*/ 95168 w 293498"/>
              <a:gd name="connsiteY20" fmla="*/ 101149 h 689544"/>
              <a:gd name="connsiteX21" fmla="*/ 85198 w 293498"/>
              <a:gd name="connsiteY21" fmla="*/ 130675 h 689544"/>
              <a:gd name="connsiteX22" fmla="*/ 97685 w 293498"/>
              <a:gd name="connsiteY22" fmla="*/ 114952 h 689544"/>
              <a:gd name="connsiteX23" fmla="*/ 122944 w 293498"/>
              <a:gd name="connsiteY23" fmla="*/ 98498 h 689544"/>
              <a:gd name="connsiteX24" fmla="*/ 133675 w 293498"/>
              <a:gd name="connsiteY24" fmla="*/ 95174 h 689544"/>
              <a:gd name="connsiteX25" fmla="*/ 155299 w 293498"/>
              <a:gd name="connsiteY25" fmla="*/ 92092 h 689544"/>
              <a:gd name="connsiteX26" fmla="*/ 149117 w 293498"/>
              <a:gd name="connsiteY26" fmla="*/ 101130 h 689544"/>
              <a:gd name="connsiteX27" fmla="*/ 142359 w 293498"/>
              <a:gd name="connsiteY27" fmla="*/ 109772 h 689544"/>
              <a:gd name="connsiteX28" fmla="*/ 126309 w 293498"/>
              <a:gd name="connsiteY28" fmla="*/ 125593 h 689544"/>
              <a:gd name="connsiteX29" fmla="*/ 105074 w 293498"/>
              <a:gd name="connsiteY29" fmla="*/ 138420 h 689544"/>
              <a:gd name="connsiteX30" fmla="*/ 91847 w 293498"/>
              <a:gd name="connsiteY30" fmla="*/ 143391 h 689544"/>
              <a:gd name="connsiteX31" fmla="*/ 80640 w 293498"/>
              <a:gd name="connsiteY31" fmla="*/ 146312 h 689544"/>
              <a:gd name="connsiteX32" fmla="*/ 67065 w 293498"/>
              <a:gd name="connsiteY32" fmla="*/ 206370 h 689544"/>
              <a:gd name="connsiteX33" fmla="*/ 80993 w 293498"/>
              <a:gd name="connsiteY33" fmla="*/ 185754 h 689544"/>
              <a:gd name="connsiteX34" fmla="*/ 90099 w 293498"/>
              <a:gd name="connsiteY34" fmla="*/ 177503 h 689544"/>
              <a:gd name="connsiteX35" fmla="*/ 109789 w 293498"/>
              <a:gd name="connsiteY35" fmla="*/ 166518 h 689544"/>
              <a:gd name="connsiteX36" fmla="*/ 130996 w 293498"/>
              <a:gd name="connsiteY36" fmla="*/ 160815 h 689544"/>
              <a:gd name="connsiteX37" fmla="*/ 125875 w 293498"/>
              <a:gd name="connsiteY37" fmla="*/ 170466 h 689544"/>
              <a:gd name="connsiteX38" fmla="*/ 120415 w 293498"/>
              <a:gd name="connsiteY38" fmla="*/ 179922 h 689544"/>
              <a:gd name="connsiteX39" fmla="*/ 113969 w 293498"/>
              <a:gd name="connsiteY39" fmla="*/ 188969 h 689544"/>
              <a:gd name="connsiteX40" fmla="*/ 106565 w 293498"/>
              <a:gd name="connsiteY40" fmla="*/ 197560 h 689544"/>
              <a:gd name="connsiteX41" fmla="*/ 92569 w 293498"/>
              <a:gd name="connsiteY41" fmla="*/ 209323 h 689544"/>
              <a:gd name="connsiteX42" fmla="*/ 87160 w 293498"/>
              <a:gd name="connsiteY42" fmla="*/ 212955 h 689544"/>
              <a:gd name="connsiteX43" fmla="*/ 64296 w 293498"/>
              <a:gd name="connsiteY43" fmla="*/ 223811 h 689544"/>
              <a:gd name="connsiteX44" fmla="*/ 59282 w 293498"/>
              <a:gd name="connsiteY44" fmla="*/ 277395 h 689544"/>
              <a:gd name="connsiteX45" fmla="*/ 59102 w 293498"/>
              <a:gd name="connsiteY45" fmla="*/ 284560 h 689544"/>
              <a:gd name="connsiteX46" fmla="*/ 62912 w 293498"/>
              <a:gd name="connsiteY46" fmla="*/ 274505 h 689544"/>
              <a:gd name="connsiteX47" fmla="*/ 77399 w 293498"/>
              <a:gd name="connsiteY47" fmla="*/ 253537 h 689544"/>
              <a:gd name="connsiteX48" fmla="*/ 95628 w 293498"/>
              <a:gd name="connsiteY48" fmla="*/ 240068 h 689544"/>
              <a:gd name="connsiteX49" fmla="*/ 115700 w 293498"/>
              <a:gd name="connsiteY49" fmla="*/ 231652 h 689544"/>
              <a:gd name="connsiteX50" fmla="*/ 112083 w 293498"/>
              <a:gd name="connsiteY50" fmla="*/ 241817 h 689544"/>
              <a:gd name="connsiteX51" fmla="*/ 107837 w 293498"/>
              <a:gd name="connsiteY51" fmla="*/ 251845 h 689544"/>
              <a:gd name="connsiteX52" fmla="*/ 105359 w 293498"/>
              <a:gd name="connsiteY52" fmla="*/ 256750 h 689544"/>
              <a:gd name="connsiteX53" fmla="*/ 96588 w 293498"/>
              <a:gd name="connsiteY53" fmla="*/ 271048 h 689544"/>
              <a:gd name="connsiteX54" fmla="*/ 68073 w 293498"/>
              <a:gd name="connsiteY54" fmla="*/ 297265 h 689544"/>
              <a:gd name="connsiteX55" fmla="*/ 58855 w 293498"/>
              <a:gd name="connsiteY55" fmla="*/ 302814 h 689544"/>
              <a:gd name="connsiteX56" fmla="*/ 58918 w 293498"/>
              <a:gd name="connsiteY56" fmla="*/ 307161 h 689544"/>
              <a:gd name="connsiteX57" fmla="*/ 59255 w 293498"/>
              <a:gd name="connsiteY57" fmla="*/ 322343 h 689544"/>
              <a:gd name="connsiteX58" fmla="*/ 60254 w 293498"/>
              <a:gd name="connsiteY58" fmla="*/ 337714 h 689544"/>
              <a:gd name="connsiteX59" fmla="*/ 60814 w 293498"/>
              <a:gd name="connsiteY59" fmla="*/ 345435 h 689544"/>
              <a:gd name="connsiteX60" fmla="*/ 61699 w 293498"/>
              <a:gd name="connsiteY60" fmla="*/ 353150 h 689544"/>
              <a:gd name="connsiteX61" fmla="*/ 62756 w 293498"/>
              <a:gd name="connsiteY61" fmla="*/ 362348 h 689544"/>
              <a:gd name="connsiteX62" fmla="*/ 67051 w 293498"/>
              <a:gd name="connsiteY62" fmla="*/ 346721 h 689544"/>
              <a:gd name="connsiteX63" fmla="*/ 68256 w 293498"/>
              <a:gd name="connsiteY63" fmla="*/ 343685 h 689544"/>
              <a:gd name="connsiteX64" fmla="*/ 69631 w 293498"/>
              <a:gd name="connsiteY64" fmla="*/ 340748 h 689544"/>
              <a:gd name="connsiteX65" fmla="*/ 83408 w 293498"/>
              <a:gd name="connsiteY65" fmla="*/ 321621 h 689544"/>
              <a:gd name="connsiteX66" fmla="*/ 91890 w 293498"/>
              <a:gd name="connsiteY66" fmla="*/ 314394 h 689544"/>
              <a:gd name="connsiteX67" fmla="*/ 110545 w 293498"/>
              <a:gd name="connsiteY67" fmla="*/ 303196 h 689544"/>
              <a:gd name="connsiteX68" fmla="*/ 107082 w 293498"/>
              <a:gd name="connsiteY68" fmla="*/ 318887 h 689544"/>
              <a:gd name="connsiteX69" fmla="*/ 105722 w 293498"/>
              <a:gd name="connsiteY69" fmla="*/ 324084 h 689544"/>
              <a:gd name="connsiteX70" fmla="*/ 102221 w 293498"/>
              <a:gd name="connsiteY70" fmla="*/ 334381 h 689544"/>
              <a:gd name="connsiteX71" fmla="*/ 97516 w 293498"/>
              <a:gd name="connsiteY71" fmla="*/ 344593 h 689544"/>
              <a:gd name="connsiteX72" fmla="*/ 83450 w 293498"/>
              <a:gd name="connsiteY72" fmla="*/ 364776 h 689544"/>
              <a:gd name="connsiteX73" fmla="*/ 65639 w 293498"/>
              <a:gd name="connsiteY73" fmla="*/ 381477 h 689544"/>
              <a:gd name="connsiteX74" fmla="*/ 69161 w 293498"/>
              <a:gd name="connsiteY74" fmla="*/ 399721 h 689544"/>
              <a:gd name="connsiteX75" fmla="*/ 79315 w 293498"/>
              <a:gd name="connsiteY75" fmla="*/ 438454 h 689544"/>
              <a:gd name="connsiteX76" fmla="*/ 79728 w 293498"/>
              <a:gd name="connsiteY76" fmla="*/ 430330 h 689544"/>
              <a:gd name="connsiteX77" fmla="*/ 86718 w 293498"/>
              <a:gd name="connsiteY77" fmla="*/ 405966 h 689544"/>
              <a:gd name="connsiteX78" fmla="*/ 116384 w 293498"/>
              <a:gd name="connsiteY78" fmla="*/ 373692 h 689544"/>
              <a:gd name="connsiteX79" fmla="*/ 116129 w 293498"/>
              <a:gd name="connsiteY79" fmla="*/ 378979 h 689544"/>
              <a:gd name="connsiteX80" fmla="*/ 115964 w 293498"/>
              <a:gd name="connsiteY80" fmla="*/ 384224 h 689544"/>
              <a:gd name="connsiteX81" fmla="*/ 114186 w 293498"/>
              <a:gd name="connsiteY81" fmla="*/ 400115 h 689544"/>
              <a:gd name="connsiteX82" fmla="*/ 113282 w 293498"/>
              <a:gd name="connsiteY82" fmla="*/ 405414 h 689544"/>
              <a:gd name="connsiteX83" fmla="*/ 110429 w 293498"/>
              <a:gd name="connsiteY83" fmla="*/ 416149 h 689544"/>
              <a:gd name="connsiteX84" fmla="*/ 92127 w 293498"/>
              <a:gd name="connsiteY84" fmla="*/ 449967 h 689544"/>
              <a:gd name="connsiteX85" fmla="*/ 85853 w 293498"/>
              <a:gd name="connsiteY85" fmla="*/ 457602 h 689544"/>
              <a:gd name="connsiteX86" fmla="*/ 109599 w 293498"/>
              <a:gd name="connsiteY86" fmla="*/ 510229 h 689544"/>
              <a:gd name="connsiteX87" fmla="*/ 108358 w 293498"/>
              <a:gd name="connsiteY87" fmla="*/ 496390 h 689544"/>
              <a:gd name="connsiteX88" fmla="*/ 108608 w 293498"/>
              <a:gd name="connsiteY88" fmla="*/ 489941 h 689544"/>
              <a:gd name="connsiteX89" fmla="*/ 114782 w 293498"/>
              <a:gd name="connsiteY89" fmla="*/ 467325 h 689544"/>
              <a:gd name="connsiteX90" fmla="*/ 120253 w 293498"/>
              <a:gd name="connsiteY90" fmla="*/ 457682 h 689544"/>
              <a:gd name="connsiteX91" fmla="*/ 134018 w 293498"/>
              <a:gd name="connsiteY91" fmla="*/ 441026 h 689544"/>
              <a:gd name="connsiteX92" fmla="*/ 136008 w 293498"/>
              <a:gd name="connsiteY92" fmla="*/ 456520 h 689544"/>
              <a:gd name="connsiteX93" fmla="*/ 136545 w 293498"/>
              <a:gd name="connsiteY93" fmla="*/ 461718 h 689544"/>
              <a:gd name="connsiteX94" fmla="*/ 136463 w 293498"/>
              <a:gd name="connsiteY94" fmla="*/ 477848 h 689544"/>
              <a:gd name="connsiteX95" fmla="*/ 135982 w 293498"/>
              <a:gd name="connsiteY95" fmla="*/ 483360 h 689544"/>
              <a:gd name="connsiteX96" fmla="*/ 130170 w 293498"/>
              <a:gd name="connsiteY96" fmla="*/ 507021 h 689544"/>
              <a:gd name="connsiteX97" fmla="*/ 120186 w 293498"/>
              <a:gd name="connsiteY97" fmla="*/ 528435 h 689544"/>
              <a:gd name="connsiteX98" fmla="*/ 153536 w 293498"/>
              <a:gd name="connsiteY98" fmla="*/ 574288 h 689544"/>
              <a:gd name="connsiteX99" fmla="*/ 151550 w 293498"/>
              <a:gd name="connsiteY99" fmla="*/ 568703 h 689544"/>
              <a:gd name="connsiteX100" fmla="*/ 148525 w 293498"/>
              <a:gd name="connsiteY100" fmla="*/ 543638 h 689544"/>
              <a:gd name="connsiteX101" fmla="*/ 153700 w 293498"/>
              <a:gd name="connsiteY101" fmla="*/ 521861 h 689544"/>
              <a:gd name="connsiteX102" fmla="*/ 158242 w 293498"/>
              <a:gd name="connsiteY102" fmla="*/ 512101 h 689544"/>
              <a:gd name="connsiteX103" fmla="*/ 163891 w 293498"/>
              <a:gd name="connsiteY103" fmla="*/ 502818 h 689544"/>
              <a:gd name="connsiteX104" fmla="*/ 174281 w 293498"/>
              <a:gd name="connsiteY104" fmla="*/ 543649 h 689544"/>
              <a:gd name="connsiteX105" fmla="*/ 173485 w 293498"/>
              <a:gd name="connsiteY105" fmla="*/ 567923 h 689544"/>
              <a:gd name="connsiteX106" fmla="*/ 170666 w 293498"/>
              <a:gd name="connsiteY106" fmla="*/ 581830 h 689544"/>
              <a:gd name="connsiteX107" fmla="*/ 168612 w 293498"/>
              <a:gd name="connsiteY107" fmla="*/ 589231 h 689544"/>
              <a:gd name="connsiteX108" fmla="*/ 168129 w 293498"/>
              <a:gd name="connsiteY108" fmla="*/ 590625 h 689544"/>
              <a:gd name="connsiteX109" fmla="*/ 182651 w 293498"/>
              <a:gd name="connsiteY109" fmla="*/ 605249 h 689544"/>
              <a:gd name="connsiteX110" fmla="*/ 201172 w 293498"/>
              <a:gd name="connsiteY110" fmla="*/ 621635 h 689544"/>
              <a:gd name="connsiteX111" fmla="*/ 209800 w 293498"/>
              <a:gd name="connsiteY111" fmla="*/ 628417 h 689544"/>
              <a:gd name="connsiteX112" fmla="*/ 207073 w 293498"/>
              <a:gd name="connsiteY112" fmla="*/ 623948 h 689544"/>
              <a:gd name="connsiteX113" fmla="*/ 204004 w 293498"/>
              <a:gd name="connsiteY113" fmla="*/ 617899 h 689544"/>
              <a:gd name="connsiteX114" fmla="*/ 201751 w 293498"/>
              <a:gd name="connsiteY114" fmla="*/ 611773 h 689544"/>
              <a:gd name="connsiteX115" fmla="*/ 198295 w 293498"/>
              <a:gd name="connsiteY115" fmla="*/ 588680 h 689544"/>
              <a:gd name="connsiteX116" fmla="*/ 199533 w 293498"/>
              <a:gd name="connsiteY116" fmla="*/ 577623 h 689544"/>
              <a:gd name="connsiteX117" fmla="*/ 205529 w 293498"/>
              <a:gd name="connsiteY117" fmla="*/ 556930 h 689544"/>
              <a:gd name="connsiteX118" fmla="*/ 210970 w 293498"/>
              <a:gd name="connsiteY118" fmla="*/ 565668 h 689544"/>
              <a:gd name="connsiteX119" fmla="*/ 215974 w 293498"/>
              <a:gd name="connsiteY119" fmla="*/ 574829 h 689544"/>
              <a:gd name="connsiteX120" fmla="*/ 224124 w 293498"/>
              <a:gd name="connsiteY120" fmla="*/ 594972 h 689544"/>
              <a:gd name="connsiteX121" fmla="*/ 228349 w 293498"/>
              <a:gd name="connsiteY121" fmla="*/ 618961 h 689544"/>
              <a:gd name="connsiteX122" fmla="*/ 227729 w 293498"/>
              <a:gd name="connsiteY122" fmla="*/ 641760 h 689544"/>
              <a:gd name="connsiteX123" fmla="*/ 236092 w 293498"/>
              <a:gd name="connsiteY123" fmla="*/ 647553 h 689544"/>
              <a:gd name="connsiteX124" fmla="*/ 240032 w 293498"/>
              <a:gd name="connsiteY124" fmla="*/ 650311 h 689544"/>
              <a:gd name="connsiteX125" fmla="*/ 244077 w 293498"/>
              <a:gd name="connsiteY125" fmla="*/ 652775 h 689544"/>
              <a:gd name="connsiteX126" fmla="*/ 251781 w 293498"/>
              <a:gd name="connsiteY126" fmla="*/ 657480 h 689544"/>
              <a:gd name="connsiteX127" fmla="*/ 258945 w 293498"/>
              <a:gd name="connsiteY127" fmla="*/ 661841 h 689544"/>
              <a:gd name="connsiteX128" fmla="*/ 260629 w 293498"/>
              <a:gd name="connsiteY128" fmla="*/ 662878 h 689544"/>
              <a:gd name="connsiteX129" fmla="*/ 261522 w 293498"/>
              <a:gd name="connsiteY129" fmla="*/ 663393 h 689544"/>
              <a:gd name="connsiteX130" fmla="*/ 261822 w 293498"/>
              <a:gd name="connsiteY130" fmla="*/ 663598 h 689544"/>
              <a:gd name="connsiteX131" fmla="*/ 262208 w 293498"/>
              <a:gd name="connsiteY131" fmla="*/ 663821 h 689544"/>
              <a:gd name="connsiteX132" fmla="*/ 265430 w 293498"/>
              <a:gd name="connsiteY132" fmla="*/ 665649 h 689544"/>
              <a:gd name="connsiteX133" fmla="*/ 292154 w 293498"/>
              <a:gd name="connsiteY133" fmla="*/ 679470 h 689544"/>
              <a:gd name="connsiteX134" fmla="*/ 293818 w 293498"/>
              <a:gd name="connsiteY134" fmla="*/ 683551 h 689544"/>
              <a:gd name="connsiteX135" fmla="*/ 291607 w 293498"/>
              <a:gd name="connsiteY135" fmla="*/ 688160 h 689544"/>
              <a:gd name="connsiteX136" fmla="*/ 287338 w 293498"/>
              <a:gd name="connsiteY136" fmla="*/ 689427 h 689544"/>
              <a:gd name="connsiteX137" fmla="*/ 260254 w 293498"/>
              <a:gd name="connsiteY137" fmla="*/ 675172 h 689544"/>
              <a:gd name="connsiteX138" fmla="*/ 256008 w 293498"/>
              <a:gd name="connsiteY138" fmla="*/ 672721 h 689544"/>
              <a:gd name="connsiteX139" fmla="*/ 255153 w 293498"/>
              <a:gd name="connsiteY139" fmla="*/ 672195 h 689544"/>
              <a:gd name="connsiteX140" fmla="*/ 253493 w 293498"/>
              <a:gd name="connsiteY140" fmla="*/ 671172 h 689544"/>
              <a:gd name="connsiteX141" fmla="*/ 246396 w 293498"/>
              <a:gd name="connsiteY141" fmla="*/ 666753 h 689544"/>
              <a:gd name="connsiteX142" fmla="*/ 238720 w 293498"/>
              <a:gd name="connsiteY142" fmla="*/ 661999 h 689544"/>
              <a:gd name="connsiteX143" fmla="*/ 234702 w 293498"/>
              <a:gd name="connsiteY143" fmla="*/ 659487 h 689544"/>
              <a:gd name="connsiteX144" fmla="*/ 230655 w 293498"/>
              <a:gd name="connsiteY144" fmla="*/ 656636 h 689544"/>
              <a:gd name="connsiteX145" fmla="*/ 221759 w 293498"/>
              <a:gd name="connsiteY145" fmla="*/ 650374 h 689544"/>
              <a:gd name="connsiteX146" fmla="*/ 213442 w 293498"/>
              <a:gd name="connsiteY146" fmla="*/ 653806 h 689544"/>
              <a:gd name="connsiteX147" fmla="*/ 199216 w 293498"/>
              <a:gd name="connsiteY147" fmla="*/ 657332 h 689544"/>
              <a:gd name="connsiteX148" fmla="*/ 172399 w 293498"/>
              <a:gd name="connsiteY148" fmla="*/ 656708 h 689544"/>
              <a:gd name="connsiteX149" fmla="*/ 147806 w 293498"/>
              <a:gd name="connsiteY149" fmla="*/ 647720 h 689544"/>
              <a:gd name="connsiteX150" fmla="*/ 136373 w 293498"/>
              <a:gd name="connsiteY150" fmla="*/ 640894 h 689544"/>
              <a:gd name="connsiteX151" fmla="*/ 125414 w 293498"/>
              <a:gd name="connsiteY151" fmla="*/ 633023 h 689544"/>
              <a:gd name="connsiteX152" fmla="*/ 148295 w 293498"/>
              <a:gd name="connsiteY152" fmla="*/ 629380 h 689544"/>
              <a:gd name="connsiteX153" fmla="*/ 159968 w 293498"/>
              <a:gd name="connsiteY153" fmla="*/ 628883 h 689544"/>
              <a:gd name="connsiteX154" fmla="*/ 184908 w 293498"/>
              <a:gd name="connsiteY154" fmla="*/ 631253 h 689544"/>
              <a:gd name="connsiteX155" fmla="*/ 191438 w 293498"/>
              <a:gd name="connsiteY155" fmla="*/ 632868 h 689544"/>
              <a:gd name="connsiteX156" fmla="*/ 198277 w 293498"/>
              <a:gd name="connsiteY156" fmla="*/ 634726 h 689544"/>
              <a:gd name="connsiteX157" fmla="*/ 203389 w 293498"/>
              <a:gd name="connsiteY157" fmla="*/ 636456 h 689544"/>
              <a:gd name="connsiteX158" fmla="*/ 194910 w 293498"/>
              <a:gd name="connsiteY158" fmla="*/ 629694 h 689544"/>
              <a:gd name="connsiteX159" fmla="*/ 176073 w 293498"/>
              <a:gd name="connsiteY159" fmla="*/ 612741 h 689544"/>
              <a:gd name="connsiteX160" fmla="*/ 161020 w 293498"/>
              <a:gd name="connsiteY160" fmla="*/ 597424 h 689544"/>
              <a:gd name="connsiteX161" fmla="*/ 159498 w 293498"/>
              <a:gd name="connsiteY161" fmla="*/ 597832 h 689544"/>
              <a:gd name="connsiteX162" fmla="*/ 137320 w 293498"/>
              <a:gd name="connsiteY162" fmla="*/ 599758 h 689544"/>
              <a:gd name="connsiteX163" fmla="*/ 111107 w 293498"/>
              <a:gd name="connsiteY163" fmla="*/ 593630 h 689544"/>
              <a:gd name="connsiteX164" fmla="*/ 69816 w 293498"/>
              <a:gd name="connsiteY164" fmla="*/ 560752 h 689544"/>
              <a:gd name="connsiteX165" fmla="*/ 81239 w 293498"/>
              <a:gd name="connsiteY165" fmla="*/ 561076 h 689544"/>
              <a:gd name="connsiteX166" fmla="*/ 92916 w 293498"/>
              <a:gd name="connsiteY166" fmla="*/ 561963 h 689544"/>
              <a:gd name="connsiteX167" fmla="*/ 116295 w 293498"/>
              <a:gd name="connsiteY167" fmla="*/ 566874 h 689544"/>
              <a:gd name="connsiteX168" fmla="*/ 140738 w 293498"/>
              <a:gd name="connsiteY168" fmla="*/ 577513 h 689544"/>
              <a:gd name="connsiteX169" fmla="*/ 146383 w 293498"/>
              <a:gd name="connsiteY169" fmla="*/ 580772 h 689544"/>
              <a:gd name="connsiteX170" fmla="*/ 112398 w 293498"/>
              <a:gd name="connsiteY170" fmla="*/ 533233 h 689544"/>
              <a:gd name="connsiteX171" fmla="*/ 88167 w 293498"/>
              <a:gd name="connsiteY171" fmla="*/ 530694 h 689544"/>
              <a:gd name="connsiteX172" fmla="*/ 63854 w 293498"/>
              <a:gd name="connsiteY172" fmla="*/ 519326 h 689544"/>
              <a:gd name="connsiteX173" fmla="*/ 53786 w 293498"/>
              <a:gd name="connsiteY173" fmla="*/ 510972 h 689544"/>
              <a:gd name="connsiteX174" fmla="*/ 40754 w 293498"/>
              <a:gd name="connsiteY174" fmla="*/ 496051 h 689544"/>
              <a:gd name="connsiteX175" fmla="*/ 30224 w 293498"/>
              <a:gd name="connsiteY175" fmla="*/ 478971 h 689544"/>
              <a:gd name="connsiteX176" fmla="*/ 63547 w 293498"/>
              <a:gd name="connsiteY176" fmla="*/ 488883 h 689544"/>
              <a:gd name="connsiteX177" fmla="*/ 85380 w 293498"/>
              <a:gd name="connsiteY177" fmla="*/ 501038 h 689544"/>
              <a:gd name="connsiteX178" fmla="*/ 90841 w 293498"/>
              <a:gd name="connsiteY178" fmla="*/ 505059 h 689544"/>
              <a:gd name="connsiteX179" fmla="*/ 101750 w 293498"/>
              <a:gd name="connsiteY179" fmla="*/ 514574 h 689544"/>
              <a:gd name="connsiteX180" fmla="*/ 101696 w 293498"/>
              <a:gd name="connsiteY180" fmla="*/ 514446 h 689544"/>
              <a:gd name="connsiteX181" fmla="*/ 98096 w 293498"/>
              <a:gd name="connsiteY181" fmla="*/ 507480 h 689544"/>
              <a:gd name="connsiteX182" fmla="*/ 94500 w 293498"/>
              <a:gd name="connsiteY182" fmla="*/ 500450 h 689544"/>
              <a:gd name="connsiteX183" fmla="*/ 91187 w 293498"/>
              <a:gd name="connsiteY183" fmla="*/ 493263 h 689544"/>
              <a:gd name="connsiteX184" fmla="*/ 84736 w 293498"/>
              <a:gd name="connsiteY184" fmla="*/ 478700 h 689544"/>
              <a:gd name="connsiteX185" fmla="*/ 79023 w 293498"/>
              <a:gd name="connsiteY185" fmla="*/ 463694 h 689544"/>
              <a:gd name="connsiteX186" fmla="*/ 77872 w 293498"/>
              <a:gd name="connsiteY186" fmla="*/ 460617 h 689544"/>
              <a:gd name="connsiteX187" fmla="*/ 54381 w 293498"/>
              <a:gd name="connsiteY187" fmla="*/ 453230 h 689544"/>
              <a:gd name="connsiteX188" fmla="*/ 32741 w 293498"/>
              <a:gd name="connsiteY188" fmla="*/ 437455 h 689544"/>
              <a:gd name="connsiteX189" fmla="*/ 24408 w 293498"/>
              <a:gd name="connsiteY189" fmla="*/ 427434 h 689544"/>
              <a:gd name="connsiteX190" fmla="*/ 20753 w 293498"/>
              <a:gd name="connsiteY190" fmla="*/ 422011 h 689544"/>
              <a:gd name="connsiteX191" fmla="*/ 11962 w 293498"/>
              <a:gd name="connsiteY191" fmla="*/ 404424 h 689544"/>
              <a:gd name="connsiteX192" fmla="*/ 9499 w 293498"/>
              <a:gd name="connsiteY192" fmla="*/ 398273 h 689544"/>
              <a:gd name="connsiteX193" fmla="*/ 7429 w 293498"/>
              <a:gd name="connsiteY193" fmla="*/ 391997 h 689544"/>
              <a:gd name="connsiteX194" fmla="*/ 48005 w 293498"/>
              <a:gd name="connsiteY194" fmla="*/ 414973 h 689544"/>
              <a:gd name="connsiteX195" fmla="*/ 66344 w 293498"/>
              <a:gd name="connsiteY195" fmla="*/ 434181 h 689544"/>
              <a:gd name="connsiteX196" fmla="*/ 71409 w 293498"/>
              <a:gd name="connsiteY196" fmla="*/ 441061 h 689544"/>
              <a:gd name="connsiteX197" fmla="*/ 71338 w 293498"/>
              <a:gd name="connsiteY197" fmla="*/ 440795 h 689544"/>
              <a:gd name="connsiteX198" fmla="*/ 69006 w 293498"/>
              <a:gd name="connsiteY198" fmla="*/ 433080 h 689544"/>
              <a:gd name="connsiteX199" fmla="*/ 64915 w 293498"/>
              <a:gd name="connsiteY199" fmla="*/ 417436 h 689544"/>
              <a:gd name="connsiteX200" fmla="*/ 63927 w 293498"/>
              <a:gd name="connsiteY200" fmla="*/ 413520 h 689544"/>
              <a:gd name="connsiteX201" fmla="*/ 63078 w 293498"/>
              <a:gd name="connsiteY201" fmla="*/ 409588 h 689544"/>
              <a:gd name="connsiteX202" fmla="*/ 61444 w 293498"/>
              <a:gd name="connsiteY202" fmla="*/ 401666 h 689544"/>
              <a:gd name="connsiteX203" fmla="*/ 57939 w 293498"/>
              <a:gd name="connsiteY203" fmla="*/ 382725 h 689544"/>
              <a:gd name="connsiteX204" fmla="*/ 35682 w 293498"/>
              <a:gd name="connsiteY204" fmla="*/ 371194 h 689544"/>
              <a:gd name="connsiteX205" fmla="*/ 10901 w 293498"/>
              <a:gd name="connsiteY205" fmla="*/ 340805 h 689544"/>
              <a:gd name="connsiteX206" fmla="*/ 4017 w 293498"/>
              <a:gd name="connsiteY206" fmla="*/ 322646 h 689544"/>
              <a:gd name="connsiteX207" fmla="*/ 39 w 293498"/>
              <a:gd name="connsiteY207" fmla="*/ 303464 h 689544"/>
              <a:gd name="connsiteX208" fmla="*/ 19088 w 293498"/>
              <a:gd name="connsiteY208" fmla="*/ 316263 h 689544"/>
              <a:gd name="connsiteX209" fmla="*/ 36338 w 293498"/>
              <a:gd name="connsiteY209" fmla="*/ 332623 h 689544"/>
              <a:gd name="connsiteX210" fmla="*/ 43962 w 293498"/>
              <a:gd name="connsiteY210" fmla="*/ 342814 h 689544"/>
              <a:gd name="connsiteX211" fmla="*/ 47578 w 293498"/>
              <a:gd name="connsiteY211" fmla="*/ 348472 h 689544"/>
              <a:gd name="connsiteX212" fmla="*/ 55271 w 293498"/>
              <a:gd name="connsiteY212" fmla="*/ 363559 h 689544"/>
              <a:gd name="connsiteX213" fmla="*/ 51855 w 293498"/>
              <a:gd name="connsiteY213" fmla="*/ 302793 h 689544"/>
              <a:gd name="connsiteX214" fmla="*/ 42442 w 293498"/>
              <a:gd name="connsiteY214" fmla="*/ 297037 h 689544"/>
              <a:gd name="connsiteX215" fmla="*/ 31449 w 293498"/>
              <a:gd name="connsiteY215" fmla="*/ 287667 h 689544"/>
              <a:gd name="connsiteX216" fmla="*/ 16178 w 293498"/>
              <a:gd name="connsiteY216" fmla="*/ 265985 h 689544"/>
              <a:gd name="connsiteX217" fmla="*/ 9805 w 293498"/>
              <a:gd name="connsiteY217" fmla="*/ 247832 h 689544"/>
              <a:gd name="connsiteX218" fmla="*/ 8548 w 293498"/>
              <a:gd name="connsiteY218" fmla="*/ 241542 h 689544"/>
              <a:gd name="connsiteX219" fmla="*/ 6376 w 293498"/>
              <a:gd name="connsiteY219" fmla="*/ 215780 h 689544"/>
              <a:gd name="connsiteX220" fmla="*/ 23337 w 293498"/>
              <a:gd name="connsiteY220" fmla="*/ 231137 h 689544"/>
              <a:gd name="connsiteX221" fmla="*/ 37840 w 293498"/>
              <a:gd name="connsiteY221" fmla="*/ 249802 h 689544"/>
              <a:gd name="connsiteX222" fmla="*/ 49030 w 293498"/>
              <a:gd name="connsiteY222" fmla="*/ 273760 h 689544"/>
              <a:gd name="connsiteX223" fmla="*/ 52176 w 293498"/>
              <a:gd name="connsiteY223" fmla="*/ 284356 h 689544"/>
              <a:gd name="connsiteX224" fmla="*/ 52411 w 293498"/>
              <a:gd name="connsiteY224" fmla="*/ 277319 h 689544"/>
              <a:gd name="connsiteX225" fmla="*/ 57974 w 293498"/>
              <a:gd name="connsiteY225" fmla="*/ 222895 h 689544"/>
              <a:gd name="connsiteX226" fmla="*/ 39643 w 293498"/>
              <a:gd name="connsiteY226" fmla="*/ 204786 h 689544"/>
              <a:gd name="connsiteX227" fmla="*/ 35716 w 293498"/>
              <a:gd name="connsiteY227" fmla="*/ 199109 h 689544"/>
              <a:gd name="connsiteX228" fmla="*/ 24654 w 293498"/>
              <a:gd name="connsiteY228" fmla="*/ 168858 h 689544"/>
              <a:gd name="connsiteX229" fmla="*/ 23466 w 293498"/>
              <a:gd name="connsiteY229" fmla="*/ 156208 h 689544"/>
              <a:gd name="connsiteX230" fmla="*/ 23475 w 293498"/>
              <a:gd name="connsiteY230" fmla="*/ 143380 h 689544"/>
              <a:gd name="connsiteX231" fmla="*/ 24731 w 293498"/>
              <a:gd name="connsiteY231" fmla="*/ 130564 h 689544"/>
              <a:gd name="connsiteX232" fmla="*/ 39375 w 293498"/>
              <a:gd name="connsiteY232" fmla="*/ 147928 h 689544"/>
              <a:gd name="connsiteX233" fmla="*/ 51424 w 293498"/>
              <a:gd name="connsiteY233" fmla="*/ 168393 h 689544"/>
              <a:gd name="connsiteX234" fmla="*/ 60824 w 293498"/>
              <a:gd name="connsiteY234" fmla="*/ 205758 h 689544"/>
              <a:gd name="connsiteX235" fmla="*/ 75171 w 293498"/>
              <a:gd name="connsiteY235" fmla="*/ 144698 h 689544"/>
              <a:gd name="connsiteX236" fmla="*/ 67249 w 293498"/>
              <a:gd name="connsiteY236" fmla="*/ 136137 h 689544"/>
              <a:gd name="connsiteX237" fmla="*/ 59074 w 293498"/>
              <a:gd name="connsiteY237" fmla="*/ 124115 h 689544"/>
              <a:gd name="connsiteX238" fmla="*/ 50156 w 293498"/>
              <a:gd name="connsiteY238" fmla="*/ 99283 h 689544"/>
              <a:gd name="connsiteX239" fmla="*/ 49205 w 293498"/>
              <a:gd name="connsiteY239" fmla="*/ 73969 h 689544"/>
              <a:gd name="connsiteX240" fmla="*/ 50937 w 293498"/>
              <a:gd name="connsiteY240" fmla="*/ 61331 h 689544"/>
              <a:gd name="connsiteX241" fmla="*/ 53687 w 293498"/>
              <a:gd name="connsiteY241" fmla="*/ 48768 h 689544"/>
              <a:gd name="connsiteX242" fmla="*/ 66144 w 293498"/>
              <a:gd name="connsiteY242" fmla="*/ 67860 h 689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Lst>
            <a:rect l="l" t="t" r="r" b="b"/>
            <a:pathLst>
              <a:path w="293498" h="689544">
                <a:moveTo>
                  <a:pt x="66144" y="67860"/>
                </a:moveTo>
                <a:cubicBezTo>
                  <a:pt x="68010" y="71239"/>
                  <a:pt x="69696" y="74714"/>
                  <a:pt x="71197" y="78271"/>
                </a:cubicBezTo>
                <a:cubicBezTo>
                  <a:pt x="74537" y="85842"/>
                  <a:pt x="76935" y="93793"/>
                  <a:pt x="78336" y="101948"/>
                </a:cubicBezTo>
                <a:cubicBezTo>
                  <a:pt x="78707" y="104091"/>
                  <a:pt x="78949" y="106290"/>
                  <a:pt x="79212" y="108565"/>
                </a:cubicBezTo>
                <a:cubicBezTo>
                  <a:pt x="80091" y="115329"/>
                  <a:pt x="80324" y="122163"/>
                  <a:pt x="79909" y="128972"/>
                </a:cubicBezTo>
                <a:cubicBezTo>
                  <a:pt x="83556" y="117474"/>
                  <a:pt x="87087" y="107514"/>
                  <a:pt x="90184" y="99364"/>
                </a:cubicBezTo>
                <a:lnTo>
                  <a:pt x="93687" y="90066"/>
                </a:lnTo>
                <a:cubicBezTo>
                  <a:pt x="93609" y="89088"/>
                  <a:pt x="93530" y="88110"/>
                  <a:pt x="93500" y="87160"/>
                </a:cubicBezTo>
                <a:cubicBezTo>
                  <a:pt x="93412" y="78996"/>
                  <a:pt x="94101" y="70844"/>
                  <a:pt x="95561" y="62812"/>
                </a:cubicBezTo>
                <a:cubicBezTo>
                  <a:pt x="96571" y="57831"/>
                  <a:pt x="98046" y="53215"/>
                  <a:pt x="99658" y="48807"/>
                </a:cubicBezTo>
                <a:cubicBezTo>
                  <a:pt x="101318" y="44427"/>
                  <a:pt x="103130" y="40230"/>
                  <a:pt x="105321" y="36381"/>
                </a:cubicBezTo>
                <a:cubicBezTo>
                  <a:pt x="109624" y="28977"/>
                  <a:pt x="114804" y="22119"/>
                  <a:pt x="120748" y="15955"/>
                </a:cubicBezTo>
                <a:cubicBezTo>
                  <a:pt x="126629" y="10196"/>
                  <a:pt x="132925" y="4876"/>
                  <a:pt x="139586" y="39"/>
                </a:cubicBezTo>
                <a:cubicBezTo>
                  <a:pt x="139006" y="8148"/>
                  <a:pt x="137896" y="16210"/>
                  <a:pt x="136265" y="24174"/>
                </a:cubicBezTo>
                <a:cubicBezTo>
                  <a:pt x="134812" y="32344"/>
                  <a:pt x="132466" y="40330"/>
                  <a:pt x="129270" y="47989"/>
                </a:cubicBezTo>
                <a:cubicBezTo>
                  <a:pt x="127650" y="51910"/>
                  <a:pt x="125863" y="55895"/>
                  <a:pt x="123655" y="59831"/>
                </a:cubicBezTo>
                <a:cubicBezTo>
                  <a:pt x="121509" y="63770"/>
                  <a:pt x="118890" y="67694"/>
                  <a:pt x="116043" y="71679"/>
                </a:cubicBezTo>
                <a:cubicBezTo>
                  <a:pt x="113268" y="75705"/>
                  <a:pt x="110058" y="79705"/>
                  <a:pt x="106381" y="83790"/>
                </a:cubicBezTo>
                <a:cubicBezTo>
                  <a:pt x="104576" y="85803"/>
                  <a:pt x="102593" y="87843"/>
                  <a:pt x="100535" y="89903"/>
                </a:cubicBezTo>
                <a:lnTo>
                  <a:pt x="98571" y="91856"/>
                </a:lnTo>
                <a:lnTo>
                  <a:pt x="95168" y="101149"/>
                </a:lnTo>
                <a:cubicBezTo>
                  <a:pt x="92148" y="109278"/>
                  <a:pt x="88717" y="119230"/>
                  <a:pt x="85198" y="130675"/>
                </a:cubicBezTo>
                <a:cubicBezTo>
                  <a:pt x="88783" y="125000"/>
                  <a:pt x="92969" y="119729"/>
                  <a:pt x="97685" y="114952"/>
                </a:cubicBezTo>
                <a:cubicBezTo>
                  <a:pt x="104970" y="107897"/>
                  <a:pt x="113546" y="102311"/>
                  <a:pt x="122944" y="98498"/>
                </a:cubicBezTo>
                <a:cubicBezTo>
                  <a:pt x="126447" y="97165"/>
                  <a:pt x="130032" y="96055"/>
                  <a:pt x="133675" y="95174"/>
                </a:cubicBezTo>
                <a:cubicBezTo>
                  <a:pt x="140779" y="93512"/>
                  <a:pt x="148015" y="92480"/>
                  <a:pt x="155299" y="92092"/>
                </a:cubicBezTo>
                <a:cubicBezTo>
                  <a:pt x="153345" y="95144"/>
                  <a:pt x="151292" y="98141"/>
                  <a:pt x="149117" y="101130"/>
                </a:cubicBezTo>
                <a:cubicBezTo>
                  <a:pt x="146968" y="104071"/>
                  <a:pt x="144613" y="106925"/>
                  <a:pt x="142359" y="109772"/>
                </a:cubicBezTo>
                <a:cubicBezTo>
                  <a:pt x="137772" y="115486"/>
                  <a:pt x="132463" y="120783"/>
                  <a:pt x="126309" y="125593"/>
                </a:cubicBezTo>
                <a:cubicBezTo>
                  <a:pt x="120338" y="130475"/>
                  <a:pt x="113378" y="134787"/>
                  <a:pt x="105074" y="138420"/>
                </a:cubicBezTo>
                <a:cubicBezTo>
                  <a:pt x="100923" y="140205"/>
                  <a:pt x="96615" y="141929"/>
                  <a:pt x="91847" y="143391"/>
                </a:cubicBezTo>
                <a:cubicBezTo>
                  <a:pt x="88325" y="144477"/>
                  <a:pt x="84562" y="145425"/>
                  <a:pt x="80640" y="146312"/>
                </a:cubicBezTo>
                <a:cubicBezTo>
                  <a:pt x="75115" y="166092"/>
                  <a:pt x="70584" y="186136"/>
                  <a:pt x="67065" y="206370"/>
                </a:cubicBezTo>
                <a:cubicBezTo>
                  <a:pt x="70715" y="198877"/>
                  <a:pt x="75403" y="191937"/>
                  <a:pt x="80993" y="185754"/>
                </a:cubicBezTo>
                <a:cubicBezTo>
                  <a:pt x="83776" y="182737"/>
                  <a:pt x="86823" y="179976"/>
                  <a:pt x="90099" y="177503"/>
                </a:cubicBezTo>
                <a:cubicBezTo>
                  <a:pt x="96110" y="172929"/>
                  <a:pt x="102739" y="169230"/>
                  <a:pt x="109789" y="166518"/>
                </a:cubicBezTo>
                <a:cubicBezTo>
                  <a:pt x="116676" y="163997"/>
                  <a:pt x="123773" y="162089"/>
                  <a:pt x="130996" y="160815"/>
                </a:cubicBezTo>
                <a:cubicBezTo>
                  <a:pt x="129378" y="164063"/>
                  <a:pt x="127689" y="167268"/>
                  <a:pt x="125875" y="170466"/>
                </a:cubicBezTo>
                <a:cubicBezTo>
                  <a:pt x="124160" y="173658"/>
                  <a:pt x="122398" y="176821"/>
                  <a:pt x="120415" y="179922"/>
                </a:cubicBezTo>
                <a:cubicBezTo>
                  <a:pt x="118446" y="182998"/>
                  <a:pt x="116318" y="186015"/>
                  <a:pt x="113969" y="188969"/>
                </a:cubicBezTo>
                <a:cubicBezTo>
                  <a:pt x="111596" y="191909"/>
                  <a:pt x="109289" y="194790"/>
                  <a:pt x="106565" y="197560"/>
                </a:cubicBezTo>
                <a:cubicBezTo>
                  <a:pt x="102319" y="201954"/>
                  <a:pt x="97629" y="205896"/>
                  <a:pt x="92569" y="209323"/>
                </a:cubicBezTo>
                <a:cubicBezTo>
                  <a:pt x="90846" y="210580"/>
                  <a:pt x="89051" y="211795"/>
                  <a:pt x="87160" y="212955"/>
                </a:cubicBezTo>
                <a:cubicBezTo>
                  <a:pt x="80667" y="216958"/>
                  <a:pt x="73099" y="220596"/>
                  <a:pt x="64296" y="223811"/>
                </a:cubicBezTo>
                <a:cubicBezTo>
                  <a:pt x="61905" y="240764"/>
                  <a:pt x="60081" y="258687"/>
                  <a:pt x="59282" y="277395"/>
                </a:cubicBezTo>
                <a:lnTo>
                  <a:pt x="59102" y="284560"/>
                </a:lnTo>
                <a:cubicBezTo>
                  <a:pt x="60251" y="281010"/>
                  <a:pt x="61517" y="277592"/>
                  <a:pt x="62912" y="274505"/>
                </a:cubicBezTo>
                <a:cubicBezTo>
                  <a:pt x="66622" y="266805"/>
                  <a:pt x="71509" y="259731"/>
                  <a:pt x="77399" y="253537"/>
                </a:cubicBezTo>
                <a:cubicBezTo>
                  <a:pt x="82813" y="248214"/>
                  <a:pt x="88950" y="243680"/>
                  <a:pt x="95628" y="240068"/>
                </a:cubicBezTo>
                <a:cubicBezTo>
                  <a:pt x="102030" y="236618"/>
                  <a:pt x="108753" y="233800"/>
                  <a:pt x="115700" y="231652"/>
                </a:cubicBezTo>
                <a:cubicBezTo>
                  <a:pt x="114424" y="235031"/>
                  <a:pt x="113383" y="238451"/>
                  <a:pt x="112083" y="241817"/>
                </a:cubicBezTo>
                <a:cubicBezTo>
                  <a:pt x="110815" y="245220"/>
                  <a:pt x="109398" y="248566"/>
                  <a:pt x="107837" y="251845"/>
                </a:cubicBezTo>
                <a:cubicBezTo>
                  <a:pt x="107053" y="253482"/>
                  <a:pt x="106167" y="255127"/>
                  <a:pt x="105359" y="256750"/>
                </a:cubicBezTo>
                <a:cubicBezTo>
                  <a:pt x="102869" y="261769"/>
                  <a:pt x="99934" y="266555"/>
                  <a:pt x="96588" y="271048"/>
                </a:cubicBezTo>
                <a:cubicBezTo>
                  <a:pt x="88794" y="281483"/>
                  <a:pt x="79124" y="290373"/>
                  <a:pt x="68073" y="297265"/>
                </a:cubicBezTo>
                <a:cubicBezTo>
                  <a:pt x="65176" y="299163"/>
                  <a:pt x="62121" y="301001"/>
                  <a:pt x="58855" y="302814"/>
                </a:cubicBezTo>
                <a:lnTo>
                  <a:pt x="58918" y="307161"/>
                </a:lnTo>
                <a:cubicBezTo>
                  <a:pt x="59041" y="312184"/>
                  <a:pt x="59074" y="317253"/>
                  <a:pt x="59255" y="322343"/>
                </a:cubicBezTo>
                <a:lnTo>
                  <a:pt x="60254" y="337714"/>
                </a:lnTo>
                <a:cubicBezTo>
                  <a:pt x="60464" y="340248"/>
                  <a:pt x="60521" y="342822"/>
                  <a:pt x="60814" y="345435"/>
                </a:cubicBezTo>
                <a:lnTo>
                  <a:pt x="61699" y="353150"/>
                </a:lnTo>
                <a:cubicBezTo>
                  <a:pt x="62089" y="356206"/>
                  <a:pt x="62404" y="359283"/>
                  <a:pt x="62756" y="362348"/>
                </a:cubicBezTo>
                <a:cubicBezTo>
                  <a:pt x="63789" y="357038"/>
                  <a:pt x="65224" y="351814"/>
                  <a:pt x="67051" y="346721"/>
                </a:cubicBezTo>
                <a:cubicBezTo>
                  <a:pt x="67425" y="345683"/>
                  <a:pt x="67848" y="344672"/>
                  <a:pt x="68256" y="343685"/>
                </a:cubicBezTo>
                <a:cubicBezTo>
                  <a:pt x="68665" y="342700"/>
                  <a:pt x="69160" y="341731"/>
                  <a:pt x="69631" y="340748"/>
                </a:cubicBezTo>
                <a:cubicBezTo>
                  <a:pt x="73224" y="333709"/>
                  <a:pt x="77870" y="327260"/>
                  <a:pt x="83408" y="321621"/>
                </a:cubicBezTo>
                <a:cubicBezTo>
                  <a:pt x="86057" y="319010"/>
                  <a:pt x="88892" y="316594"/>
                  <a:pt x="91890" y="314394"/>
                </a:cubicBezTo>
                <a:cubicBezTo>
                  <a:pt x="97754" y="310099"/>
                  <a:pt x="103998" y="306351"/>
                  <a:pt x="110545" y="303196"/>
                </a:cubicBezTo>
                <a:cubicBezTo>
                  <a:pt x="109633" y="308477"/>
                  <a:pt x="108478" y="313712"/>
                  <a:pt x="107082" y="318887"/>
                </a:cubicBezTo>
                <a:cubicBezTo>
                  <a:pt x="106629" y="320619"/>
                  <a:pt x="106238" y="322355"/>
                  <a:pt x="105722" y="324084"/>
                </a:cubicBezTo>
                <a:cubicBezTo>
                  <a:pt x="104746" y="327578"/>
                  <a:pt x="103576" y="331015"/>
                  <a:pt x="102221" y="334381"/>
                </a:cubicBezTo>
                <a:cubicBezTo>
                  <a:pt x="100777" y="337841"/>
                  <a:pt x="99207" y="341247"/>
                  <a:pt x="97516" y="344593"/>
                </a:cubicBezTo>
                <a:cubicBezTo>
                  <a:pt x="94065" y="351350"/>
                  <a:pt x="89419" y="358059"/>
                  <a:pt x="83450" y="364776"/>
                </a:cubicBezTo>
                <a:cubicBezTo>
                  <a:pt x="78638" y="370327"/>
                  <a:pt x="72725" y="375887"/>
                  <a:pt x="65639" y="381477"/>
                </a:cubicBezTo>
                <a:cubicBezTo>
                  <a:pt x="66620" y="387576"/>
                  <a:pt x="67702" y="393669"/>
                  <a:pt x="69161" y="399721"/>
                </a:cubicBezTo>
                <a:cubicBezTo>
                  <a:pt x="71832" y="412810"/>
                  <a:pt x="75312" y="425722"/>
                  <a:pt x="79315" y="438454"/>
                </a:cubicBezTo>
                <a:cubicBezTo>
                  <a:pt x="79321" y="435659"/>
                  <a:pt x="79408" y="432944"/>
                  <a:pt x="79728" y="430330"/>
                </a:cubicBezTo>
                <a:cubicBezTo>
                  <a:pt x="80951" y="420969"/>
                  <a:pt x="83253" y="412971"/>
                  <a:pt x="86718" y="405966"/>
                </a:cubicBezTo>
                <a:cubicBezTo>
                  <a:pt x="94006" y="391840"/>
                  <a:pt x="104352" y="382054"/>
                  <a:pt x="116384" y="373692"/>
                </a:cubicBezTo>
                <a:cubicBezTo>
                  <a:pt x="116325" y="375455"/>
                  <a:pt x="116240" y="377218"/>
                  <a:pt x="116129" y="378979"/>
                </a:cubicBezTo>
                <a:cubicBezTo>
                  <a:pt x="116011" y="380745"/>
                  <a:pt x="116044" y="382469"/>
                  <a:pt x="115964" y="384224"/>
                </a:cubicBezTo>
                <a:cubicBezTo>
                  <a:pt x="115723" y="389554"/>
                  <a:pt x="115129" y="394862"/>
                  <a:pt x="114186" y="400115"/>
                </a:cubicBezTo>
                <a:cubicBezTo>
                  <a:pt x="113868" y="401893"/>
                  <a:pt x="113625" y="403650"/>
                  <a:pt x="113282" y="405414"/>
                </a:cubicBezTo>
                <a:cubicBezTo>
                  <a:pt x="112558" y="408952"/>
                  <a:pt x="111658" y="412517"/>
                  <a:pt x="110429" y="416149"/>
                </a:cubicBezTo>
                <a:cubicBezTo>
                  <a:pt x="106303" y="428384"/>
                  <a:pt x="100112" y="439821"/>
                  <a:pt x="92127" y="449967"/>
                </a:cubicBezTo>
                <a:cubicBezTo>
                  <a:pt x="90138" y="452518"/>
                  <a:pt x="88065" y="455052"/>
                  <a:pt x="85853" y="457602"/>
                </a:cubicBezTo>
                <a:cubicBezTo>
                  <a:pt x="92615" y="475915"/>
                  <a:pt x="100642" y="493544"/>
                  <a:pt x="109599" y="510229"/>
                </a:cubicBezTo>
                <a:cubicBezTo>
                  <a:pt x="108870" y="505649"/>
                  <a:pt x="108456" y="501026"/>
                  <a:pt x="108358" y="496390"/>
                </a:cubicBezTo>
                <a:cubicBezTo>
                  <a:pt x="108287" y="494237"/>
                  <a:pt x="108371" y="492082"/>
                  <a:pt x="108608" y="489941"/>
                </a:cubicBezTo>
                <a:cubicBezTo>
                  <a:pt x="109482" y="482128"/>
                  <a:pt x="111565" y="474498"/>
                  <a:pt x="114782" y="467325"/>
                </a:cubicBezTo>
                <a:cubicBezTo>
                  <a:pt x="116279" y="464008"/>
                  <a:pt x="118273" y="460721"/>
                  <a:pt x="120253" y="457682"/>
                </a:cubicBezTo>
                <a:cubicBezTo>
                  <a:pt x="124303" y="451706"/>
                  <a:pt x="128912" y="446129"/>
                  <a:pt x="134018" y="441026"/>
                </a:cubicBezTo>
                <a:cubicBezTo>
                  <a:pt x="134931" y="446155"/>
                  <a:pt x="135595" y="451326"/>
                  <a:pt x="136008" y="456520"/>
                </a:cubicBezTo>
                <a:cubicBezTo>
                  <a:pt x="136205" y="458241"/>
                  <a:pt x="136401" y="459962"/>
                  <a:pt x="136545" y="461718"/>
                </a:cubicBezTo>
                <a:cubicBezTo>
                  <a:pt x="136967" y="467088"/>
                  <a:pt x="136940" y="472483"/>
                  <a:pt x="136463" y="477848"/>
                </a:cubicBezTo>
                <a:cubicBezTo>
                  <a:pt x="136303" y="479686"/>
                  <a:pt x="136194" y="481488"/>
                  <a:pt x="135982" y="483360"/>
                </a:cubicBezTo>
                <a:cubicBezTo>
                  <a:pt x="135008" y="491453"/>
                  <a:pt x="133056" y="499398"/>
                  <a:pt x="130170" y="507021"/>
                </a:cubicBezTo>
                <a:cubicBezTo>
                  <a:pt x="127807" y="513730"/>
                  <a:pt x="124498" y="520857"/>
                  <a:pt x="120186" y="528435"/>
                </a:cubicBezTo>
                <a:cubicBezTo>
                  <a:pt x="130547" y="545030"/>
                  <a:pt x="141817" y="560381"/>
                  <a:pt x="153536" y="574288"/>
                </a:cubicBezTo>
                <a:cubicBezTo>
                  <a:pt x="152785" y="572459"/>
                  <a:pt x="152122" y="570595"/>
                  <a:pt x="151550" y="568703"/>
                </a:cubicBezTo>
                <a:cubicBezTo>
                  <a:pt x="149013" y="559616"/>
                  <a:pt x="148062" y="551347"/>
                  <a:pt x="148525" y="543638"/>
                </a:cubicBezTo>
                <a:cubicBezTo>
                  <a:pt x="149199" y="535729"/>
                  <a:pt x="151065" y="528541"/>
                  <a:pt x="153700" y="521861"/>
                </a:cubicBezTo>
                <a:cubicBezTo>
                  <a:pt x="155053" y="518461"/>
                  <a:pt x="156542" y="515268"/>
                  <a:pt x="158242" y="512101"/>
                </a:cubicBezTo>
                <a:cubicBezTo>
                  <a:pt x="160002" y="508933"/>
                  <a:pt x="161887" y="505837"/>
                  <a:pt x="163891" y="502818"/>
                </a:cubicBezTo>
                <a:cubicBezTo>
                  <a:pt x="168712" y="515636"/>
                  <a:pt x="173021" y="528674"/>
                  <a:pt x="174281" y="543649"/>
                </a:cubicBezTo>
                <a:cubicBezTo>
                  <a:pt x="174696" y="551286"/>
                  <a:pt x="174789" y="559091"/>
                  <a:pt x="173485" y="567923"/>
                </a:cubicBezTo>
                <a:cubicBezTo>
                  <a:pt x="172871" y="572329"/>
                  <a:pt x="171932" y="576964"/>
                  <a:pt x="170666" y="581830"/>
                </a:cubicBezTo>
                <a:cubicBezTo>
                  <a:pt x="170010" y="584305"/>
                  <a:pt x="169325" y="586772"/>
                  <a:pt x="168612" y="589231"/>
                </a:cubicBezTo>
                <a:lnTo>
                  <a:pt x="168129" y="590625"/>
                </a:lnTo>
                <a:cubicBezTo>
                  <a:pt x="172964" y="595732"/>
                  <a:pt x="177810" y="600653"/>
                  <a:pt x="182651" y="605249"/>
                </a:cubicBezTo>
                <a:cubicBezTo>
                  <a:pt x="189052" y="610874"/>
                  <a:pt x="195169" y="616433"/>
                  <a:pt x="201172" y="621635"/>
                </a:cubicBezTo>
                <a:lnTo>
                  <a:pt x="209800" y="628417"/>
                </a:lnTo>
                <a:cubicBezTo>
                  <a:pt x="208866" y="626914"/>
                  <a:pt x="207909" y="625396"/>
                  <a:pt x="207073" y="623948"/>
                </a:cubicBezTo>
                <a:cubicBezTo>
                  <a:pt x="205935" y="621908"/>
                  <a:pt x="204907" y="619899"/>
                  <a:pt x="204004" y="617899"/>
                </a:cubicBezTo>
                <a:cubicBezTo>
                  <a:pt x="203101" y="615898"/>
                  <a:pt x="202416" y="613798"/>
                  <a:pt x="201751" y="611773"/>
                </a:cubicBezTo>
                <a:cubicBezTo>
                  <a:pt x="199408" y="604302"/>
                  <a:pt x="198242" y="596510"/>
                  <a:pt x="198295" y="588680"/>
                </a:cubicBezTo>
                <a:cubicBezTo>
                  <a:pt x="198447" y="584907"/>
                  <a:pt x="198891" y="581240"/>
                  <a:pt x="199533" y="577623"/>
                </a:cubicBezTo>
                <a:cubicBezTo>
                  <a:pt x="200802" y="570411"/>
                  <a:pt x="202961" y="563553"/>
                  <a:pt x="205529" y="556930"/>
                </a:cubicBezTo>
                <a:cubicBezTo>
                  <a:pt x="207436" y="559784"/>
                  <a:pt x="209250" y="562698"/>
                  <a:pt x="210970" y="565668"/>
                </a:cubicBezTo>
                <a:cubicBezTo>
                  <a:pt x="212740" y="568619"/>
                  <a:pt x="214256" y="571843"/>
                  <a:pt x="215974" y="574829"/>
                </a:cubicBezTo>
                <a:cubicBezTo>
                  <a:pt x="219426" y="581221"/>
                  <a:pt x="222160" y="587977"/>
                  <a:pt x="224124" y="594972"/>
                </a:cubicBezTo>
                <a:cubicBezTo>
                  <a:pt x="226393" y="602072"/>
                  <a:pt x="227892" y="609948"/>
                  <a:pt x="228349" y="618961"/>
                </a:cubicBezTo>
                <a:cubicBezTo>
                  <a:pt x="228702" y="626566"/>
                  <a:pt x="228494" y="634186"/>
                  <a:pt x="227729" y="641760"/>
                </a:cubicBezTo>
                <a:lnTo>
                  <a:pt x="236092" y="647553"/>
                </a:lnTo>
                <a:lnTo>
                  <a:pt x="240032" y="650311"/>
                </a:lnTo>
                <a:cubicBezTo>
                  <a:pt x="241431" y="651119"/>
                  <a:pt x="242778" y="651960"/>
                  <a:pt x="244077" y="652775"/>
                </a:cubicBezTo>
                <a:lnTo>
                  <a:pt x="251781" y="657480"/>
                </a:lnTo>
                <a:lnTo>
                  <a:pt x="258945" y="661841"/>
                </a:lnTo>
                <a:lnTo>
                  <a:pt x="260629" y="662878"/>
                </a:lnTo>
                <a:lnTo>
                  <a:pt x="261522" y="663393"/>
                </a:lnTo>
                <a:lnTo>
                  <a:pt x="261822" y="663598"/>
                </a:lnTo>
                <a:lnTo>
                  <a:pt x="262208" y="663821"/>
                </a:lnTo>
                <a:lnTo>
                  <a:pt x="265430" y="665649"/>
                </a:lnTo>
                <a:cubicBezTo>
                  <a:pt x="274178" y="670559"/>
                  <a:pt x="283091" y="675169"/>
                  <a:pt x="292154" y="679470"/>
                </a:cubicBezTo>
                <a:cubicBezTo>
                  <a:pt x="293743" y="680227"/>
                  <a:pt x="294520" y="682058"/>
                  <a:pt x="293818" y="683551"/>
                </a:cubicBezTo>
                <a:lnTo>
                  <a:pt x="291607" y="688160"/>
                </a:lnTo>
                <a:cubicBezTo>
                  <a:pt x="290882" y="689639"/>
                  <a:pt x="289024" y="690239"/>
                  <a:pt x="287338" y="689427"/>
                </a:cubicBezTo>
                <a:cubicBezTo>
                  <a:pt x="278151" y="684984"/>
                  <a:pt x="269117" y="680229"/>
                  <a:pt x="260254" y="675172"/>
                </a:cubicBezTo>
                <a:lnTo>
                  <a:pt x="256008" y="672721"/>
                </a:lnTo>
                <a:lnTo>
                  <a:pt x="255153" y="672195"/>
                </a:lnTo>
                <a:lnTo>
                  <a:pt x="253493" y="671172"/>
                </a:lnTo>
                <a:lnTo>
                  <a:pt x="246396" y="666753"/>
                </a:lnTo>
                <a:lnTo>
                  <a:pt x="238720" y="661999"/>
                </a:lnTo>
                <a:cubicBezTo>
                  <a:pt x="237434" y="661161"/>
                  <a:pt x="236087" y="660319"/>
                  <a:pt x="234702" y="659487"/>
                </a:cubicBezTo>
                <a:cubicBezTo>
                  <a:pt x="233359" y="658583"/>
                  <a:pt x="232019" y="657616"/>
                  <a:pt x="230655" y="656636"/>
                </a:cubicBezTo>
                <a:lnTo>
                  <a:pt x="221759" y="650374"/>
                </a:lnTo>
                <a:cubicBezTo>
                  <a:pt x="218986" y="651668"/>
                  <a:pt x="216221" y="652837"/>
                  <a:pt x="213442" y="653806"/>
                </a:cubicBezTo>
                <a:cubicBezTo>
                  <a:pt x="208597" y="655512"/>
                  <a:pt x="203720" y="656716"/>
                  <a:pt x="199216" y="657332"/>
                </a:cubicBezTo>
                <a:cubicBezTo>
                  <a:pt x="190027" y="658653"/>
                  <a:pt x="181064" y="658302"/>
                  <a:pt x="172399" y="656708"/>
                </a:cubicBezTo>
                <a:cubicBezTo>
                  <a:pt x="163846" y="654922"/>
                  <a:pt x="155755" y="651666"/>
                  <a:pt x="147806" y="647720"/>
                </a:cubicBezTo>
                <a:cubicBezTo>
                  <a:pt x="143765" y="645805"/>
                  <a:pt x="140131" y="643353"/>
                  <a:pt x="136373" y="640894"/>
                </a:cubicBezTo>
                <a:cubicBezTo>
                  <a:pt x="132680" y="638376"/>
                  <a:pt x="129044" y="635762"/>
                  <a:pt x="125414" y="633023"/>
                </a:cubicBezTo>
                <a:cubicBezTo>
                  <a:pt x="132962" y="631356"/>
                  <a:pt x="140603" y="630139"/>
                  <a:pt x="148295" y="629380"/>
                </a:cubicBezTo>
                <a:cubicBezTo>
                  <a:pt x="152176" y="629025"/>
                  <a:pt x="156071" y="628859"/>
                  <a:pt x="159968" y="628883"/>
                </a:cubicBezTo>
                <a:cubicBezTo>
                  <a:pt x="168347" y="628651"/>
                  <a:pt x="176723" y="629448"/>
                  <a:pt x="184908" y="631253"/>
                </a:cubicBezTo>
                <a:cubicBezTo>
                  <a:pt x="187052" y="631719"/>
                  <a:pt x="189188" y="632308"/>
                  <a:pt x="191438" y="632868"/>
                </a:cubicBezTo>
                <a:cubicBezTo>
                  <a:pt x="193736" y="633418"/>
                  <a:pt x="196017" y="634038"/>
                  <a:pt x="198277" y="634726"/>
                </a:cubicBezTo>
                <a:cubicBezTo>
                  <a:pt x="199968" y="635252"/>
                  <a:pt x="201679" y="635854"/>
                  <a:pt x="203389" y="636456"/>
                </a:cubicBezTo>
                <a:lnTo>
                  <a:pt x="194910" y="629694"/>
                </a:lnTo>
                <a:cubicBezTo>
                  <a:pt x="188767" y="624347"/>
                  <a:pt x="182574" y="618584"/>
                  <a:pt x="176073" y="612741"/>
                </a:cubicBezTo>
                <a:cubicBezTo>
                  <a:pt x="171034" y="607933"/>
                  <a:pt x="166016" y="602753"/>
                  <a:pt x="161020" y="597424"/>
                </a:cubicBezTo>
                <a:lnTo>
                  <a:pt x="159498" y="597832"/>
                </a:lnTo>
                <a:cubicBezTo>
                  <a:pt x="152226" y="599471"/>
                  <a:pt x="144765" y="600119"/>
                  <a:pt x="137320" y="599758"/>
                </a:cubicBezTo>
                <a:cubicBezTo>
                  <a:pt x="127942" y="599232"/>
                  <a:pt x="118975" y="597271"/>
                  <a:pt x="111107" y="593630"/>
                </a:cubicBezTo>
                <a:cubicBezTo>
                  <a:pt x="94900" y="586716"/>
                  <a:pt x="81452" y="574578"/>
                  <a:pt x="69816" y="560752"/>
                </a:cubicBezTo>
                <a:cubicBezTo>
                  <a:pt x="73625" y="560769"/>
                  <a:pt x="77435" y="560877"/>
                  <a:pt x="81239" y="561076"/>
                </a:cubicBezTo>
                <a:cubicBezTo>
                  <a:pt x="85141" y="561245"/>
                  <a:pt x="89035" y="561541"/>
                  <a:pt x="92916" y="561963"/>
                </a:cubicBezTo>
                <a:cubicBezTo>
                  <a:pt x="100861" y="562770"/>
                  <a:pt x="108697" y="564415"/>
                  <a:pt x="116295" y="566874"/>
                </a:cubicBezTo>
                <a:cubicBezTo>
                  <a:pt x="124846" y="569411"/>
                  <a:pt x="133054" y="572984"/>
                  <a:pt x="140738" y="577513"/>
                </a:cubicBezTo>
                <a:lnTo>
                  <a:pt x="146383" y="580772"/>
                </a:lnTo>
                <a:cubicBezTo>
                  <a:pt x="133933" y="565758"/>
                  <a:pt x="122575" y="549872"/>
                  <a:pt x="112398" y="533233"/>
                </a:cubicBezTo>
                <a:cubicBezTo>
                  <a:pt x="103698" y="533485"/>
                  <a:pt x="95642" y="532565"/>
                  <a:pt x="88167" y="530694"/>
                </a:cubicBezTo>
                <a:cubicBezTo>
                  <a:pt x="79088" y="528314"/>
                  <a:pt x="71180" y="524295"/>
                  <a:pt x="63854" y="519326"/>
                </a:cubicBezTo>
                <a:cubicBezTo>
                  <a:pt x="60237" y="516871"/>
                  <a:pt x="56865" y="514074"/>
                  <a:pt x="53786" y="510972"/>
                </a:cubicBezTo>
                <a:cubicBezTo>
                  <a:pt x="49053" y="506352"/>
                  <a:pt x="44696" y="501362"/>
                  <a:pt x="40754" y="496051"/>
                </a:cubicBezTo>
                <a:cubicBezTo>
                  <a:pt x="37017" y="490501"/>
                  <a:pt x="33504" y="484804"/>
                  <a:pt x="30224" y="478971"/>
                </a:cubicBezTo>
                <a:cubicBezTo>
                  <a:pt x="41671" y="481005"/>
                  <a:pt x="52850" y="484329"/>
                  <a:pt x="63547" y="488883"/>
                </a:cubicBezTo>
                <a:cubicBezTo>
                  <a:pt x="71268" y="492080"/>
                  <a:pt x="78594" y="496159"/>
                  <a:pt x="85380" y="501038"/>
                </a:cubicBezTo>
                <a:lnTo>
                  <a:pt x="90841" y="505059"/>
                </a:lnTo>
                <a:cubicBezTo>
                  <a:pt x="94681" y="507990"/>
                  <a:pt x="98325" y="511168"/>
                  <a:pt x="101750" y="514574"/>
                </a:cubicBezTo>
                <a:lnTo>
                  <a:pt x="101696" y="514446"/>
                </a:lnTo>
                <a:lnTo>
                  <a:pt x="98096" y="507480"/>
                </a:lnTo>
                <a:lnTo>
                  <a:pt x="94500" y="500450"/>
                </a:lnTo>
                <a:cubicBezTo>
                  <a:pt x="93267" y="498129"/>
                  <a:pt x="92317" y="495652"/>
                  <a:pt x="91187" y="493263"/>
                </a:cubicBezTo>
                <a:lnTo>
                  <a:pt x="84736" y="478700"/>
                </a:lnTo>
                <a:cubicBezTo>
                  <a:pt x="82813" y="473730"/>
                  <a:pt x="80942" y="468726"/>
                  <a:pt x="79023" y="463694"/>
                </a:cubicBezTo>
                <a:lnTo>
                  <a:pt x="77872" y="460617"/>
                </a:lnTo>
                <a:cubicBezTo>
                  <a:pt x="69721" y="459325"/>
                  <a:pt x="61805" y="456836"/>
                  <a:pt x="54381" y="453230"/>
                </a:cubicBezTo>
                <a:cubicBezTo>
                  <a:pt x="45956" y="449105"/>
                  <a:pt x="38600" y="443797"/>
                  <a:pt x="32741" y="437455"/>
                </a:cubicBezTo>
                <a:cubicBezTo>
                  <a:pt x="29736" y="434305"/>
                  <a:pt x="26966" y="430969"/>
                  <a:pt x="24408" y="427434"/>
                </a:cubicBezTo>
                <a:cubicBezTo>
                  <a:pt x="23165" y="425687"/>
                  <a:pt x="21825" y="423884"/>
                  <a:pt x="20753" y="422011"/>
                </a:cubicBezTo>
                <a:cubicBezTo>
                  <a:pt x="17480" y="416326"/>
                  <a:pt x="14545" y="410453"/>
                  <a:pt x="11962" y="404424"/>
                </a:cubicBezTo>
                <a:cubicBezTo>
                  <a:pt x="11135" y="402403"/>
                  <a:pt x="10197" y="400350"/>
                  <a:pt x="9499" y="398273"/>
                </a:cubicBezTo>
                <a:cubicBezTo>
                  <a:pt x="8775" y="396183"/>
                  <a:pt x="8114" y="394097"/>
                  <a:pt x="7429" y="391997"/>
                </a:cubicBezTo>
                <a:cubicBezTo>
                  <a:pt x="21313" y="397698"/>
                  <a:pt x="35618" y="404284"/>
                  <a:pt x="48005" y="414973"/>
                </a:cubicBezTo>
                <a:cubicBezTo>
                  <a:pt x="54376" y="420260"/>
                  <a:pt x="60678" y="426503"/>
                  <a:pt x="66344" y="434181"/>
                </a:cubicBezTo>
                <a:cubicBezTo>
                  <a:pt x="67972" y="436375"/>
                  <a:pt x="69706" y="438663"/>
                  <a:pt x="71409" y="441061"/>
                </a:cubicBezTo>
                <a:lnTo>
                  <a:pt x="71338" y="440795"/>
                </a:lnTo>
                <a:cubicBezTo>
                  <a:pt x="70568" y="438228"/>
                  <a:pt x="69623" y="435688"/>
                  <a:pt x="69006" y="433080"/>
                </a:cubicBezTo>
                <a:lnTo>
                  <a:pt x="64915" y="417436"/>
                </a:lnTo>
                <a:lnTo>
                  <a:pt x="63927" y="413520"/>
                </a:lnTo>
                <a:cubicBezTo>
                  <a:pt x="63581" y="412227"/>
                  <a:pt x="63349" y="410902"/>
                  <a:pt x="63078" y="409588"/>
                </a:cubicBezTo>
                <a:lnTo>
                  <a:pt x="61444" y="401666"/>
                </a:lnTo>
                <a:cubicBezTo>
                  <a:pt x="60101" y="395358"/>
                  <a:pt x="58982" y="389052"/>
                  <a:pt x="57939" y="382725"/>
                </a:cubicBezTo>
                <a:cubicBezTo>
                  <a:pt x="49489" y="379646"/>
                  <a:pt x="42081" y="375820"/>
                  <a:pt x="35682" y="371194"/>
                </a:cubicBezTo>
                <a:cubicBezTo>
                  <a:pt x="25066" y="363238"/>
                  <a:pt x="16558" y="352805"/>
                  <a:pt x="10901" y="340805"/>
                </a:cubicBezTo>
                <a:cubicBezTo>
                  <a:pt x="8134" y="334941"/>
                  <a:pt x="5833" y="328870"/>
                  <a:pt x="4017" y="322646"/>
                </a:cubicBezTo>
                <a:cubicBezTo>
                  <a:pt x="2432" y="316309"/>
                  <a:pt x="1105" y="309910"/>
                  <a:pt x="39" y="303464"/>
                </a:cubicBezTo>
                <a:cubicBezTo>
                  <a:pt x="6654" y="307322"/>
                  <a:pt x="13016" y="311597"/>
                  <a:pt x="19088" y="316263"/>
                </a:cubicBezTo>
                <a:cubicBezTo>
                  <a:pt x="25302" y="321206"/>
                  <a:pt x="31074" y="326679"/>
                  <a:pt x="36338" y="332623"/>
                </a:cubicBezTo>
                <a:cubicBezTo>
                  <a:pt x="39019" y="335779"/>
                  <a:pt x="41588" y="339127"/>
                  <a:pt x="43962" y="342814"/>
                </a:cubicBezTo>
                <a:lnTo>
                  <a:pt x="47578" y="348472"/>
                </a:lnTo>
                <a:cubicBezTo>
                  <a:pt x="50528" y="353294"/>
                  <a:pt x="53100" y="358339"/>
                  <a:pt x="55271" y="363559"/>
                </a:cubicBezTo>
                <a:cubicBezTo>
                  <a:pt x="52916" y="343390"/>
                  <a:pt x="51775" y="323099"/>
                  <a:pt x="51855" y="302793"/>
                </a:cubicBezTo>
                <a:cubicBezTo>
                  <a:pt x="48495" y="300982"/>
                  <a:pt x="45315" y="299081"/>
                  <a:pt x="42442" y="297037"/>
                </a:cubicBezTo>
                <a:cubicBezTo>
                  <a:pt x="38351" y="294096"/>
                  <a:pt x="34696" y="290957"/>
                  <a:pt x="31449" y="287667"/>
                </a:cubicBezTo>
                <a:cubicBezTo>
                  <a:pt x="24945" y="281049"/>
                  <a:pt x="19671" y="273695"/>
                  <a:pt x="16178" y="265985"/>
                </a:cubicBezTo>
                <a:cubicBezTo>
                  <a:pt x="13464" y="260158"/>
                  <a:pt x="11330" y="254078"/>
                  <a:pt x="9805" y="247832"/>
                </a:cubicBezTo>
                <a:cubicBezTo>
                  <a:pt x="9245" y="245740"/>
                  <a:pt x="8933" y="243662"/>
                  <a:pt x="8548" y="241542"/>
                </a:cubicBezTo>
                <a:cubicBezTo>
                  <a:pt x="7144" y="233026"/>
                  <a:pt x="6417" y="224412"/>
                  <a:pt x="6376" y="215780"/>
                </a:cubicBezTo>
                <a:cubicBezTo>
                  <a:pt x="12317" y="220572"/>
                  <a:pt x="17980" y="225700"/>
                  <a:pt x="23337" y="231137"/>
                </a:cubicBezTo>
                <a:cubicBezTo>
                  <a:pt x="28850" y="236800"/>
                  <a:pt x="33714" y="243061"/>
                  <a:pt x="37840" y="249802"/>
                </a:cubicBezTo>
                <a:cubicBezTo>
                  <a:pt x="42603" y="257264"/>
                  <a:pt x="46365" y="265318"/>
                  <a:pt x="49030" y="273760"/>
                </a:cubicBezTo>
                <a:cubicBezTo>
                  <a:pt x="50219" y="277249"/>
                  <a:pt x="51269" y="280783"/>
                  <a:pt x="52176" y="284356"/>
                </a:cubicBezTo>
                <a:lnTo>
                  <a:pt x="52411" y="277319"/>
                </a:lnTo>
                <a:cubicBezTo>
                  <a:pt x="53376" y="258322"/>
                  <a:pt x="55368" y="240110"/>
                  <a:pt x="57974" y="222895"/>
                </a:cubicBezTo>
                <a:cubicBezTo>
                  <a:pt x="50574" y="217272"/>
                  <a:pt x="44486" y="211216"/>
                  <a:pt x="39643" y="204786"/>
                </a:cubicBezTo>
                <a:cubicBezTo>
                  <a:pt x="38246" y="202918"/>
                  <a:pt x="36924" y="201029"/>
                  <a:pt x="35716" y="199109"/>
                </a:cubicBezTo>
                <a:cubicBezTo>
                  <a:pt x="30137" y="189821"/>
                  <a:pt x="26383" y="179554"/>
                  <a:pt x="24654" y="168858"/>
                </a:cubicBezTo>
                <a:cubicBezTo>
                  <a:pt x="24035" y="164665"/>
                  <a:pt x="23639" y="160443"/>
                  <a:pt x="23466" y="156208"/>
                </a:cubicBezTo>
                <a:cubicBezTo>
                  <a:pt x="23285" y="151954"/>
                  <a:pt x="23255" y="147659"/>
                  <a:pt x="23475" y="143380"/>
                </a:cubicBezTo>
                <a:cubicBezTo>
                  <a:pt x="23778" y="139098"/>
                  <a:pt x="24197" y="134824"/>
                  <a:pt x="24731" y="130564"/>
                </a:cubicBezTo>
                <a:cubicBezTo>
                  <a:pt x="29916" y="136067"/>
                  <a:pt x="34904" y="141745"/>
                  <a:pt x="39375" y="147928"/>
                </a:cubicBezTo>
                <a:cubicBezTo>
                  <a:pt x="44138" y="154282"/>
                  <a:pt x="48179" y="161146"/>
                  <a:pt x="51424" y="168393"/>
                </a:cubicBezTo>
                <a:cubicBezTo>
                  <a:pt x="56571" y="180253"/>
                  <a:pt x="59746" y="192874"/>
                  <a:pt x="60824" y="205758"/>
                </a:cubicBezTo>
                <a:cubicBezTo>
                  <a:pt x="64582" y="185178"/>
                  <a:pt x="69371" y="164799"/>
                  <a:pt x="75171" y="144698"/>
                </a:cubicBezTo>
                <a:cubicBezTo>
                  <a:pt x="72296" y="141880"/>
                  <a:pt x="69596" y="139036"/>
                  <a:pt x="67249" y="136137"/>
                </a:cubicBezTo>
                <a:cubicBezTo>
                  <a:pt x="64068" y="132177"/>
                  <a:pt x="61253" y="128139"/>
                  <a:pt x="59074" y="124115"/>
                </a:cubicBezTo>
                <a:cubicBezTo>
                  <a:pt x="54618" y="116011"/>
                  <a:pt x="51798" y="107693"/>
                  <a:pt x="50156" y="99283"/>
                </a:cubicBezTo>
                <a:cubicBezTo>
                  <a:pt x="48701" y="90885"/>
                  <a:pt x="48607" y="82468"/>
                  <a:pt x="49205" y="73969"/>
                </a:cubicBezTo>
                <a:cubicBezTo>
                  <a:pt x="49449" y="69703"/>
                  <a:pt x="50186" y="65529"/>
                  <a:pt x="50937" y="61331"/>
                </a:cubicBezTo>
                <a:cubicBezTo>
                  <a:pt x="51736" y="57161"/>
                  <a:pt x="52650" y="52961"/>
                  <a:pt x="53687" y="48768"/>
                </a:cubicBezTo>
                <a:cubicBezTo>
                  <a:pt x="58186" y="54903"/>
                  <a:pt x="62453" y="61161"/>
                  <a:pt x="66144" y="67860"/>
                </a:cubicBezTo>
              </a:path>
            </a:pathLst>
          </a:custGeom>
          <a:gradFill>
            <a:gsLst>
              <a:gs pos="26000">
                <a:srgbClr val="37A8D3"/>
              </a:gs>
              <a:gs pos="100000">
                <a:srgbClr val="0F46A0"/>
              </a:gs>
            </a:gsLst>
            <a:lin ang="8100000" scaled="0"/>
          </a:gradFill>
          <a:ln>
            <a:noFill/>
          </a:ln>
          <a:effectLst/>
        </p:spPr>
        <p:txBody>
          <a:bodyPr rot="0" spcFirstLastPara="0" vertOverflow="overflow" horzOverflow="overflow" vert="horz" wrap="square" lIns="84125" tIns="42062" rIns="84125" bIns="42062" numCol="1" spcCol="0" rtlCol="0" fromWordArt="0" anchor="t" anchorCtr="0" forceAA="0" compatLnSpc="1">
            <a:noAutofit/>
          </a:bodyPr>
          <a:lstStyle/>
          <a:p>
            <a:pPr marL="0" marR="0" lvl="0" indent="0" algn="ctr" defTabSz="457200" rtl="0" eaLnBrk="1" fontAlgn="base" latinLnBrk="0" hangingPunct="1">
              <a:lnSpc>
                <a:spcPct val="100000"/>
              </a:lnSpc>
              <a:spcBef>
                <a:spcPts val="600"/>
              </a:spcBef>
              <a:spcAft>
                <a:spcPct val="0"/>
              </a:spcAft>
              <a:buClrTx/>
              <a:buSzTx/>
              <a:buFont typeface="Arial" panose="020B0604020202020204" pitchFamily="34" charset="0"/>
              <a:buNone/>
              <a:tabLst/>
              <a:defRPr/>
            </a:pPr>
            <a:endParaRPr kumimoji="0" lang="zh-CN" altLang="en-US" sz="10800" b="0" i="0" u="none" strike="noStrike" kern="1200" cap="none" spc="-300" normalizeH="0" baseline="0" noProof="0">
              <a:ln>
                <a:noFill/>
              </a:ln>
              <a:gradFill>
                <a:gsLst>
                  <a:gs pos="6000">
                    <a:srgbClr val="0B9BF6"/>
                  </a:gs>
                  <a:gs pos="92000">
                    <a:srgbClr val="0F46A0"/>
                  </a:gs>
                </a:gsLst>
                <a:lin ang="8100000" scaled="0"/>
              </a:gradFill>
              <a:effectLst>
                <a:outerShdw blurRad="32715" dist="32715" dir="5400000" algn="ctr" rotWithShape="0">
                  <a:srgbClr val="0F46A0">
                    <a:alpha val="20000"/>
                  </a:srgbClr>
                </a:outerShdw>
              </a:effectLst>
              <a:uLnTx/>
              <a:uFillTx/>
              <a:latin typeface="Arial"/>
              <a:ea typeface="汉仪心海行楷W" panose="00020600040101010101" pitchFamily="18" charset="-122"/>
              <a:cs typeface="演示流云楷" panose="02000600000000000000" pitchFamily="2" charset="-122"/>
              <a:sym typeface="+mn-ea"/>
            </a:endParaRPr>
          </a:p>
        </p:txBody>
      </p:sp>
      <p:cxnSp>
        <p:nvCxnSpPr>
          <p:cNvPr id="88" name="直接连接符 65">
            <a:extLst>
              <a:ext uri="{FF2B5EF4-FFF2-40B4-BE49-F238E27FC236}">
                <a16:creationId xmlns:a16="http://schemas.microsoft.com/office/drawing/2014/main" id="{6FF94499-CBCE-AE77-30C7-85AA88EA2564}"/>
              </a:ext>
            </a:extLst>
          </p:cNvPr>
          <p:cNvCxnSpPr>
            <a:cxnSpLocks/>
          </p:cNvCxnSpPr>
          <p:nvPr/>
        </p:nvCxnSpPr>
        <p:spPr>
          <a:xfrm>
            <a:off x="3774091" y="6037416"/>
            <a:ext cx="1451610" cy="0"/>
          </a:xfrm>
          <a:prstGeom prst="line">
            <a:avLst/>
          </a:prstGeom>
          <a:ln w="15875">
            <a:gradFill>
              <a:gsLst>
                <a:gs pos="0">
                  <a:srgbClr val="2C87B1"/>
                </a:gs>
                <a:gs pos="28000">
                  <a:srgbClr val="2A7FA8"/>
                </a:gs>
                <a:gs pos="100000">
                  <a:srgbClr val="9BD3EF"/>
                </a:gs>
              </a:gsLst>
              <a:lin ang="0" scaled="0"/>
            </a:gradFill>
          </a:ln>
        </p:spPr>
        <p:style>
          <a:lnRef idx="1">
            <a:schemeClr val="accent1"/>
          </a:lnRef>
          <a:fillRef idx="0">
            <a:schemeClr val="accent1"/>
          </a:fillRef>
          <a:effectRef idx="0">
            <a:schemeClr val="accent1"/>
          </a:effectRef>
          <a:fontRef idx="minor">
            <a:schemeClr val="tx1"/>
          </a:fontRef>
        </p:style>
      </p:cxnSp>
      <p:sp>
        <p:nvSpPr>
          <p:cNvPr id="89" name="文本框 88">
            <a:extLst>
              <a:ext uri="{FF2B5EF4-FFF2-40B4-BE49-F238E27FC236}">
                <a16:creationId xmlns:a16="http://schemas.microsoft.com/office/drawing/2014/main" id="{B5AFA0D9-066C-C7F4-6165-2C9E82D6F8EF}"/>
              </a:ext>
            </a:extLst>
          </p:cNvPr>
          <p:cNvSpPr txBox="1"/>
          <p:nvPr/>
        </p:nvSpPr>
        <p:spPr>
          <a:xfrm>
            <a:off x="4119821" y="5511707"/>
            <a:ext cx="1080770" cy="461665"/>
          </a:xfrm>
          <a:prstGeom prst="rect">
            <a:avLst/>
          </a:prstGeom>
          <a:noFill/>
        </p:spPr>
        <p:txBody>
          <a:bodyPr wrap="square" rtlCol="0" anchor="t">
            <a:spAutoFit/>
          </a:body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100 +</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sp>
        <p:nvSpPr>
          <p:cNvPr id="90" name="文本框 89">
            <a:extLst>
              <a:ext uri="{FF2B5EF4-FFF2-40B4-BE49-F238E27FC236}">
                <a16:creationId xmlns:a16="http://schemas.microsoft.com/office/drawing/2014/main" id="{98F9B8CD-79F8-3538-83E9-C928549C08CA}"/>
              </a:ext>
            </a:extLst>
          </p:cNvPr>
          <p:cNvSpPr txBox="1"/>
          <p:nvPr/>
        </p:nvSpPr>
        <p:spPr>
          <a:xfrm>
            <a:off x="3414209" y="6067910"/>
            <a:ext cx="2135772" cy="523220"/>
          </a:xfrm>
          <a:prstGeom prst="rect">
            <a:avLst/>
          </a:prstGeom>
          <a:noFill/>
        </p:spPr>
        <p:txBody>
          <a:bodyPr wrap="square" rtlCol="0" anchor="t">
            <a:spAutoFit/>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Global Conference Attendance</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pic>
        <p:nvPicPr>
          <p:cNvPr id="2" name="图片 1">
            <a:extLst>
              <a:ext uri="{FF2B5EF4-FFF2-40B4-BE49-F238E27FC236}">
                <a16:creationId xmlns:a16="http://schemas.microsoft.com/office/drawing/2014/main" id="{F21E5915-52CB-7ABF-C78C-EE88C84D62C0}"/>
              </a:ext>
            </a:extLst>
          </p:cNvPr>
          <p:cNvPicPr>
            <a:picLocks noChangeAspect="1"/>
          </p:cNvPicPr>
          <p:nvPr/>
        </p:nvPicPr>
        <p:blipFill>
          <a:blip r:embed="rId15"/>
          <a:stretch>
            <a:fillRect/>
          </a:stretch>
        </p:blipFill>
        <p:spPr>
          <a:xfrm>
            <a:off x="9045421" y="3080118"/>
            <a:ext cx="3125555" cy="2344166"/>
          </a:xfrm>
          <a:prstGeom prst="rect">
            <a:avLst/>
          </a:prstGeom>
        </p:spPr>
      </p:pic>
      <p:sp>
        <p:nvSpPr>
          <p:cNvPr id="11" name="文本框 10">
            <a:extLst>
              <a:ext uri="{FF2B5EF4-FFF2-40B4-BE49-F238E27FC236}">
                <a16:creationId xmlns:a16="http://schemas.microsoft.com/office/drawing/2014/main" id="{18B5CB1B-9AFA-1E87-E48E-2089F88A569F}"/>
              </a:ext>
            </a:extLst>
          </p:cNvPr>
          <p:cNvSpPr txBox="1"/>
          <p:nvPr/>
        </p:nvSpPr>
        <p:spPr>
          <a:xfrm>
            <a:off x="5645196" y="5691819"/>
            <a:ext cx="3303880" cy="954107"/>
          </a:xfrm>
          <a:prstGeom prst="rect">
            <a:avLst/>
          </a:prstGeom>
          <a:noFill/>
        </p:spPr>
        <p:txBody>
          <a:bodyPr wrap="square" rtlCol="0" anchor="t">
            <a:spAutoFit/>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Oral Presentation in IMS</a:t>
            </a:r>
          </a:p>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2025.09.18 Canada</a:t>
            </a:r>
          </a:p>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36-month follow-up results</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sp>
        <p:nvSpPr>
          <p:cNvPr id="13" name="文本框 12">
            <a:extLst>
              <a:ext uri="{FF2B5EF4-FFF2-40B4-BE49-F238E27FC236}">
                <a16:creationId xmlns:a16="http://schemas.microsoft.com/office/drawing/2014/main" id="{0AA11083-50AB-A2A3-80BA-5F7F468BC781}"/>
              </a:ext>
            </a:extLst>
          </p:cNvPr>
          <p:cNvSpPr txBox="1"/>
          <p:nvPr/>
        </p:nvSpPr>
        <p:spPr>
          <a:xfrm>
            <a:off x="8780106" y="5669035"/>
            <a:ext cx="3303880" cy="954107"/>
          </a:xfrm>
          <a:prstGeom prst="rect">
            <a:avLst/>
          </a:prstGeom>
          <a:noFill/>
        </p:spPr>
        <p:txBody>
          <a:bodyPr wrap="square" rtlCol="0" anchor="t">
            <a:spAutoFit/>
          </a:bodyPr>
          <a:lstStyle/>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Oral Presentation in IMS</a:t>
            </a:r>
          </a:p>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2025.09.19 Canada</a:t>
            </a:r>
          </a:p>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a:p>
            <a:pPr marL="0" marR="0" lvl="0" indent="0" algn="ctr"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1L </a:t>
            </a:r>
            <a:r>
              <a:rPr kumimoji="0" lang="en-US" altLang="zh-CN" sz="1400" b="1" i="1" u="none" strike="noStrike" kern="1200" cap="none" spc="0" normalizeH="0" baseline="0" noProof="0" dirty="0" err="1">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pPCL</a:t>
            </a:r>
            <a:r>
              <a:rPr kumimoji="0" lang="en-US" altLang="zh-CN"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rPr>
              <a:t> results</a:t>
            </a:r>
            <a:endParaRPr kumimoji="0" lang="zh-CN" altLang="en-US" sz="1400" b="1" i="1" u="none" strike="noStrike" kern="1200" cap="none" spc="0" normalizeH="0" baseline="0" noProof="0" dirty="0">
              <a:ln>
                <a:noFill/>
              </a:ln>
              <a:solidFill>
                <a:srgbClr val="0070C0"/>
              </a:solidFill>
              <a:effectLst/>
              <a:uLnTx/>
              <a:uFillTx/>
              <a:latin typeface="Arial"/>
              <a:ea typeface="微软雅黑" panose="020B0503020204020204" pitchFamily="34" charset="-122"/>
              <a:cs typeface="微软雅黑" panose="020B0503020204020204" pitchFamily="34" charset="-122"/>
              <a:sym typeface="+mn-ea"/>
            </a:endParaRPr>
          </a:p>
        </p:txBody>
      </p:sp>
      <p:pic>
        <p:nvPicPr>
          <p:cNvPr id="14" name="图片 13">
            <a:extLst>
              <a:ext uri="{FF2B5EF4-FFF2-40B4-BE49-F238E27FC236}">
                <a16:creationId xmlns:a16="http://schemas.microsoft.com/office/drawing/2014/main" id="{78F18D6C-5182-B023-BDCE-D6116B35FE7E}"/>
              </a:ext>
            </a:extLst>
          </p:cNvPr>
          <p:cNvPicPr>
            <a:picLocks noChangeAspect="1"/>
          </p:cNvPicPr>
          <p:nvPr/>
        </p:nvPicPr>
        <p:blipFill>
          <a:blip r:embed="rId16"/>
          <a:srcRect l="16034" t="25576"/>
          <a:stretch/>
        </p:blipFill>
        <p:spPr>
          <a:xfrm>
            <a:off x="5567425" y="3084995"/>
            <a:ext cx="3515518" cy="2336572"/>
          </a:xfrm>
          <a:prstGeom prst="rect">
            <a:avLst/>
          </a:prstGeom>
        </p:spPr>
      </p:pic>
    </p:spTree>
    <p:extLst>
      <p:ext uri="{BB962C8B-B14F-4D97-AF65-F5344CB8AC3E}">
        <p14:creationId xmlns:p14="http://schemas.microsoft.com/office/powerpoint/2010/main" val="3680148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630363" y="2414588"/>
            <a:ext cx="9720262" cy="1498600"/>
          </a:xfrm>
        </p:spPr>
        <p:txBody>
          <a:bodyPr/>
          <a:lstStyle/>
          <a:p>
            <a:pPr algn="ctr" fontAlgn="auto"/>
            <a:r>
              <a:rPr lang="en-US" altLang="zh-CN" sz="6000" noProof="1"/>
              <a:t>Thanks!</a:t>
            </a:r>
            <a:endParaRPr lang="zh-CN" altLang="en-US" sz="6000" noProof="1"/>
          </a:p>
        </p:txBody>
      </p:sp>
      <p:sp>
        <p:nvSpPr>
          <p:cNvPr id="31747" name="内容占位符 5"/>
          <p:cNvSpPr>
            <a:spLocks noGrp="1" noChangeArrowheads="1"/>
          </p:cNvSpPr>
          <p:nvPr>
            <p:ph idx="13"/>
          </p:nvPr>
        </p:nvSpPr>
        <p:spPr>
          <a:xfrm>
            <a:off x="1630363" y="5376863"/>
            <a:ext cx="9720262" cy="388937"/>
          </a:xfrm>
        </p:spPr>
        <p:txBody>
          <a:bodyPr>
            <a:normAutofit fontScale="90000"/>
          </a:bodyPr>
          <a:lstStyle/>
          <a:p>
            <a:r>
              <a:rPr lang="en-US" altLang="zh-CN" sz="1800">
                <a:latin typeface="+mj-lt"/>
                <a:ea typeface="微软雅黑" panose="020B0503020204020204" pitchFamily="34" charset="-122"/>
                <a:cs typeface="微软雅黑" panose="020B0503020204020204" pitchFamily="34" charset="-122"/>
              </a:rPr>
              <a:t>Nov </a:t>
            </a:r>
            <a:r>
              <a:rPr lang="en-US" altLang="zh-CN" sz="1800" dirty="0">
                <a:latin typeface="+mj-lt"/>
                <a:ea typeface="微软雅黑" panose="020B0503020204020204" pitchFamily="34" charset="-122"/>
                <a:cs typeface="微软雅黑" panose="020B0503020204020204" pitchFamily="34" charset="-122"/>
              </a:rPr>
              <a:t>2025</a:t>
            </a:r>
            <a:endParaRPr lang="zh-CN" altLang="en-US" sz="1800" dirty="0">
              <a:latin typeface="+mj-lt"/>
              <a:ea typeface="微软雅黑" panose="020B0503020204020204" pitchFamily="34" charset="-122"/>
              <a:cs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KSO_WPP_MARK_KEY" val="a1317230-3133-4a94-a294-fca4621605e1"/>
  <p:tag name="RESOURCE_RECORD_KEY" val="{&quot;70&quot;:[3312411,3327378,3328076]}"/>
  <p:tag name="COMMONDATA" val="eyJoZGlkIjoiNmYwN2U0N2JkOGFmNTMzY2QyNDg0OGFlZWVkZGMzOWY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17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24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29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200}"/>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6.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Transparent"/>
  <p:tag name="FONTCOLOR" val="Project Name Font"/>
  <p:tag name="HEIGHT" val="24"/>
  <p:tag name="LEFT" val="43.13"/>
  <p:tag name="LINECOLOR" val="NO VALUE"/>
  <p:tag name="OBJECTID" val="ProjectName"/>
  <p:tag name="PLACEHOLDERSIZE" val="NO VALUE"/>
  <p:tag name="SOURCE" val="NO VALUE"/>
  <p:tag name="SUBOBJECTID" val="ProjectNameText"/>
  <p:tag name="TOP" val="57.63"/>
  <p:tag name="TYPE" val="ProjectName"/>
  <p:tag name="WIDTH" val="154.75"/>
</p:tagLst>
</file>

<file path=ppt/tags/tag307.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Transparent"/>
  <p:tag name="FONTCOLOR" val="Project Name Font"/>
  <p:tag name="HEIGHT" val="24"/>
  <p:tag name="LEFT" val="43.13"/>
  <p:tag name="LINECOLOR" val="NO VALUE"/>
  <p:tag name="OBJECTID" val="ProjectName"/>
  <p:tag name="PLACEHOLDERSIZE" val="NO VALUE"/>
  <p:tag name="SOURCE" val="NO VALUE"/>
  <p:tag name="SUBOBJECTID" val="ProjectNameText"/>
  <p:tag name="TOP" val="57.63"/>
  <p:tag name="TYPE" val="ProjectName"/>
  <p:tag name="WIDTH" val="154.75"/>
</p:tagLst>
</file>

<file path=ppt/tags/tag308.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Transparent"/>
  <p:tag name="FONTCOLOR" val="Project Name Font"/>
  <p:tag name="HEIGHT" val="24"/>
  <p:tag name="LEFT" val="43.13"/>
  <p:tag name="LINECOLOR" val="NO VALUE"/>
  <p:tag name="OBJECTID" val="ProjectName"/>
  <p:tag name="PLACEHOLDERSIZE" val="NO VALUE"/>
  <p:tag name="SOURCE" val="NO VALUE"/>
  <p:tag name="SUBOBJECTID" val="ProjectNameText"/>
  <p:tag name="TOP" val="57.63"/>
  <p:tag name="TYPE" val="ProjectName"/>
  <p:tag name="WIDTH" val="154.75"/>
</p:tagLst>
</file>

<file path=ppt/tags/tag309.xml><?xml version="1.0" encoding="utf-8"?>
<p:tagLst xmlns:a="http://schemas.openxmlformats.org/drawingml/2006/main" xmlns:r="http://schemas.openxmlformats.org/officeDocument/2006/relationships" xmlns:p="http://schemas.openxmlformats.org/presentationml/2006/main">
  <p:tag name="PREVIOUSTEXTLENGTH" val="6"/>
</p:tagLst>
</file>

<file path=ppt/tags/tag310.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Transparent"/>
  <p:tag name="FONTCOLOR" val="Project Name Font"/>
  <p:tag name="HEIGHT" val="24"/>
  <p:tag name="LEFT" val="43.13"/>
  <p:tag name="LINECOLOR" val="NO VALUE"/>
  <p:tag name="OBJECTID" val="ProjectName"/>
  <p:tag name="PLACEHOLDERSIZE" val="NO VALUE"/>
  <p:tag name="SOURCE" val="NO VALUE"/>
  <p:tag name="SUBOBJECTID" val="ProjectNameText"/>
  <p:tag name="TOP" val="57.63"/>
  <p:tag name="TYPE" val="ProjectName"/>
  <p:tag name="WIDTH" val="154.75"/>
</p:tagLst>
</file>

<file path=ppt/tags/tag311.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Transparent"/>
  <p:tag name="FONTCOLOR" val="Project Name Font"/>
  <p:tag name="HEIGHT" val="24"/>
  <p:tag name="LEFT" val="43.13"/>
  <p:tag name="LINECOLOR" val="NO VALUE"/>
  <p:tag name="OBJECTID" val="ProjectName"/>
  <p:tag name="PLACEHOLDERSIZE" val="NO VALUE"/>
  <p:tag name="SOURCE" val="NO VALUE"/>
  <p:tag name="SUBOBJECTID" val="ProjectNameText"/>
  <p:tag name="TOP" val="57.63"/>
  <p:tag name="TYPE" val="ProjectName"/>
  <p:tag name="WIDTH" val="154.75"/>
</p:tagLst>
</file>

<file path=ppt/tags/tag312.xml><?xml version="1.0" encoding="utf-8"?>
<p:tagLst xmlns:a="http://schemas.openxmlformats.org/drawingml/2006/main" xmlns:r="http://schemas.openxmlformats.org/officeDocument/2006/relationships" xmlns:p="http://schemas.openxmlformats.org/presentationml/2006/main">
  <p:tag name="PREVIOUSTEXTLENGTH" val="77"/>
</p:tagLst>
</file>

<file path=ppt/tags/tag313.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NO VALUE"/>
  <p:tag name="HEIGHT" val="527.04"/>
  <p:tag name="LEFT" val="210.24"/>
  <p:tag name="LINECOLOR" val="Title Page Rule"/>
  <p:tag name="LINEWEIGHT" val="0.75"/>
  <p:tag name="OBJECTID" val="PageVerticalRuleLong"/>
  <p:tag name="PLACEHOLDERSIZE" val="NO VALUE"/>
  <p:tag name="SOURCE" val="NO VALUE"/>
  <p:tag name="SUBOBJECTID" val="PageVerticalRuleLong"/>
  <p:tag name="TOP" val="57.60"/>
  <p:tag name="TYPE" val="PageVerticalRuleLong"/>
</p:tagLst>
</file>

<file path=ppt/tags/tag314.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NO VALUE"/>
  <p:tag name="HEIGHT" val="527.04"/>
  <p:tag name="LEFT" val="210.24"/>
  <p:tag name="LINECOLOR" val="Title Page Rule"/>
  <p:tag name="LINEWEIGHT" val="0.75"/>
  <p:tag name="OBJECTID" val="PageVerticalRuleLong"/>
  <p:tag name="PLACEHOLDERSIZE" val="NO VALUE"/>
  <p:tag name="SOURCE" val="NO VALUE"/>
  <p:tag name="SUBOBJECTID" val="PageVerticalRuleLong"/>
  <p:tag name="TOP" val="57.60"/>
  <p:tag name="TYPE" val="PageVerticalRuleLong"/>
</p:tagLst>
</file>

<file path=ppt/tags/tag315.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NO VALUE"/>
  <p:tag name="HEIGHT" val="527.04"/>
  <p:tag name="LEFT" val="210.24"/>
  <p:tag name="LINECOLOR" val="Title Page Rule"/>
  <p:tag name="LINEWEIGHT" val="0.75"/>
  <p:tag name="OBJECTID" val="PageVerticalRuleLong"/>
  <p:tag name="PLACEHOLDERSIZE" val="NO VALUE"/>
  <p:tag name="SOURCE" val="NO VALUE"/>
  <p:tag name="SUBOBJECTID" val="PageVerticalRuleLong"/>
  <p:tag name="TOP" val="57.60"/>
  <p:tag name="TYPE" val="PageVerticalRuleLong"/>
</p:tagLst>
</file>

<file path=ppt/tags/tag316.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NO VALUE"/>
  <p:tag name="HEIGHT" val="527.04"/>
  <p:tag name="LEFT" val="210.24"/>
  <p:tag name="LINECOLOR" val="Title Page Rule"/>
  <p:tag name="LINEWEIGHT" val="0.75"/>
  <p:tag name="OBJECTID" val="PageVerticalRuleLong"/>
  <p:tag name="PLACEHOLDERSIZE" val="NO VALUE"/>
  <p:tag name="SOURCE" val="NO VALUE"/>
  <p:tag name="SUBOBJECTID" val="PageVerticalRuleLong"/>
  <p:tag name="TOP" val="57.60"/>
  <p:tag name="TYPE" val="PageVerticalRuleLong"/>
</p:tagLst>
</file>

<file path=ppt/tags/tag317.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NO VALUE"/>
  <p:tag name="HEIGHT" val="527.04"/>
  <p:tag name="LEFT" val="210.24"/>
  <p:tag name="LINECOLOR" val="Title Page Rule"/>
  <p:tag name="LINEWEIGHT" val="0.75"/>
  <p:tag name="OBJECTID" val="PageVerticalRuleLong"/>
  <p:tag name="PLACEHOLDERSIZE" val="NO VALUE"/>
  <p:tag name="SOURCE" val="NO VALUE"/>
  <p:tag name="SUBOBJECTID" val="PageVerticalRuleLong"/>
  <p:tag name="TOP" val="57.60"/>
  <p:tag name="TYPE" val="PageVerticalRuleLong"/>
</p:tagLst>
</file>

<file path=ppt/tags/tag318.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NO VALUE"/>
  <p:tag name="HEIGHT" val="527.04"/>
  <p:tag name="LEFT" val="210.24"/>
  <p:tag name="LINECOLOR" val="Title Page Rule"/>
  <p:tag name="LINEWEIGHT" val="0.75"/>
  <p:tag name="OBJECTID" val="PageVerticalRuleLong"/>
  <p:tag name="PLACEHOLDERSIZE" val="NO VALUE"/>
  <p:tag name="SOURCE" val="NO VALUE"/>
  <p:tag name="SUBOBJECTID" val="PageVerticalRuleLong"/>
  <p:tag name="TOP" val="57.60"/>
  <p:tag name="TYPE" val="PageVerticalRuleLong"/>
</p:tagLst>
</file>

<file path=ppt/tags/tag319.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DEVICE" val="Canon Colorpass 1000"/>
  <p:tag name="FILLFORECOLOR" val="NO VALUE"/>
  <p:tag name="HEIGHT" val="527.04"/>
  <p:tag name="LEFT" val="210.24"/>
  <p:tag name="LINECOLOR" val="Title Page Rule"/>
  <p:tag name="LINEWEIGHT" val="0.75"/>
  <p:tag name="OBJECTID" val="PageVerticalRuleLong"/>
  <p:tag name="PLACEHOLDERSIZE" val="NO VALUE"/>
  <p:tag name="SOURCE" val="NO VALUE"/>
  <p:tag name="SUBOBJECTID" val="PageVerticalRuleLong"/>
  <p:tag name="TOP" val="57.60"/>
  <p:tag name="TYPE" val="PageVerticalRuleLong"/>
</p:tagLst>
</file>

<file path=ppt/tags/tag320.xml><?xml version="1.0" encoding="utf-8"?>
<p:tagLst xmlns:a="http://schemas.openxmlformats.org/drawingml/2006/main" xmlns:r="http://schemas.openxmlformats.org/officeDocument/2006/relationships" xmlns:p="http://schemas.openxmlformats.org/presentationml/2006/main">
  <p:tag name="PREVIOUSTEXTLENGTH" val="125"/>
</p:tagLst>
</file>

<file path=ppt/tags/tag321.xml><?xml version="1.0" encoding="utf-8"?>
<p:tagLst xmlns:a="http://schemas.openxmlformats.org/drawingml/2006/main" xmlns:r="http://schemas.openxmlformats.org/officeDocument/2006/relationships" xmlns:p="http://schemas.openxmlformats.org/presentationml/2006/main">
  <p:tag name="PREVIOUSTEXTLENGTH" val="9"/>
</p:tagLst>
</file>

<file path=ppt/tags/tag322.xml><?xml version="1.0" encoding="utf-8"?>
<p:tagLst xmlns:a="http://schemas.openxmlformats.org/drawingml/2006/main" xmlns:r="http://schemas.openxmlformats.org/officeDocument/2006/relationships" xmlns:p="http://schemas.openxmlformats.org/presentationml/2006/main">
  <p:tag name="PREVIOUSTEXTLENGTH" val="10"/>
</p:tagLst>
</file>

<file path=ppt/tags/tag323.xml><?xml version="1.0" encoding="utf-8"?>
<p:tagLst xmlns:a="http://schemas.openxmlformats.org/drawingml/2006/main" xmlns:r="http://schemas.openxmlformats.org/officeDocument/2006/relationships" xmlns:p="http://schemas.openxmlformats.org/presentationml/2006/main">
  <p:tag name="PREVIOUSTEXTLENGTH" val="9"/>
</p:tagLst>
</file>

<file path=ppt/tags/tag324.xml><?xml version="1.0" encoding="utf-8"?>
<p:tagLst xmlns:a="http://schemas.openxmlformats.org/drawingml/2006/main" xmlns:r="http://schemas.openxmlformats.org/officeDocument/2006/relationships" xmlns:p="http://schemas.openxmlformats.org/presentationml/2006/main">
  <p:tag name="PREVIOUSTEXTLENGTH" val="8"/>
</p:tagLst>
</file>

<file path=ppt/tags/tag325.xml><?xml version="1.0" encoding="utf-8"?>
<p:tagLst xmlns:a="http://schemas.openxmlformats.org/drawingml/2006/main" xmlns:r="http://schemas.openxmlformats.org/officeDocument/2006/relationships" xmlns:p="http://schemas.openxmlformats.org/presentationml/2006/main">
  <p:tag name="PREVIOUSTEXTLENGTH" val="9"/>
</p:tagLst>
</file>

<file path=ppt/tags/tag326.xml><?xml version="1.0" encoding="utf-8"?>
<p:tagLst xmlns:a="http://schemas.openxmlformats.org/drawingml/2006/main" xmlns:r="http://schemas.openxmlformats.org/officeDocument/2006/relationships" xmlns:p="http://schemas.openxmlformats.org/presentationml/2006/main">
  <p:tag name="PREVIOUSTEXTLENGTH" val="8"/>
</p:tagLst>
</file>

<file path=ppt/tags/tag327.xml><?xml version="1.0" encoding="utf-8"?>
<p:tagLst xmlns:a="http://schemas.openxmlformats.org/drawingml/2006/main" xmlns:r="http://schemas.openxmlformats.org/officeDocument/2006/relationships" xmlns:p="http://schemas.openxmlformats.org/presentationml/2006/main">
  <p:tag name="PREVIOUSTEXTLENGTH" val="9"/>
</p:tagLst>
</file>

<file path=ppt/tags/tag328.xml><?xml version="1.0" encoding="utf-8"?>
<p:tagLst xmlns:a="http://schemas.openxmlformats.org/drawingml/2006/main" xmlns:r="http://schemas.openxmlformats.org/officeDocument/2006/relationships" xmlns:p="http://schemas.openxmlformats.org/presentationml/2006/main">
  <p:tag name="PREVIOUSTEXTLENGTH" val="10"/>
</p:tagLst>
</file>

<file path=ppt/tags/tag329.xml><?xml version="1.0" encoding="utf-8"?>
<p:tagLst xmlns:a="http://schemas.openxmlformats.org/drawingml/2006/main" xmlns:r="http://schemas.openxmlformats.org/officeDocument/2006/relationships" xmlns:p="http://schemas.openxmlformats.org/presentationml/2006/main">
  <p:tag name="PREVIOUSTEXTLENGTH" val="9"/>
</p:tagLst>
</file>

<file path=ppt/tags/tag330.xml><?xml version="1.0" encoding="utf-8"?>
<p:tagLst xmlns:a="http://schemas.openxmlformats.org/drawingml/2006/main" xmlns:r="http://schemas.openxmlformats.org/officeDocument/2006/relationships" xmlns:p="http://schemas.openxmlformats.org/presentationml/2006/main">
  <p:tag name="PREVIOUSTEXTLENGTH" val="8"/>
</p:tagLst>
</file>

<file path=ppt/tags/tag331.xml><?xml version="1.0" encoding="utf-8"?>
<p:tagLst xmlns:a="http://schemas.openxmlformats.org/drawingml/2006/main" xmlns:r="http://schemas.openxmlformats.org/officeDocument/2006/relationships" xmlns:p="http://schemas.openxmlformats.org/presentationml/2006/main">
  <p:tag name="PREVIOUSTEXTLENGTH" val="9"/>
</p:tagLst>
</file>

<file path=ppt/tags/tag332.xml><?xml version="1.0" encoding="utf-8"?>
<p:tagLst xmlns:a="http://schemas.openxmlformats.org/drawingml/2006/main" xmlns:r="http://schemas.openxmlformats.org/officeDocument/2006/relationships" xmlns:p="http://schemas.openxmlformats.org/presentationml/2006/main">
  <p:tag name="PREVIOUSTEXTLENGTH" val="8"/>
</p:tagLst>
</file>

<file path=ppt/tags/tag333.xml><?xml version="1.0" encoding="utf-8"?>
<p:tagLst xmlns:a="http://schemas.openxmlformats.org/drawingml/2006/main" xmlns:r="http://schemas.openxmlformats.org/officeDocument/2006/relationships" xmlns:p="http://schemas.openxmlformats.org/presentationml/2006/main">
  <p:tag name="PREVIOUSTEXTLENGTH" val="9"/>
</p:tagLst>
</file>

<file path=ppt/tags/tag334.xml><?xml version="1.0" encoding="utf-8"?>
<p:tagLst xmlns:a="http://schemas.openxmlformats.org/drawingml/2006/main" xmlns:r="http://schemas.openxmlformats.org/officeDocument/2006/relationships" xmlns:p="http://schemas.openxmlformats.org/presentationml/2006/main">
  <p:tag name="PREVIOUSTEXTLENGTH" val="10"/>
</p:tagLst>
</file>

<file path=ppt/tags/tag335.xml><?xml version="1.0" encoding="utf-8"?>
<p:tagLst xmlns:a="http://schemas.openxmlformats.org/drawingml/2006/main" xmlns:r="http://schemas.openxmlformats.org/officeDocument/2006/relationships" xmlns:p="http://schemas.openxmlformats.org/presentationml/2006/main">
  <p:tag name="PREVIOUSTEXTLENGTH" val="9"/>
</p:tagLst>
</file>

<file path=ppt/tags/tag336.xml><?xml version="1.0" encoding="utf-8"?>
<p:tagLst xmlns:a="http://schemas.openxmlformats.org/drawingml/2006/main" xmlns:r="http://schemas.openxmlformats.org/officeDocument/2006/relationships" xmlns:p="http://schemas.openxmlformats.org/presentationml/2006/main">
  <p:tag name="PREVIOUSTEXTLENGTH" val="8"/>
</p:tagLst>
</file>

<file path=ppt/tags/tag337.xml><?xml version="1.0" encoding="utf-8"?>
<p:tagLst xmlns:a="http://schemas.openxmlformats.org/drawingml/2006/main" xmlns:r="http://schemas.openxmlformats.org/officeDocument/2006/relationships" xmlns:p="http://schemas.openxmlformats.org/presentationml/2006/main">
  <p:tag name="PREVIOUSTEXTLENGTH" val="9"/>
</p:tagLst>
</file>

<file path=ppt/tags/tag338.xml><?xml version="1.0" encoding="utf-8"?>
<p:tagLst xmlns:a="http://schemas.openxmlformats.org/drawingml/2006/main" xmlns:r="http://schemas.openxmlformats.org/officeDocument/2006/relationships" xmlns:p="http://schemas.openxmlformats.org/presentationml/2006/main">
  <p:tag name="PREVIOUSTEXTLENGTH" val="8"/>
</p:tagLst>
</file>

<file path=ppt/tags/tag339.xml><?xml version="1.0" encoding="utf-8"?>
<p:tagLst xmlns:a="http://schemas.openxmlformats.org/drawingml/2006/main" xmlns:r="http://schemas.openxmlformats.org/officeDocument/2006/relationships" xmlns:p="http://schemas.openxmlformats.org/presentationml/2006/main">
  <p:tag name="PREVIOUSTEXTLENGTH" val="9"/>
</p:tagLst>
</file>

<file path=ppt/tags/tag340.xml><?xml version="1.0" encoding="utf-8"?>
<p:tagLst xmlns:a="http://schemas.openxmlformats.org/drawingml/2006/main" xmlns:r="http://schemas.openxmlformats.org/officeDocument/2006/relationships" xmlns:p="http://schemas.openxmlformats.org/presentationml/2006/main">
  <p:tag name="PREVIOUSTEXTLENGTH" val="10"/>
</p:tagLst>
</file>

<file path=ppt/tags/tag341.xml><?xml version="1.0" encoding="utf-8"?>
<p:tagLst xmlns:a="http://schemas.openxmlformats.org/drawingml/2006/main" xmlns:r="http://schemas.openxmlformats.org/officeDocument/2006/relationships" xmlns:p="http://schemas.openxmlformats.org/presentationml/2006/main">
  <p:tag name="PREVIOUSTEXTLENGTH" val="9"/>
</p:tagLst>
</file>

<file path=ppt/tags/tag342.xml><?xml version="1.0" encoding="utf-8"?>
<p:tagLst xmlns:a="http://schemas.openxmlformats.org/drawingml/2006/main" xmlns:r="http://schemas.openxmlformats.org/officeDocument/2006/relationships" xmlns:p="http://schemas.openxmlformats.org/presentationml/2006/main">
  <p:tag name="PREVIOUSTEXTLENGTH" val="8"/>
</p:tagLst>
</file>

<file path=ppt/tags/tag343.xml><?xml version="1.0" encoding="utf-8"?>
<p:tagLst xmlns:a="http://schemas.openxmlformats.org/drawingml/2006/main" xmlns:r="http://schemas.openxmlformats.org/officeDocument/2006/relationships" xmlns:p="http://schemas.openxmlformats.org/presentationml/2006/main">
  <p:tag name="PREVIOUSTEXTLENGTH" val="9"/>
</p:tagLst>
</file>

<file path=ppt/tags/tag344.xml><?xml version="1.0" encoding="utf-8"?>
<p:tagLst xmlns:a="http://schemas.openxmlformats.org/drawingml/2006/main" xmlns:r="http://schemas.openxmlformats.org/officeDocument/2006/relationships" xmlns:p="http://schemas.openxmlformats.org/presentationml/2006/main">
  <p:tag name="PREVIOUSTEXTLENGTH" val="8"/>
</p:tagLst>
</file>

<file path=ppt/tags/tag345.xml><?xml version="1.0" encoding="utf-8"?>
<p:tagLst xmlns:a="http://schemas.openxmlformats.org/drawingml/2006/main" xmlns:r="http://schemas.openxmlformats.org/officeDocument/2006/relationships" xmlns:p="http://schemas.openxmlformats.org/presentationml/2006/main">
  <p:tag name="PREVIOUSTEXTLENGTH" val="9"/>
</p:tagLst>
</file>

<file path=ppt/tags/tag346.xml><?xml version="1.0" encoding="utf-8"?>
<p:tagLst xmlns:a="http://schemas.openxmlformats.org/drawingml/2006/main" xmlns:r="http://schemas.openxmlformats.org/officeDocument/2006/relationships" xmlns:p="http://schemas.openxmlformats.org/presentationml/2006/main">
  <p:tag name="PREVIOUSTEXTLENGTH" val="10"/>
</p:tagLst>
</file>

<file path=ppt/tags/tag347.xml><?xml version="1.0" encoding="utf-8"?>
<p:tagLst xmlns:a="http://schemas.openxmlformats.org/drawingml/2006/main" xmlns:r="http://schemas.openxmlformats.org/officeDocument/2006/relationships" xmlns:p="http://schemas.openxmlformats.org/presentationml/2006/main">
  <p:tag name="PREVIOUSTEXTLENGTH" val="9"/>
</p:tagLst>
</file>

<file path=ppt/tags/tag348.xml><?xml version="1.0" encoding="utf-8"?>
<p:tagLst xmlns:a="http://schemas.openxmlformats.org/drawingml/2006/main" xmlns:r="http://schemas.openxmlformats.org/officeDocument/2006/relationships" xmlns:p="http://schemas.openxmlformats.org/presentationml/2006/main">
  <p:tag name="PREVIOUSTEXTLENGTH" val="8"/>
</p:tagLst>
</file>

<file path=ppt/tags/tag349.xml><?xml version="1.0" encoding="utf-8"?>
<p:tagLst xmlns:a="http://schemas.openxmlformats.org/drawingml/2006/main" xmlns:r="http://schemas.openxmlformats.org/officeDocument/2006/relationships" xmlns:p="http://schemas.openxmlformats.org/presentationml/2006/main">
  <p:tag name="PREVIOUSTEXTLENGTH" val="9"/>
</p:tagLst>
</file>

<file path=ppt/tags/tag350.xml><?xml version="1.0" encoding="utf-8"?>
<p:tagLst xmlns:a="http://schemas.openxmlformats.org/drawingml/2006/main" xmlns:r="http://schemas.openxmlformats.org/officeDocument/2006/relationships" xmlns:p="http://schemas.openxmlformats.org/presentationml/2006/main">
  <p:tag name="PREVIOUSTEXTLENGTH" val="8"/>
</p:tagLst>
</file>

<file path=ppt/tags/tag351.xml><?xml version="1.0" encoding="utf-8"?>
<p:tagLst xmlns:a="http://schemas.openxmlformats.org/drawingml/2006/main" xmlns:r="http://schemas.openxmlformats.org/officeDocument/2006/relationships" xmlns:p="http://schemas.openxmlformats.org/presentationml/2006/main">
  <p:tag name="PREVIOUSTEXTLENGTH" val="9"/>
</p:tagLst>
</file>

<file path=ppt/tags/tag352.xml><?xml version="1.0" encoding="utf-8"?>
<p:tagLst xmlns:a="http://schemas.openxmlformats.org/drawingml/2006/main" xmlns:r="http://schemas.openxmlformats.org/officeDocument/2006/relationships" xmlns:p="http://schemas.openxmlformats.org/presentationml/2006/main">
  <p:tag name="PREVIOUSTEXTLENGTH" val="10"/>
</p:tagLst>
</file>

<file path=ppt/tags/tag353.xml><?xml version="1.0" encoding="utf-8"?>
<p:tagLst xmlns:a="http://schemas.openxmlformats.org/drawingml/2006/main" xmlns:r="http://schemas.openxmlformats.org/officeDocument/2006/relationships" xmlns:p="http://schemas.openxmlformats.org/presentationml/2006/main">
  <p:tag name="PREVIOUSTEXTLENGTH" val="9"/>
</p:tagLst>
</file>

<file path=ppt/tags/tag354.xml><?xml version="1.0" encoding="utf-8"?>
<p:tagLst xmlns:a="http://schemas.openxmlformats.org/drawingml/2006/main" xmlns:r="http://schemas.openxmlformats.org/officeDocument/2006/relationships" xmlns:p="http://schemas.openxmlformats.org/presentationml/2006/main">
  <p:tag name="PREVIOUSTEXTLENGTH" val="8"/>
</p:tagLst>
</file>

<file path=ppt/tags/tag355.xml><?xml version="1.0" encoding="utf-8"?>
<p:tagLst xmlns:a="http://schemas.openxmlformats.org/drawingml/2006/main" xmlns:r="http://schemas.openxmlformats.org/officeDocument/2006/relationships" xmlns:p="http://schemas.openxmlformats.org/presentationml/2006/main">
  <p:tag name="PREVIOUSTEXTLENGTH" val="9"/>
</p:tagLst>
</file>

<file path=ppt/tags/tag356.xml><?xml version="1.0" encoding="utf-8"?>
<p:tagLst xmlns:a="http://schemas.openxmlformats.org/drawingml/2006/main" xmlns:r="http://schemas.openxmlformats.org/officeDocument/2006/relationships" xmlns:p="http://schemas.openxmlformats.org/presentationml/2006/main">
  <p:tag name="PREVIOUSTEXTLENGTH" val="8"/>
</p:tagLst>
</file>

<file path=ppt/tags/tag357.xml><?xml version="1.0" encoding="utf-8"?>
<p:tagLst xmlns:a="http://schemas.openxmlformats.org/drawingml/2006/main" xmlns:r="http://schemas.openxmlformats.org/officeDocument/2006/relationships" xmlns:p="http://schemas.openxmlformats.org/presentationml/2006/main">
  <p:tag name="PREVIOUSTEXTLENGTH" val="56"/>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253.00944881889762,&quot;left&quot;:20.45,&quot;top&quot;:90.9,&quot;width&quot;:798.7}"/>
</p:tagLst>
</file>

<file path=ppt/tags/tag375.xml><?xml version="1.0" encoding="utf-8"?>
<p:tagLst xmlns:a="http://schemas.openxmlformats.org/drawingml/2006/main" xmlns:r="http://schemas.openxmlformats.org/officeDocument/2006/relationships" xmlns:p="http://schemas.openxmlformats.org/presentationml/2006/main">
  <p:tag name="KSO_WM_DIAGRAM_VIRTUALLY_FRAME" val="{&quot;height&quot;:253.00944881889762,&quot;left&quot;:20.45,&quot;top&quot;:90.9,&quot;width&quot;:798.7}"/>
</p:tagLst>
</file>

<file path=ppt/tags/tag3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7.xml><?xml version="1.0" encoding="utf-8"?>
<p:tagLst xmlns:a="http://schemas.openxmlformats.org/drawingml/2006/main" xmlns:r="http://schemas.openxmlformats.org/officeDocument/2006/relationships" xmlns:p="http://schemas.openxmlformats.org/presentationml/2006/main">
  <p:tag name="KSO_WM_DIAGRAM_VIRTUALLY_FRAME" val="{&quot;height&quot;:253.00944881889762,&quot;left&quot;:20.45,&quot;top&quot;:90.9,&quot;width&quot;:798.7}"/>
</p:tagLst>
</file>

<file path=ppt/tags/tag378.xml><?xml version="1.0" encoding="utf-8"?>
<p:tagLst xmlns:a="http://schemas.openxmlformats.org/drawingml/2006/main" xmlns:r="http://schemas.openxmlformats.org/officeDocument/2006/relationships" xmlns:p="http://schemas.openxmlformats.org/presentationml/2006/main">
  <p:tag name="KSO_WM_DIAGRAM_VIRTUALLY_FRAME" val="{&quot;height&quot;:253.00944881889762,&quot;left&quot;:20.45,&quot;top&quot;:90.9,&quot;width&quot;:798.7}"/>
</p:tagLst>
</file>

<file path=ppt/tags/tag379.xml><?xml version="1.0" encoding="utf-8"?>
<p:tagLst xmlns:a="http://schemas.openxmlformats.org/drawingml/2006/main" xmlns:r="http://schemas.openxmlformats.org/officeDocument/2006/relationships" xmlns:p="http://schemas.openxmlformats.org/presentationml/2006/main">
  <p:tag name="KSO_WM_DIAGRAM_VIRTUALLY_FRAME" val="{&quot;height&quot;:253.00944881889762,&quot;left&quot;:20.45,&quot;top&quot;:90.9,&quot;width&quot;:798.7}"/>
</p:tagLst>
</file>

<file path=ppt/tags/tag380.xml><?xml version="1.0" encoding="utf-8"?>
<p:tagLst xmlns:a="http://schemas.openxmlformats.org/drawingml/2006/main" xmlns:r="http://schemas.openxmlformats.org/officeDocument/2006/relationships" xmlns:p="http://schemas.openxmlformats.org/presentationml/2006/main">
  <p:tag name="KSO_WM_DIAGRAM_VIRTUALLY_FRAME" val="{&quot;height&quot;:253.00944881889762,&quot;left&quot;:20.45,&quot;top&quot;:90.9,&quot;width&quot;:798.7}"/>
</p:tagLst>
</file>

<file path=ppt/tags/tag381.xml><?xml version="1.0" encoding="utf-8"?>
<p:tagLst xmlns:a="http://schemas.openxmlformats.org/drawingml/2006/main" xmlns:r="http://schemas.openxmlformats.org/officeDocument/2006/relationships" xmlns:p="http://schemas.openxmlformats.org/presentationml/2006/main">
  <p:tag name="KSO_WM_DIAGRAM_VIRTUALLY_FRAME" val="{&quot;height&quot;:253.00944881889762,&quot;left&quot;:20.45,&quot;top&quot;:90.9,&quot;width&quot;:798.7}"/>
</p:tagLst>
</file>

<file path=ppt/tags/tag382.xml><?xml version="1.0" encoding="utf-8"?>
<p:tagLst xmlns:a="http://schemas.openxmlformats.org/drawingml/2006/main" xmlns:r="http://schemas.openxmlformats.org/officeDocument/2006/relationships" xmlns:p="http://schemas.openxmlformats.org/presentationml/2006/main">
  <p:tag name="KSO_WM_DIAGRAM_VIRTUALLY_FRAME" val="{&quot;height&quot;:253.00944881889762,&quot;left&quot;:20.45,&quot;top&quot;:90.9,&quot;width&quot;:798.7}"/>
</p:tagLst>
</file>

<file path=ppt/tags/tag383.xml><?xml version="1.0" encoding="utf-8"?>
<p:tagLst xmlns:a="http://schemas.openxmlformats.org/drawingml/2006/main" xmlns:r="http://schemas.openxmlformats.org/officeDocument/2006/relationships" xmlns:p="http://schemas.openxmlformats.org/presentationml/2006/main">
  <p:tag name="KSO_WM_DIAGRAM_VIRTUALLY_FRAME" val="{&quot;height&quot;:253.00944881889762,&quot;left&quot;:20.45,&quot;top&quot;:90.9,&quot;width&quot;:798.7}"/>
</p:tagLst>
</file>

<file path=ppt/tags/tag384.xml><?xml version="1.0" encoding="utf-8"?>
<p:tagLst xmlns:a="http://schemas.openxmlformats.org/drawingml/2006/main" xmlns:r="http://schemas.openxmlformats.org/officeDocument/2006/relationships" xmlns:p="http://schemas.openxmlformats.org/presentationml/2006/main">
  <p:tag name="LAYOUTPLACEHOLDERNAME" val="Slide - Sub-Title"/>
</p:tagLst>
</file>

<file path=ppt/tags/tag385.xml><?xml version="1.0" encoding="utf-8"?>
<p:tagLst xmlns:a="http://schemas.openxmlformats.org/drawingml/2006/main" xmlns:r="http://schemas.openxmlformats.org/officeDocument/2006/relationships" xmlns:p="http://schemas.openxmlformats.org/presentationml/2006/main">
  <p:tag name="LAYOUTPLACEHOLDERNAME" val="Placeholder 1 - Title"/>
</p:tagLst>
</file>

<file path=ppt/tags/tag386.xml><?xml version="1.0" encoding="utf-8"?>
<p:tagLst xmlns:a="http://schemas.openxmlformats.org/drawingml/2006/main" xmlns:r="http://schemas.openxmlformats.org/officeDocument/2006/relationships" xmlns:p="http://schemas.openxmlformats.org/presentationml/2006/main">
  <p:tag name="LAYOUTPLACEHOLDERNAME" val="Slide - Footnote"/>
</p:tagLst>
</file>

<file path=ppt/tags/tag387.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88.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89.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0.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1.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2.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3.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4.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5.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6.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7.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8.xml><?xml version="1.0" encoding="utf-8"?>
<p:tagLst xmlns:a="http://schemas.openxmlformats.org/drawingml/2006/main" xmlns:r="http://schemas.openxmlformats.org/officeDocument/2006/relationships" xmlns:p="http://schemas.openxmlformats.org/presentationml/2006/main">
  <p:tag name="PREVIOUSTEXTLENGTH" val="22"/>
</p:tagLst>
</file>

<file path=ppt/tags/tag399.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0.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1.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2.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3.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4.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5.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6.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7.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8.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09.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0.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1.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2.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3.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4.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5.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6.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7.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8.xml><?xml version="1.0" encoding="utf-8"?>
<p:tagLst xmlns:a="http://schemas.openxmlformats.org/drawingml/2006/main" xmlns:r="http://schemas.openxmlformats.org/officeDocument/2006/relationships" xmlns:p="http://schemas.openxmlformats.org/presentationml/2006/main">
  <p:tag name="PREVIOUSTEXTLENGTH" val="22"/>
</p:tagLst>
</file>

<file path=ppt/tags/tag41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2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3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4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5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6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7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8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49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0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1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2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3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4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5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6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7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8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59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0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1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2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3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4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5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3.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4.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5.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6.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7.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8.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69.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70.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71.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ags/tag672.xml><?xml version="1.0" encoding="utf-8"?>
<p:tagLst xmlns:a="http://schemas.openxmlformats.org/drawingml/2006/main" xmlns:r="http://schemas.openxmlformats.org/officeDocument/2006/relationships" xmlns:p="http://schemas.openxmlformats.org/presentationml/2006/main">
  <p:tag name="DEVICE" val="Canon Colorpass 1000"/>
  <p:tag name="FILLFORECOLOR" val="Color 5"/>
</p:tagLst>
</file>

<file path=ppt/theme/_rels/theme2.xml.rels><?xml version="1.0" encoding="UTF-8" standalone="yes"?>
<Relationships xmlns="http://schemas.openxmlformats.org/package/2006/relationships"><Relationship Id="rId1" Type="http://schemas.openxmlformats.org/officeDocument/2006/relationships/image" Target="../media/image9.jpeg"/></Relationships>
</file>

<file path=ppt/theme/_rels/theme4.xml.rels><?xml version="1.0" encoding="UTF-8" standalone="yes"?>
<Relationships xmlns="http://schemas.openxmlformats.org/package/2006/relationships"><Relationship Id="rId1" Type="http://schemas.openxmlformats.org/officeDocument/2006/relationships/image" Target="../media/image9.jpeg"/></Relationships>
</file>

<file path=ppt/theme/_rels/theme6.xml.rels><?xml version="1.0" encoding="UTF-8" standalone="yes"?>
<Relationships xmlns="http://schemas.openxmlformats.org/package/2006/relationships"><Relationship Id="rId1" Type="http://schemas.openxmlformats.org/officeDocument/2006/relationships/image" Target="../media/image9.jpeg"/></Relationships>
</file>

<file path=ppt/theme/_rels/theme7.xml.rels><?xml version="1.0" encoding="UTF-8" standalone="yes"?>
<Relationships xmlns="http://schemas.openxmlformats.org/package/2006/relationships"><Relationship Id="rId1" Type="http://schemas.openxmlformats.org/officeDocument/2006/relationships/image" Target="../media/image9.jpeg"/></Relationships>
</file>

<file path=ppt/theme/_rels/theme10.xml.rels><?xml version="1.0" encoding="UTF-8" standalone="yes"?>
<Relationships xmlns="http://schemas.openxmlformats.org/package/2006/relationships"><Relationship Id="rId1" Type="http://schemas.openxmlformats.org/officeDocument/2006/relationships/image" Target="../media/image9.jpeg"/></Relationships>
</file>

<file path=ppt/theme/_rels/theme12.xml.rels><?xml version="1.0" encoding="UTF-8" standalone="yes"?>
<Relationships xmlns="http://schemas.openxmlformats.org/package/2006/relationships"><Relationship Id="rId1" Type="http://schemas.openxmlformats.org/officeDocument/2006/relationships/image" Target="../media/image9.jpeg"/></Relationships>
</file>

<file path=ppt/theme/_rels/theme13.xml.rels><?xml version="1.0" encoding="UTF-8" standalone="yes"?>
<Relationships xmlns="http://schemas.openxmlformats.org/package/2006/relationships"><Relationship Id="rId1" Type="http://schemas.openxmlformats.org/officeDocument/2006/relationships/image" Target="../media/image9.jpeg"/></Relationships>
</file>

<file path=ppt/theme/_rels/theme15.xml.rels><?xml version="1.0" encoding="UTF-8" standalone="yes"?>
<Relationships xmlns="http://schemas.openxmlformats.org/package/2006/relationships"><Relationship Id="rId1" Type="http://schemas.openxmlformats.org/officeDocument/2006/relationships/image" Target="../media/image9.jpeg"/></Relationships>
</file>

<file path=ppt/theme/_rels/theme19.xml.rels><?xml version="1.0" encoding="UTF-8" standalone="yes"?>
<Relationships xmlns="http://schemas.openxmlformats.org/package/2006/relationships"><Relationship Id="rId1" Type="http://schemas.openxmlformats.org/officeDocument/2006/relationships/image" Target="../media/image9.jpeg"/></Relationships>
</file>

<file path=ppt/theme/theme1.xml><?xml version="1.0" encoding="utf-8"?>
<a:theme xmlns:a="http://schemas.openxmlformats.org/drawingml/2006/main" name="1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自定义 3">
      <a:majorFont>
        <a:latin typeface="Arial Black"/>
        <a:ea typeface="微软雅黑"/>
        <a:cs typeface=""/>
      </a:majorFont>
      <a:minorFont>
        <a:latin typeface="Source Han Sans CN Normal"/>
        <a:ea typeface="微软雅黑 Light"/>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txDef>
      <a:spPr bwMode="auto">
        <a:noFill/>
        <a:ln>
          <a:noFill/>
        </a:ln>
      </a:spPr>
      <a:bodyPr>
        <a:spAutoFit/>
      </a:bodyPr>
      <a:lstStyle>
        <a:defPPr algn="just">
          <a:lnSpc>
            <a:spcPct val="120000"/>
          </a:lnSpc>
          <a:spcBef>
            <a:spcPct val="20000"/>
          </a:spcBef>
          <a:defRPr sz="1400" dirty="0">
            <a:solidFill>
              <a:srgbClr val="102144"/>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自定义 3">
      <a:majorFont>
        <a:latin typeface="Arial Black"/>
        <a:ea typeface="微软雅黑"/>
        <a:cs typeface=""/>
      </a:majorFont>
      <a:minorFont>
        <a:latin typeface="Source Han Sans CN Normal"/>
        <a:ea typeface="微软雅黑 Light"/>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txDef>
      <a:spPr bwMode="auto">
        <a:noFill/>
        <a:ln>
          <a:noFill/>
        </a:ln>
      </a:spPr>
      <a:bodyPr>
        <a:spAutoFit/>
      </a:bodyPr>
      <a:lstStyle>
        <a:defPPr algn="just">
          <a:lnSpc>
            <a:spcPct val="120000"/>
          </a:lnSpc>
          <a:spcBef>
            <a:spcPct val="20000"/>
          </a:spcBef>
          <a:defRPr sz="1400" dirty="0">
            <a:solidFill>
              <a:srgbClr val="102144"/>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自定义 3">
      <a:majorFont>
        <a:latin typeface="Arial Black"/>
        <a:ea typeface="微软雅黑"/>
        <a:cs typeface=""/>
      </a:majorFont>
      <a:minorFont>
        <a:latin typeface="Source Han Sans CN Normal"/>
        <a:ea typeface="微软雅黑 Light"/>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txDef>
      <a:spPr bwMode="auto">
        <a:noFill/>
        <a:ln>
          <a:noFill/>
        </a:ln>
      </a:spPr>
      <a:bodyPr>
        <a:spAutoFit/>
      </a:bodyPr>
      <a:lstStyle>
        <a:defPPr algn="just">
          <a:lnSpc>
            <a:spcPct val="120000"/>
          </a:lnSpc>
          <a:spcBef>
            <a:spcPct val="20000"/>
          </a:spcBef>
          <a:defRPr sz="1400" dirty="0">
            <a:solidFill>
              <a:srgbClr val="102144"/>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自定义 3">
      <a:majorFont>
        <a:latin typeface="Arial Black"/>
        <a:ea typeface="微软雅黑"/>
        <a:cs typeface=""/>
      </a:majorFont>
      <a:minorFont>
        <a:latin typeface="Source Han Sans CN Normal"/>
        <a:ea typeface="微软雅黑 Light"/>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txDef>
      <a:spPr bwMode="auto">
        <a:noFill/>
        <a:ln>
          <a:noFill/>
        </a:ln>
      </a:spPr>
      <a:bodyPr>
        <a:spAutoFit/>
      </a:bodyPr>
      <a:lstStyle>
        <a:defPPr algn="just">
          <a:lnSpc>
            <a:spcPct val="120000"/>
          </a:lnSpc>
          <a:spcBef>
            <a:spcPct val="20000"/>
          </a:spcBef>
          <a:defRPr sz="1400" dirty="0">
            <a:solidFill>
              <a:srgbClr val="102144"/>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4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5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5_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自定义 3">
      <a:majorFont>
        <a:latin typeface="Arial Black"/>
        <a:ea typeface="微软雅黑"/>
        <a:cs typeface=""/>
      </a:majorFont>
      <a:minorFont>
        <a:latin typeface="Source Han Sans CN Normal"/>
        <a:ea typeface="微软雅黑 Light"/>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txDef>
      <a:spPr bwMode="auto">
        <a:noFill/>
        <a:ln>
          <a:noFill/>
        </a:ln>
      </a:spPr>
      <a:bodyPr>
        <a:spAutoFit/>
      </a:bodyPr>
      <a:lstStyle>
        <a:defPPr algn="just">
          <a:lnSpc>
            <a:spcPct val="120000"/>
          </a:lnSpc>
          <a:spcBef>
            <a:spcPct val="20000"/>
          </a:spcBef>
          <a:defRPr sz="1400" dirty="0">
            <a:solidFill>
              <a:srgbClr val="102144"/>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6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6_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自定义 3">
      <a:majorFont>
        <a:latin typeface="Arial Black"/>
        <a:ea typeface="微软雅黑"/>
        <a:cs typeface=""/>
      </a:majorFont>
      <a:minorFont>
        <a:latin typeface="Source Han Sans CN Normal"/>
        <a:ea typeface="微软雅黑 Light"/>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txDef>
      <a:spPr bwMode="auto">
        <a:noFill/>
        <a:ln>
          <a:noFill/>
        </a:ln>
      </a:spPr>
      <a:bodyPr>
        <a:spAutoFit/>
      </a:bodyPr>
      <a:lstStyle>
        <a:defPPr algn="just">
          <a:lnSpc>
            <a:spcPct val="120000"/>
          </a:lnSpc>
          <a:spcBef>
            <a:spcPct val="20000"/>
          </a:spcBef>
          <a:defRPr sz="1400" dirty="0">
            <a:solidFill>
              <a:srgbClr val="102144"/>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7_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自定义 3">
      <a:majorFont>
        <a:latin typeface="Arial Black"/>
        <a:ea typeface="微软雅黑"/>
        <a:cs typeface=""/>
      </a:majorFont>
      <a:minorFont>
        <a:latin typeface="Source Han Sans CN Normal"/>
        <a:ea typeface="微软雅黑 Light"/>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txDef>
      <a:spPr bwMode="auto">
        <a:noFill/>
        <a:ln>
          <a:noFill/>
        </a:ln>
      </a:spPr>
      <a:bodyPr>
        <a:spAutoFit/>
      </a:bodyPr>
      <a:lstStyle>
        <a:defPPr algn="just">
          <a:lnSpc>
            <a:spcPct val="120000"/>
          </a:lnSpc>
          <a:spcBef>
            <a:spcPct val="20000"/>
          </a:spcBef>
          <a:defRPr sz="1400" dirty="0">
            <a:solidFill>
              <a:srgbClr val="102144"/>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8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9_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自定义 3">
      <a:majorFont>
        <a:latin typeface="Arial Black"/>
        <a:ea typeface="微软雅黑"/>
        <a:cs typeface=""/>
      </a:majorFont>
      <a:minorFont>
        <a:latin typeface="Source Han Sans CN Normal"/>
        <a:ea typeface="微软雅黑 Light"/>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txDef>
      <a:spPr bwMode="auto">
        <a:noFill/>
        <a:ln>
          <a:noFill/>
        </a:ln>
      </a:spPr>
      <a:bodyPr>
        <a:spAutoFit/>
      </a:bodyPr>
      <a:lstStyle>
        <a:defPPr algn="just">
          <a:lnSpc>
            <a:spcPct val="120000"/>
          </a:lnSpc>
          <a:spcBef>
            <a:spcPct val="20000"/>
          </a:spcBef>
          <a:defRPr sz="1400" dirty="0">
            <a:solidFill>
              <a:srgbClr val="102144"/>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7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9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1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8_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自定义 3">
      <a:majorFont>
        <a:latin typeface="Arial Black"/>
        <a:ea typeface="微软雅黑"/>
        <a:cs typeface=""/>
      </a:majorFont>
      <a:minorFont>
        <a:latin typeface="Source Han Sans CN Normal"/>
        <a:ea typeface="微软雅黑 Light"/>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txDef>
      <a:spPr bwMode="auto">
        <a:noFill/>
        <a:ln>
          <a:noFill/>
        </a:ln>
      </a:spPr>
      <a:bodyPr>
        <a:spAutoFit/>
      </a:bodyPr>
      <a:lstStyle>
        <a:defPPr algn="just">
          <a:lnSpc>
            <a:spcPct val="120000"/>
          </a:lnSpc>
          <a:spcBef>
            <a:spcPct val="20000"/>
          </a:spcBef>
          <a:defRPr sz="1400" dirty="0">
            <a:solidFill>
              <a:srgbClr val="102144"/>
            </a:solidFill>
            <a:latin typeface="Source Han Sans CN Normal" panose="020B0400000000000000" pitchFamily="34" charset="-122"/>
            <a:ea typeface="Source Han Sans CN Normal" panose="020B0400000000000000" pitchFamily="34" charset="-122"/>
            <a:sym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2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10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Author">
  <a:themeElements>
    <a:clrScheme name="IASO">
      <a:dk1>
        <a:sysClr val="windowText" lastClr="000000"/>
      </a:dk1>
      <a:lt1>
        <a:sysClr val="window" lastClr="FFFFFF"/>
      </a:lt1>
      <a:dk2>
        <a:srgbClr val="373545"/>
      </a:dk2>
      <a:lt2>
        <a:srgbClr val="BFBFBF"/>
      </a:lt2>
      <a:accent1>
        <a:srgbClr val="22E2D4"/>
      </a:accent1>
      <a:accent2>
        <a:srgbClr val="2963F3"/>
      </a:accent2>
      <a:accent3>
        <a:srgbClr val="004F8A"/>
      </a:accent3>
      <a:accent4>
        <a:srgbClr val="F6D11A"/>
      </a:accent4>
      <a:accent5>
        <a:srgbClr val="FE8C1A"/>
      </a:accent5>
      <a:accent6>
        <a:srgbClr val="BFBFBF"/>
      </a:accent6>
      <a:hlink>
        <a:srgbClr val="E5E5E5"/>
      </a:hlink>
      <a:folHlink>
        <a:srgbClr val="8F8F8F"/>
      </a:folHlink>
    </a:clrScheme>
    <a:fontScheme name="Custom 70">
      <a:majorFont>
        <a:latin typeface="Arial"/>
        <a:ea typeface="KaiTi"/>
        <a:cs typeface="Arial"/>
      </a:majorFont>
      <a:minorFont>
        <a:latin typeface="Arial"/>
        <a:ea typeface="KaiTi"/>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w="19050">
          <a:solidFill>
            <a:schemeClr val="tx2"/>
          </a:solidFill>
        </a:ln>
      </a:spPr>
      <a:bodyPr rot="0" spcFirstLastPara="0" vertOverflow="overflow" horzOverflow="overflow" vert="horz" wrap="square" lIns="46800" tIns="45720" rIns="46800" bIns="45720" numCol="1" spcCol="0" rtlCol="0" fromWordArt="0" anchor="ctr" anchorCtr="0" forceAA="0" compatLnSpc="1">
        <a:noAutofit/>
      </a:bodyPr>
      <a:lstStyle>
        <a:defPPr algn="ctr">
          <a:spcBef>
            <a:spcPts val="400"/>
          </a:spcBef>
          <a:defRPr sz="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chor="t">
        <a:spAutoFit/>
      </a:bodyPr>
      <a:lstStyle>
        <a:defPPr algn="l">
          <a:spcBef>
            <a:spcPts val="400"/>
          </a:spcBef>
          <a:defRPr sz="800" dirty="0" smtClean="0"/>
        </a:defPPr>
      </a:lstStyle>
      <a:style>
        <a:lnRef idx="0">
          <a:scrgbClr r="0" g="0" b="0"/>
        </a:lnRef>
        <a:fillRef idx="0">
          <a:scrgbClr r="0" g="0" b="0"/>
        </a:fillRef>
        <a:effectRef idx="0">
          <a:scrgbClr r="0" g="0" b="0"/>
        </a:effectRef>
        <a:fontRef idx="minor">
          <a:schemeClr val="tx1"/>
        </a:fontRef>
      </a:style>
    </a:txDef>
  </a:objectDefaults>
  <a:extraClrSchemeLst/>
  <a:custClrLst>
    <a:custClr name="Dark Green">
      <a:srgbClr val="2D8F78"/>
    </a:custClr>
    <a:custClr name="Sky Blue">
      <a:srgbClr val="71D1D5"/>
    </a:custClr>
    <a:custClr name="Violet">
      <a:srgbClr val="929BCA"/>
    </a:custClr>
    <a:custClr name="Light Violet">
      <a:srgbClr val="D5D9EB"/>
    </a:custClr>
    <a:custClr name="Crimson">
      <a:srgbClr val="B4425D"/>
    </a:custClr>
    <a:custClr name="Beige">
      <a:srgbClr val="E3D7AB"/>
    </a:custClr>
    <a:custClr name="Bronze">
      <a:srgbClr val="C3842F"/>
    </a:custClr>
    <a:custClr name="Light Green">
      <a:srgbClr val="89B871"/>
    </a:custClr>
    <a:custClr name="Teal">
      <a:srgbClr val="4DB0C4"/>
    </a:custClr>
    <a:custClr name="Purple">
      <a:srgbClr val="AA7BB2"/>
    </a:custClr>
    <a:custClr name="Royal Blue">
      <a:srgbClr val="247DC2"/>
    </a:custClr>
    <a:custClr name="Dark Blue">
      <a:srgbClr val="003064"/>
    </a:custClr>
  </a:custClr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8076</TotalTime>
  <Words>1914</Words>
  <Application>Microsoft Office PowerPoint</Application>
  <PresentationFormat>宽屏</PresentationFormat>
  <Paragraphs>180</Paragraphs>
  <Slides>11</Slides>
  <Notes>8</Notes>
  <HiddenSlides>0</HiddenSlides>
  <MMClips>0</MMClips>
  <ScaleCrop>false</ScaleCrop>
  <HeadingPairs>
    <vt:vector size="8" baseType="variant">
      <vt:variant>
        <vt:lpstr>已用的字体</vt:lpstr>
      </vt:variant>
      <vt:variant>
        <vt:i4>16</vt:i4>
      </vt:variant>
      <vt:variant>
        <vt:lpstr>主题</vt:lpstr>
      </vt:variant>
      <vt:variant>
        <vt:i4>23</vt:i4>
      </vt:variant>
      <vt:variant>
        <vt:lpstr>嵌入 OLE 服务器</vt:lpstr>
      </vt:variant>
      <vt:variant>
        <vt:i4>2</vt:i4>
      </vt:variant>
      <vt:variant>
        <vt:lpstr>幻灯片标题</vt:lpstr>
      </vt:variant>
      <vt:variant>
        <vt:i4>11</vt:i4>
      </vt:variant>
    </vt:vector>
  </HeadingPairs>
  <TitlesOfParts>
    <vt:vector size="52" baseType="lpstr">
      <vt:lpstr>Microsoft JhengHei</vt:lpstr>
      <vt:lpstr>Source Han Sans CN Bold</vt:lpstr>
      <vt:lpstr>Source Han Sans CN Light</vt:lpstr>
      <vt:lpstr>Source Han Sans CN Medium</vt:lpstr>
      <vt:lpstr>Source Han Sans CN Normal</vt:lpstr>
      <vt:lpstr>Source Han Sans CN Regular</vt:lpstr>
      <vt:lpstr>等线</vt:lpstr>
      <vt:lpstr>楷体</vt:lpstr>
      <vt:lpstr>微软雅黑</vt:lpstr>
      <vt:lpstr>Arial</vt:lpstr>
      <vt:lpstr>Calibri</vt:lpstr>
      <vt:lpstr>Calibri Light</vt:lpstr>
      <vt:lpstr>Courier New</vt:lpstr>
      <vt:lpstr>Tw Cen MT</vt:lpstr>
      <vt:lpstr>Wingdings</vt:lpstr>
      <vt:lpstr>Wingdings 3</vt:lpstr>
      <vt:lpstr>1_自定义设计方案</vt:lpstr>
      <vt:lpstr>1_积分</vt:lpstr>
      <vt:lpstr>2_自定义设计方案</vt:lpstr>
      <vt:lpstr>2_积分</vt:lpstr>
      <vt:lpstr>3_自定义设计方案</vt:lpstr>
      <vt:lpstr>3_积分</vt:lpstr>
      <vt:lpstr>4_积分</vt:lpstr>
      <vt:lpstr>4_自定义设计方案</vt:lpstr>
      <vt:lpstr>5_自定义设计方案</vt:lpstr>
      <vt:lpstr>5_积分</vt:lpstr>
      <vt:lpstr>6_自定义设计方案</vt:lpstr>
      <vt:lpstr>6_积分</vt:lpstr>
      <vt:lpstr>7_积分</vt:lpstr>
      <vt:lpstr>8_自定义设计方案</vt:lpstr>
      <vt:lpstr>9_积分</vt:lpstr>
      <vt:lpstr>7_自定义设计方案</vt:lpstr>
      <vt:lpstr>9_自定义设计方案</vt:lpstr>
      <vt:lpstr>11_自定义设计方案</vt:lpstr>
      <vt:lpstr>8_积分</vt:lpstr>
      <vt:lpstr>12_自定义设计方案</vt:lpstr>
      <vt:lpstr>Office 主题​​</vt:lpstr>
      <vt:lpstr>10_自定义设计方案</vt:lpstr>
      <vt:lpstr>Author</vt:lpstr>
      <vt:lpstr>TCLayout.ActiveDocument.1</vt:lpstr>
      <vt:lpstr>think-cell Slide</vt:lpstr>
      <vt:lpstr>  IASO BIO</vt:lpstr>
      <vt:lpstr>PowerPoint 演示文稿</vt:lpstr>
      <vt:lpstr>Advanced Therapy Medicinal Products (ATMPs): Redefining Therapeutic Frontiers</vt:lpstr>
      <vt:lpstr>PowerPoint 演示文稿</vt:lpstr>
      <vt:lpstr>Global Footprint with International Competitiveness</vt:lpstr>
      <vt:lpstr>Pipeline</vt:lpstr>
      <vt:lpstr>Hope Restored: ‘Our Emily’ Embraces a New Life after FUCASO® </vt:lpstr>
      <vt:lpstr>Eque-cel – FIC and Potentially BIC BCMA CAR-T Therapy</vt:lpstr>
      <vt:lpstr>Effectively Advance the Clinical Development and Registration of Eque-cel Globally</vt:lpstr>
      <vt:lpstr>PowerPoint 演示文稿</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齐嘉</cp:lastModifiedBy>
  <cp:revision>1753</cp:revision>
  <cp:lastPrinted>2025-08-22T10:05:26Z</cp:lastPrinted>
  <dcterms:created xsi:type="dcterms:W3CDTF">2022-04-13T04:12:00Z</dcterms:created>
  <dcterms:modified xsi:type="dcterms:W3CDTF">2026-02-12T10:21:55Z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2052-12.1.0.17468</vt:lpwstr>
  </property>
  <property fmtid="{D5CDD505-2E9C-101B-9397-08002B2CF9AE}" pid="3" name="ICV">
    <vt:lpwstr>3F7E1A77726649D4B3A1F97D6BD03059_13</vt:lpwstr>
  </property>
</Properties>
</file>